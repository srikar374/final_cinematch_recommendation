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1430000" cy="6445250"/>
  <p:notesSz cx="11430000" cy="64452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rgbClr val="3157B7"/>
                </a:solidFill>
                <a:latin typeface="Palatino Linotype"/>
                <a:cs typeface="Palatino Linotyp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rgbClr val="3257B8"/>
                </a:solidFill>
                <a:latin typeface="Palatino Linotype"/>
                <a:cs typeface="Palatino Linotype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rgbClr val="3157B7"/>
                </a:solidFill>
                <a:latin typeface="Palatino Linotype"/>
                <a:cs typeface="Palatino Linotyp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rgbClr val="3257B8"/>
                </a:solidFill>
                <a:latin typeface="Palatino Linotype"/>
                <a:cs typeface="Palatino Linotype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rgbClr val="3157B7"/>
                </a:solidFill>
                <a:latin typeface="Palatino Linotype"/>
                <a:cs typeface="Palatino Linotyp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rgbClr val="3157B7"/>
                </a:solidFill>
                <a:latin typeface="Palatino Linotype"/>
                <a:cs typeface="Palatino Linotyp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9524"/>
            <a:ext cx="11430000" cy="6429375"/>
          </a:xfrm>
          <a:custGeom>
            <a:avLst/>
            <a:gdLst/>
            <a:ahLst/>
            <a:cxnLst/>
            <a:rect l="l" t="t" r="r" b="b"/>
            <a:pathLst>
              <a:path w="11430000" h="6429375">
                <a:moveTo>
                  <a:pt x="11429999" y="6429374"/>
                </a:moveTo>
                <a:lnTo>
                  <a:pt x="0" y="6429374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429374"/>
                </a:lnTo>
                <a:close/>
              </a:path>
            </a:pathLst>
          </a:custGeom>
          <a:solidFill>
            <a:srgbClr val="FAFB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7466" y="429355"/>
            <a:ext cx="10215067" cy="72802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rgbClr val="3157B7"/>
                </a:solidFill>
                <a:latin typeface="Palatino Linotype"/>
                <a:cs typeface="Palatino Linotyp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7466" y="1527111"/>
            <a:ext cx="4928235" cy="16217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rgbClr val="3257B8"/>
                </a:solidFill>
                <a:latin typeface="Palatino Linotype"/>
                <a:cs typeface="Palatino Linotype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hyperlink" Target="https://gamma.app/?utm_source=made-with-gamma" TargetMode="External"/><Relationship Id="rId9" Type="http://schemas.openxmlformats.org/officeDocument/2006/relationships/image" Target="../media/image2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hyperlink" Target="https://gamma.app/?utm_source=made-with-gamma" TargetMode="External"/><Relationship Id="rId5" Type="http://schemas.openxmlformats.org/officeDocument/2006/relationships/image" Target="../media/image2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hyperlink" Target="https://gamma.app/?utm_source=made-with-gamma" TargetMode="External"/><Relationship Id="rId6" Type="http://schemas.openxmlformats.org/officeDocument/2006/relationships/image" Target="../media/image2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hyperlink" Target="https://gamma.app/?utm_source=made-with-gamma" TargetMode="External"/><Relationship Id="rId10" Type="http://schemas.openxmlformats.org/officeDocument/2006/relationships/image" Target="../media/image2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9525"/>
            <a:ext cx="11430000" cy="6429375"/>
          </a:xfrm>
          <a:custGeom>
            <a:avLst/>
            <a:gdLst/>
            <a:ahLst/>
            <a:cxnLst/>
            <a:rect l="l" t="t" r="r" b="b"/>
            <a:pathLst>
              <a:path w="11430000" h="6429375">
                <a:moveTo>
                  <a:pt x="11430000" y="0"/>
                </a:moveTo>
                <a:lnTo>
                  <a:pt x="0" y="0"/>
                </a:lnTo>
                <a:lnTo>
                  <a:pt x="0" y="6429375"/>
                </a:lnTo>
                <a:lnTo>
                  <a:pt x="11430000" y="6429375"/>
                </a:lnTo>
                <a:lnTo>
                  <a:pt x="11430000" y="0"/>
                </a:lnTo>
                <a:close/>
              </a:path>
            </a:pathLst>
          </a:custGeom>
          <a:solidFill>
            <a:srgbClr val="FBFCF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7143750" y="9525"/>
            <a:ext cx="4286250" cy="6429375"/>
            <a:chOff x="7143750" y="9525"/>
            <a:chExt cx="4286250" cy="64293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9525"/>
              <a:ext cx="4286250" cy="6429373"/>
            </a:xfrm>
            <a:prstGeom prst="rect">
              <a:avLst/>
            </a:prstGeom>
          </p:spPr>
        </p:pic>
        <p:pic>
          <p:nvPicPr>
            <p:cNvPr id="5" name="object 5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607466" y="1780952"/>
            <a:ext cx="4734560" cy="976630"/>
          </a:xfrm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 marR="5080">
              <a:lnSpc>
                <a:spcPts val="3829"/>
              </a:lnSpc>
              <a:spcBef>
                <a:spcPts val="25"/>
              </a:spcBef>
            </a:pPr>
            <a:r>
              <a:rPr dirty="0" sz="3050" spc="60"/>
              <a:t>CineMatch:</a:t>
            </a:r>
            <a:r>
              <a:rPr dirty="0" sz="3050" spc="20"/>
              <a:t> </a:t>
            </a:r>
            <a:r>
              <a:rPr dirty="0" sz="3050" spc="-20"/>
              <a:t>Movie </a:t>
            </a:r>
            <a:r>
              <a:rPr dirty="0" sz="3050" spc="114"/>
              <a:t>Recommendation</a:t>
            </a:r>
            <a:r>
              <a:rPr dirty="0" sz="3050" spc="15"/>
              <a:t> </a:t>
            </a:r>
            <a:r>
              <a:rPr dirty="0" sz="3050" spc="130"/>
              <a:t>System</a:t>
            </a:r>
            <a:endParaRPr sz="3050"/>
          </a:p>
        </p:txBody>
      </p:sp>
      <p:sp>
        <p:nvSpPr>
          <p:cNvPr id="7" name="object 7"/>
          <p:cNvSpPr txBox="1"/>
          <p:nvPr/>
        </p:nvSpPr>
        <p:spPr>
          <a:xfrm>
            <a:off x="607466" y="2989859"/>
            <a:ext cx="5898515" cy="11404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50" spc="-65" i="1">
                <a:solidFill>
                  <a:srgbClr val="15203F"/>
                </a:solidFill>
                <a:latin typeface="Trebuchet MS"/>
                <a:cs typeface="Trebuchet MS"/>
              </a:rPr>
              <a:t>Intelligent</a:t>
            </a:r>
            <a:r>
              <a:rPr dirty="0" sz="1250" spc="-15" i="1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50" spc="-20" i="1">
                <a:solidFill>
                  <a:srgbClr val="15203F"/>
                </a:solidFill>
                <a:latin typeface="Trebuchet MS"/>
                <a:cs typeface="Trebuchet MS"/>
              </a:rPr>
              <a:t>Recommendation</a:t>
            </a:r>
            <a:r>
              <a:rPr dirty="0" sz="1250" spc="-15" i="1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50" i="1">
                <a:solidFill>
                  <a:srgbClr val="15203F"/>
                </a:solidFill>
                <a:latin typeface="Trebuchet MS"/>
                <a:cs typeface="Trebuchet MS"/>
              </a:rPr>
              <a:t>using</a:t>
            </a:r>
            <a:r>
              <a:rPr dirty="0" sz="1250" spc="-15" i="1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50" spc="-55" i="1">
                <a:solidFill>
                  <a:srgbClr val="15203F"/>
                </a:solidFill>
                <a:latin typeface="Trebuchet MS"/>
                <a:cs typeface="Trebuchet MS"/>
              </a:rPr>
              <a:t>Collaborative</a:t>
            </a:r>
            <a:r>
              <a:rPr dirty="0" sz="1250" spc="-15" i="1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50" spc="-10" i="1">
                <a:solidFill>
                  <a:srgbClr val="15203F"/>
                </a:solidFill>
                <a:latin typeface="Trebuchet MS"/>
                <a:cs typeface="Trebuchet MS"/>
              </a:rPr>
              <a:t>Filtering</a:t>
            </a:r>
            <a:endParaRPr sz="1250">
              <a:latin typeface="Trebuchet MS"/>
              <a:cs typeface="Trebuchet MS"/>
            </a:endParaRPr>
          </a:p>
          <a:p>
            <a:pPr marL="12700" marR="5715">
              <a:lnSpc>
                <a:spcPct val="135400"/>
              </a:lnSpc>
              <a:spcBef>
                <a:spcPts val="1415"/>
              </a:spcBef>
            </a:pP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Predicting</a:t>
            </a:r>
            <a:r>
              <a:rPr dirty="0" sz="1200" spc="-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user</a:t>
            </a:r>
            <a:r>
              <a:rPr dirty="0" sz="1200" spc="-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preferences</a:t>
            </a:r>
            <a:r>
              <a:rPr dirty="0" sz="1200" spc="-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through</a:t>
            </a:r>
            <a:r>
              <a:rPr dirty="0" sz="1200" spc="-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30">
                <a:solidFill>
                  <a:srgbClr val="15203F"/>
                </a:solidFill>
                <a:latin typeface="Trebuchet MS"/>
                <a:cs typeface="Trebuchet MS"/>
              </a:rPr>
              <a:t>data-</a:t>
            </a:r>
            <a:r>
              <a:rPr dirty="0" sz="1200" spc="-20">
                <a:solidFill>
                  <a:srgbClr val="15203F"/>
                </a:solidFill>
                <a:latin typeface="Trebuchet MS"/>
                <a:cs typeface="Trebuchet MS"/>
              </a:rPr>
              <a:t>driven</a:t>
            </a:r>
            <a:r>
              <a:rPr dirty="0" sz="1200" spc="-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techniques</a:t>
            </a:r>
            <a:r>
              <a:rPr dirty="0" sz="1200" spc="-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60">
                <a:solidFill>
                  <a:srgbClr val="15203F"/>
                </a:solidFill>
                <a:latin typeface="Trebuchet MS"/>
                <a:cs typeface="Trebuchet MS"/>
              </a:rPr>
              <a:t>—</a:t>
            </a:r>
            <a:r>
              <a:rPr dirty="0" sz="1200" spc="-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leveraging</a:t>
            </a:r>
            <a:r>
              <a:rPr dirty="0" sz="1200" spc="-30">
                <a:solidFill>
                  <a:srgbClr val="15203F"/>
                </a:solidFill>
                <a:latin typeface="Trebuchet MS"/>
                <a:cs typeface="Trebuchet MS"/>
              </a:rPr>
              <a:t> the</a:t>
            </a:r>
            <a:r>
              <a:rPr dirty="0" sz="1200" spc="-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power</a:t>
            </a:r>
            <a:r>
              <a:rPr dirty="0" sz="1200" spc="-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25">
                <a:solidFill>
                  <a:srgbClr val="15203F"/>
                </a:solidFill>
                <a:latin typeface="Trebuchet MS"/>
                <a:cs typeface="Trebuchet MS"/>
              </a:rPr>
              <a:t>of </a:t>
            </a:r>
            <a:r>
              <a:rPr dirty="0" sz="1200" spc="-20">
                <a:solidFill>
                  <a:srgbClr val="15203F"/>
                </a:solidFill>
                <a:latin typeface="Trebuchet MS"/>
                <a:cs typeface="Trebuchet MS"/>
              </a:rPr>
              <a:t>collaborative</a:t>
            </a:r>
            <a:r>
              <a:rPr dirty="0" sz="1200" spc="-1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30">
                <a:solidFill>
                  <a:srgbClr val="15203F"/>
                </a:solidFill>
                <a:latin typeface="Trebuchet MS"/>
                <a:cs typeface="Trebuchet MS"/>
              </a:rPr>
              <a:t>filtering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20">
                <a:solidFill>
                  <a:srgbClr val="15203F"/>
                </a:solidFill>
                <a:latin typeface="Trebuchet MS"/>
                <a:cs typeface="Trebuchet MS"/>
              </a:rPr>
              <a:t>to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30">
                <a:solidFill>
                  <a:srgbClr val="15203F"/>
                </a:solidFill>
                <a:latin typeface="Trebuchet MS"/>
                <a:cs typeface="Trebuchet MS"/>
              </a:rPr>
              <a:t>deliver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personalised,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30">
                <a:solidFill>
                  <a:srgbClr val="15203F"/>
                </a:solidFill>
                <a:latin typeface="Trebuchet MS"/>
                <a:cs typeface="Trebuchet MS"/>
              </a:rPr>
              <a:t>accurate,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and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scalable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 movie recommendations.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23887" y="4338637"/>
            <a:ext cx="2143125" cy="304800"/>
          </a:xfrm>
          <a:custGeom>
            <a:avLst/>
            <a:gdLst/>
            <a:ahLst/>
            <a:cxnLst/>
            <a:rect l="l" t="t" r="r" b="b"/>
            <a:pathLst>
              <a:path w="2143125" h="304800">
                <a:moveTo>
                  <a:pt x="0" y="294055"/>
                </a:moveTo>
                <a:lnTo>
                  <a:pt x="0" y="10744"/>
                </a:lnTo>
                <a:lnTo>
                  <a:pt x="0" y="7772"/>
                </a:lnTo>
                <a:lnTo>
                  <a:pt x="1046" y="5245"/>
                </a:lnTo>
                <a:lnTo>
                  <a:pt x="3145" y="3149"/>
                </a:lnTo>
                <a:lnTo>
                  <a:pt x="5243" y="1041"/>
                </a:lnTo>
                <a:lnTo>
                  <a:pt x="7778" y="0"/>
                </a:lnTo>
                <a:lnTo>
                  <a:pt x="10745" y="0"/>
                </a:lnTo>
                <a:lnTo>
                  <a:pt x="2132380" y="0"/>
                </a:lnTo>
                <a:lnTo>
                  <a:pt x="2135352" y="0"/>
                </a:lnTo>
                <a:lnTo>
                  <a:pt x="2137879" y="1041"/>
                </a:lnTo>
                <a:lnTo>
                  <a:pt x="2139975" y="3149"/>
                </a:lnTo>
                <a:lnTo>
                  <a:pt x="2142083" y="5245"/>
                </a:lnTo>
                <a:lnTo>
                  <a:pt x="2143125" y="7772"/>
                </a:lnTo>
                <a:lnTo>
                  <a:pt x="2143125" y="10744"/>
                </a:lnTo>
                <a:lnTo>
                  <a:pt x="2143125" y="294055"/>
                </a:lnTo>
                <a:lnTo>
                  <a:pt x="2143125" y="297027"/>
                </a:lnTo>
                <a:lnTo>
                  <a:pt x="2142083" y="299554"/>
                </a:lnTo>
                <a:lnTo>
                  <a:pt x="2139975" y="301650"/>
                </a:lnTo>
                <a:lnTo>
                  <a:pt x="2137879" y="303745"/>
                </a:lnTo>
                <a:lnTo>
                  <a:pt x="2135352" y="304800"/>
                </a:lnTo>
                <a:lnTo>
                  <a:pt x="2132380" y="304800"/>
                </a:lnTo>
                <a:lnTo>
                  <a:pt x="10745" y="304800"/>
                </a:lnTo>
                <a:lnTo>
                  <a:pt x="7778" y="304800"/>
                </a:lnTo>
                <a:lnTo>
                  <a:pt x="5243" y="303745"/>
                </a:lnTo>
                <a:lnTo>
                  <a:pt x="3145" y="301650"/>
                </a:lnTo>
                <a:lnTo>
                  <a:pt x="1046" y="299554"/>
                </a:lnTo>
                <a:lnTo>
                  <a:pt x="0" y="297027"/>
                </a:lnTo>
                <a:lnTo>
                  <a:pt x="0" y="294055"/>
                </a:lnTo>
                <a:close/>
              </a:path>
            </a:pathLst>
          </a:custGeom>
          <a:ln w="9525">
            <a:solidFill>
              <a:srgbClr val="3157B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862262" y="4338637"/>
            <a:ext cx="1752600" cy="304800"/>
          </a:xfrm>
          <a:custGeom>
            <a:avLst/>
            <a:gdLst/>
            <a:ahLst/>
            <a:cxnLst/>
            <a:rect l="l" t="t" r="r" b="b"/>
            <a:pathLst>
              <a:path w="1752600" h="304800">
                <a:moveTo>
                  <a:pt x="0" y="294055"/>
                </a:moveTo>
                <a:lnTo>
                  <a:pt x="0" y="10744"/>
                </a:lnTo>
                <a:lnTo>
                  <a:pt x="0" y="7772"/>
                </a:lnTo>
                <a:lnTo>
                  <a:pt x="1041" y="5245"/>
                </a:lnTo>
                <a:lnTo>
                  <a:pt x="3149" y="3149"/>
                </a:lnTo>
                <a:lnTo>
                  <a:pt x="5245" y="1041"/>
                </a:lnTo>
                <a:lnTo>
                  <a:pt x="7772" y="0"/>
                </a:lnTo>
                <a:lnTo>
                  <a:pt x="10744" y="0"/>
                </a:lnTo>
                <a:lnTo>
                  <a:pt x="1741855" y="0"/>
                </a:lnTo>
                <a:lnTo>
                  <a:pt x="1744827" y="0"/>
                </a:lnTo>
                <a:lnTo>
                  <a:pt x="1747354" y="1041"/>
                </a:lnTo>
                <a:lnTo>
                  <a:pt x="1749450" y="3149"/>
                </a:lnTo>
                <a:lnTo>
                  <a:pt x="1751558" y="5245"/>
                </a:lnTo>
                <a:lnTo>
                  <a:pt x="1752600" y="7772"/>
                </a:lnTo>
                <a:lnTo>
                  <a:pt x="1752600" y="10744"/>
                </a:lnTo>
                <a:lnTo>
                  <a:pt x="1752600" y="294055"/>
                </a:lnTo>
                <a:lnTo>
                  <a:pt x="1752600" y="297027"/>
                </a:lnTo>
                <a:lnTo>
                  <a:pt x="1751558" y="299554"/>
                </a:lnTo>
                <a:lnTo>
                  <a:pt x="1749450" y="301650"/>
                </a:lnTo>
                <a:lnTo>
                  <a:pt x="1747354" y="303745"/>
                </a:lnTo>
                <a:lnTo>
                  <a:pt x="1744827" y="304800"/>
                </a:lnTo>
                <a:lnTo>
                  <a:pt x="1741855" y="304800"/>
                </a:lnTo>
                <a:lnTo>
                  <a:pt x="10744" y="304800"/>
                </a:lnTo>
                <a:lnTo>
                  <a:pt x="7772" y="304800"/>
                </a:lnTo>
                <a:lnTo>
                  <a:pt x="5245" y="303745"/>
                </a:lnTo>
                <a:lnTo>
                  <a:pt x="3149" y="301650"/>
                </a:lnTo>
                <a:lnTo>
                  <a:pt x="1041" y="299554"/>
                </a:lnTo>
                <a:lnTo>
                  <a:pt x="0" y="297027"/>
                </a:lnTo>
                <a:lnTo>
                  <a:pt x="0" y="294055"/>
                </a:lnTo>
                <a:close/>
              </a:path>
            </a:pathLst>
          </a:custGeom>
          <a:ln w="9525">
            <a:solidFill>
              <a:srgbClr val="3157B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700587" y="4338637"/>
            <a:ext cx="1695450" cy="304800"/>
          </a:xfrm>
          <a:custGeom>
            <a:avLst/>
            <a:gdLst/>
            <a:ahLst/>
            <a:cxnLst/>
            <a:rect l="l" t="t" r="r" b="b"/>
            <a:pathLst>
              <a:path w="1695450" h="304800">
                <a:moveTo>
                  <a:pt x="0" y="294055"/>
                </a:moveTo>
                <a:lnTo>
                  <a:pt x="0" y="10744"/>
                </a:lnTo>
                <a:lnTo>
                  <a:pt x="0" y="7772"/>
                </a:lnTo>
                <a:lnTo>
                  <a:pt x="1041" y="5245"/>
                </a:lnTo>
                <a:lnTo>
                  <a:pt x="3149" y="3149"/>
                </a:lnTo>
                <a:lnTo>
                  <a:pt x="5245" y="1041"/>
                </a:lnTo>
                <a:lnTo>
                  <a:pt x="7772" y="0"/>
                </a:lnTo>
                <a:lnTo>
                  <a:pt x="10744" y="0"/>
                </a:lnTo>
                <a:lnTo>
                  <a:pt x="1684705" y="0"/>
                </a:lnTo>
                <a:lnTo>
                  <a:pt x="1687677" y="0"/>
                </a:lnTo>
                <a:lnTo>
                  <a:pt x="1690204" y="1041"/>
                </a:lnTo>
                <a:lnTo>
                  <a:pt x="1692300" y="3149"/>
                </a:lnTo>
                <a:lnTo>
                  <a:pt x="1694408" y="5245"/>
                </a:lnTo>
                <a:lnTo>
                  <a:pt x="1695450" y="7772"/>
                </a:lnTo>
                <a:lnTo>
                  <a:pt x="1695450" y="10744"/>
                </a:lnTo>
                <a:lnTo>
                  <a:pt x="1695450" y="294055"/>
                </a:lnTo>
                <a:lnTo>
                  <a:pt x="1695450" y="297027"/>
                </a:lnTo>
                <a:lnTo>
                  <a:pt x="1694408" y="299554"/>
                </a:lnTo>
                <a:lnTo>
                  <a:pt x="1692300" y="301650"/>
                </a:lnTo>
                <a:lnTo>
                  <a:pt x="1690204" y="303745"/>
                </a:lnTo>
                <a:lnTo>
                  <a:pt x="1687677" y="304800"/>
                </a:lnTo>
                <a:lnTo>
                  <a:pt x="1684705" y="304800"/>
                </a:lnTo>
                <a:lnTo>
                  <a:pt x="10744" y="304800"/>
                </a:lnTo>
                <a:lnTo>
                  <a:pt x="7772" y="304800"/>
                </a:lnTo>
                <a:lnTo>
                  <a:pt x="5245" y="303745"/>
                </a:lnTo>
                <a:lnTo>
                  <a:pt x="3149" y="301650"/>
                </a:lnTo>
                <a:lnTo>
                  <a:pt x="1041" y="299554"/>
                </a:lnTo>
                <a:lnTo>
                  <a:pt x="0" y="297027"/>
                </a:lnTo>
                <a:lnTo>
                  <a:pt x="0" y="294055"/>
                </a:lnTo>
                <a:close/>
              </a:path>
            </a:pathLst>
          </a:custGeom>
          <a:ln w="9525">
            <a:solidFill>
              <a:srgbClr val="3157B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710010" y="4387659"/>
            <a:ext cx="197612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20">
                <a:solidFill>
                  <a:srgbClr val="3157B7"/>
                </a:solidFill>
                <a:latin typeface="Trebuchet MS"/>
                <a:cs typeface="Trebuchet MS"/>
              </a:rPr>
              <a:t>UNDERGRADUATE</a:t>
            </a:r>
            <a:r>
              <a:rPr dirty="0" sz="950" spc="95">
                <a:solidFill>
                  <a:srgbClr val="3157B7"/>
                </a:solidFill>
                <a:latin typeface="Trebuchet MS"/>
                <a:cs typeface="Trebuchet MS"/>
              </a:rPr>
              <a:t> </a:t>
            </a:r>
            <a:r>
              <a:rPr dirty="0" sz="950" spc="20">
                <a:solidFill>
                  <a:srgbClr val="3157B7"/>
                </a:solidFill>
                <a:latin typeface="Trebuchet MS"/>
                <a:cs typeface="Trebuchet MS"/>
              </a:rPr>
              <a:t>AI/ML</a:t>
            </a:r>
            <a:r>
              <a:rPr dirty="0" sz="950" spc="95">
                <a:solidFill>
                  <a:srgbClr val="3157B7"/>
                </a:solidFill>
                <a:latin typeface="Trebuchet MS"/>
                <a:cs typeface="Trebuchet MS"/>
              </a:rPr>
              <a:t> </a:t>
            </a:r>
            <a:r>
              <a:rPr dirty="0" sz="950" spc="40">
                <a:solidFill>
                  <a:srgbClr val="3157B7"/>
                </a:solidFill>
                <a:latin typeface="Trebuchet MS"/>
                <a:cs typeface="Trebuchet MS"/>
              </a:rPr>
              <a:t>PROJECT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43157" y="4387659"/>
            <a:ext cx="158686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30">
                <a:solidFill>
                  <a:srgbClr val="3157B7"/>
                </a:solidFill>
                <a:latin typeface="Trebuchet MS"/>
                <a:cs typeface="Trebuchet MS"/>
              </a:rPr>
              <a:t>COLLABORATIVE</a:t>
            </a:r>
            <a:r>
              <a:rPr dirty="0" sz="950" spc="70">
                <a:solidFill>
                  <a:srgbClr val="3157B7"/>
                </a:solidFill>
                <a:latin typeface="Trebuchet MS"/>
                <a:cs typeface="Trebuchet MS"/>
              </a:rPr>
              <a:t> </a:t>
            </a:r>
            <a:r>
              <a:rPr dirty="0" sz="950" spc="-10">
                <a:solidFill>
                  <a:srgbClr val="3157B7"/>
                </a:solidFill>
                <a:latin typeface="Trebuchet MS"/>
                <a:cs typeface="Trebuchet MS"/>
              </a:rPr>
              <a:t>FILTERING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786857" y="4387659"/>
            <a:ext cx="152019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65">
                <a:solidFill>
                  <a:srgbClr val="3157B7"/>
                </a:solidFill>
                <a:latin typeface="Trebuchet MS"/>
                <a:cs typeface="Trebuchet MS"/>
              </a:rPr>
              <a:t>RECOMMENDER</a:t>
            </a:r>
            <a:r>
              <a:rPr dirty="0" sz="950" spc="-20">
                <a:solidFill>
                  <a:srgbClr val="3157B7"/>
                </a:solidFill>
                <a:latin typeface="Trebuchet MS"/>
                <a:cs typeface="Trebuchet MS"/>
              </a:rPr>
              <a:t> </a:t>
            </a:r>
            <a:r>
              <a:rPr dirty="0" sz="950" spc="75">
                <a:solidFill>
                  <a:srgbClr val="3157B7"/>
                </a:solidFill>
                <a:latin typeface="Trebuchet MS"/>
                <a:cs typeface="Trebuchet MS"/>
              </a:rPr>
              <a:t>SYSTEMS</a:t>
            </a:r>
            <a:endParaRPr sz="9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07466" y="1523777"/>
            <a:ext cx="5878195" cy="4908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50" spc="150">
                <a:solidFill>
                  <a:srgbClr val="3257B8"/>
                </a:solidFill>
              </a:rPr>
              <a:t>The</a:t>
            </a:r>
            <a:r>
              <a:rPr dirty="0" sz="3050" spc="20">
                <a:solidFill>
                  <a:srgbClr val="3257B8"/>
                </a:solidFill>
              </a:rPr>
              <a:t> </a:t>
            </a:r>
            <a:r>
              <a:rPr dirty="0" sz="3050" spc="45">
                <a:solidFill>
                  <a:srgbClr val="3257B8"/>
                </a:solidFill>
              </a:rPr>
              <a:t>Problem:</a:t>
            </a:r>
            <a:r>
              <a:rPr dirty="0" sz="3050" spc="25">
                <a:solidFill>
                  <a:srgbClr val="3257B8"/>
                </a:solidFill>
              </a:rPr>
              <a:t> </a:t>
            </a:r>
            <a:r>
              <a:rPr dirty="0" sz="3050">
                <a:solidFill>
                  <a:srgbClr val="3257B8"/>
                </a:solidFill>
              </a:rPr>
              <a:t>Too</a:t>
            </a:r>
            <a:r>
              <a:rPr dirty="0" sz="3050" spc="25">
                <a:solidFill>
                  <a:srgbClr val="3257B8"/>
                </a:solidFill>
              </a:rPr>
              <a:t> </a:t>
            </a:r>
            <a:r>
              <a:rPr dirty="0" sz="3050" spc="70">
                <a:solidFill>
                  <a:srgbClr val="3257B8"/>
                </a:solidFill>
              </a:rPr>
              <a:t>Many</a:t>
            </a:r>
            <a:r>
              <a:rPr dirty="0" sz="3050" spc="20">
                <a:solidFill>
                  <a:srgbClr val="3257B8"/>
                </a:solidFill>
              </a:rPr>
              <a:t> </a:t>
            </a:r>
            <a:r>
              <a:rPr dirty="0" sz="3050" spc="70">
                <a:solidFill>
                  <a:srgbClr val="3257B8"/>
                </a:solidFill>
              </a:rPr>
              <a:t>Choices</a:t>
            </a:r>
            <a:endParaRPr sz="3050"/>
          </a:p>
        </p:txBody>
      </p:sp>
      <p:sp>
        <p:nvSpPr>
          <p:cNvPr id="3" name="object 3"/>
          <p:cNvSpPr txBox="1"/>
          <p:nvPr/>
        </p:nvSpPr>
        <p:spPr>
          <a:xfrm>
            <a:off x="607466" y="2332869"/>
            <a:ext cx="5451475" cy="23971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5400"/>
              </a:lnSpc>
              <a:spcBef>
                <a:spcPts val="95"/>
              </a:spcBef>
            </a:pP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Modern</a:t>
            </a:r>
            <a:r>
              <a:rPr dirty="0" sz="1200" spc="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streaming</a:t>
            </a:r>
            <a:r>
              <a:rPr dirty="0" sz="1200" spc="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platforms</a:t>
            </a:r>
            <a:r>
              <a:rPr dirty="0" sz="1200" spc="4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50">
                <a:solidFill>
                  <a:srgbClr val="15203F"/>
                </a:solidFill>
                <a:latin typeface="Trebuchet MS"/>
                <a:cs typeface="Trebuchet MS"/>
              </a:rPr>
              <a:t>such</a:t>
            </a:r>
            <a:r>
              <a:rPr dirty="0" sz="1200" spc="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85">
                <a:solidFill>
                  <a:srgbClr val="15203F"/>
                </a:solidFill>
                <a:latin typeface="Trebuchet MS"/>
                <a:cs typeface="Trebuchet MS"/>
              </a:rPr>
              <a:t>as</a:t>
            </a:r>
            <a:r>
              <a:rPr dirty="0" sz="1200" spc="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45">
                <a:solidFill>
                  <a:srgbClr val="15203F"/>
                </a:solidFill>
                <a:latin typeface="Trebuchet MS"/>
                <a:cs typeface="Trebuchet MS"/>
              </a:rPr>
              <a:t>Netflix,</a:t>
            </a:r>
            <a:r>
              <a:rPr dirty="0" sz="1200" spc="4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Amazon</a:t>
            </a:r>
            <a:r>
              <a:rPr dirty="0" sz="1200" spc="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30">
                <a:solidFill>
                  <a:srgbClr val="15203F"/>
                </a:solidFill>
                <a:latin typeface="Trebuchet MS"/>
                <a:cs typeface="Trebuchet MS"/>
              </a:rPr>
              <a:t>Prime,</a:t>
            </a:r>
            <a:r>
              <a:rPr dirty="0" sz="1200" spc="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and</a:t>
            </a:r>
            <a:r>
              <a:rPr dirty="0" sz="1200" spc="4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Disney+</a:t>
            </a:r>
            <a:r>
              <a:rPr dirty="0" sz="1200" spc="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offer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users</a:t>
            </a:r>
            <a:r>
              <a:rPr dirty="0" sz="1200" spc="-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60">
                <a:solidFill>
                  <a:srgbClr val="15203F"/>
                </a:solidFill>
                <a:latin typeface="Trebuchet MS"/>
                <a:cs typeface="Trebuchet MS"/>
              </a:rPr>
              <a:t>access</a:t>
            </a:r>
            <a:r>
              <a:rPr dirty="0" sz="1200" spc="-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20">
                <a:solidFill>
                  <a:srgbClr val="15203F"/>
                </a:solidFill>
                <a:latin typeface="Trebuchet MS"/>
                <a:cs typeface="Trebuchet MS"/>
              </a:rPr>
              <a:t>to</a:t>
            </a:r>
            <a:r>
              <a:rPr dirty="0" sz="1200" spc="-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10" b="1">
                <a:solidFill>
                  <a:srgbClr val="15203F"/>
                </a:solidFill>
                <a:latin typeface="Trebuchet MS"/>
                <a:cs typeface="Trebuchet MS"/>
              </a:rPr>
              <a:t>tens</a:t>
            </a:r>
            <a:r>
              <a:rPr dirty="0" sz="1200" spc="-30" b="1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b="1">
                <a:solidFill>
                  <a:srgbClr val="15203F"/>
                </a:solidFill>
                <a:latin typeface="Trebuchet MS"/>
                <a:cs typeface="Trebuchet MS"/>
              </a:rPr>
              <a:t>of</a:t>
            </a:r>
            <a:r>
              <a:rPr dirty="0" sz="1200" spc="-30" b="1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b="1">
                <a:solidFill>
                  <a:srgbClr val="15203F"/>
                </a:solidFill>
                <a:latin typeface="Trebuchet MS"/>
                <a:cs typeface="Trebuchet MS"/>
              </a:rPr>
              <a:t>thousands</a:t>
            </a:r>
            <a:r>
              <a:rPr dirty="0" sz="1200" spc="-30" b="1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b="1">
                <a:solidFill>
                  <a:srgbClr val="15203F"/>
                </a:solidFill>
                <a:latin typeface="Trebuchet MS"/>
                <a:cs typeface="Trebuchet MS"/>
              </a:rPr>
              <a:t>of</a:t>
            </a:r>
            <a:r>
              <a:rPr dirty="0" sz="1200" spc="-30" b="1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40" b="1">
                <a:solidFill>
                  <a:srgbClr val="15203F"/>
                </a:solidFill>
                <a:latin typeface="Trebuchet MS"/>
                <a:cs typeface="Trebuchet MS"/>
              </a:rPr>
              <a:t>titles</a:t>
            </a:r>
            <a:r>
              <a:rPr dirty="0" sz="1200" spc="-40">
                <a:solidFill>
                  <a:srgbClr val="15203F"/>
                </a:solidFill>
                <a:latin typeface="Trebuchet MS"/>
                <a:cs typeface="Trebuchet MS"/>
              </a:rPr>
              <a:t>.</a:t>
            </a:r>
            <a:r>
              <a:rPr dirty="0" sz="1200" spc="-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Rather</a:t>
            </a:r>
            <a:r>
              <a:rPr dirty="0" sz="1200" spc="-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than</a:t>
            </a:r>
            <a:r>
              <a:rPr dirty="0" sz="1200" spc="-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simplifying</a:t>
            </a:r>
            <a:r>
              <a:rPr dirty="0" sz="1200" spc="-30">
                <a:solidFill>
                  <a:srgbClr val="15203F"/>
                </a:solidFill>
                <a:latin typeface="Trebuchet MS"/>
                <a:cs typeface="Trebuchet MS"/>
              </a:rPr>
              <a:t> the 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viewing </a:t>
            </a:r>
            <a:r>
              <a:rPr dirty="0" sz="1200" spc="-30">
                <a:solidFill>
                  <a:srgbClr val="15203F"/>
                </a:solidFill>
                <a:latin typeface="Trebuchet MS"/>
                <a:cs typeface="Trebuchet MS"/>
              </a:rPr>
              <a:t>experience,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 this</a:t>
            </a:r>
            <a:r>
              <a:rPr dirty="0" sz="1200" spc="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abundance</a:t>
            </a:r>
            <a:r>
              <a:rPr dirty="0" sz="1200" spc="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of choice</a:t>
            </a:r>
            <a:r>
              <a:rPr dirty="0" sz="1200" spc="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creates</a:t>
            </a:r>
            <a:r>
              <a:rPr dirty="0" sz="1200" spc="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a </a:t>
            </a:r>
            <a:r>
              <a:rPr dirty="0" sz="1200" spc="-50">
                <a:solidFill>
                  <a:srgbClr val="15203F"/>
                </a:solidFill>
                <a:latin typeface="Trebuchet MS"/>
                <a:cs typeface="Trebuchet MS"/>
              </a:rPr>
              <a:t>well-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documented</a:t>
            </a:r>
            <a:r>
              <a:rPr dirty="0" sz="1200" spc="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cognitive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phenomenon</a:t>
            </a:r>
            <a:r>
              <a:rPr dirty="0" sz="1200" spc="2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known</a:t>
            </a:r>
            <a:r>
              <a:rPr dirty="0" sz="1200" spc="2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85">
                <a:solidFill>
                  <a:srgbClr val="15203F"/>
                </a:solidFill>
                <a:latin typeface="Trebuchet MS"/>
                <a:cs typeface="Trebuchet MS"/>
              </a:rPr>
              <a:t>as</a:t>
            </a:r>
            <a:r>
              <a:rPr dirty="0" sz="1200" spc="2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b="1">
                <a:solidFill>
                  <a:srgbClr val="15203F"/>
                </a:solidFill>
                <a:latin typeface="Trebuchet MS"/>
                <a:cs typeface="Trebuchet MS"/>
              </a:rPr>
              <a:t>"analysis</a:t>
            </a:r>
            <a:r>
              <a:rPr dirty="0" sz="1200" spc="25" b="1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10" b="1">
                <a:solidFill>
                  <a:srgbClr val="15203F"/>
                </a:solidFill>
                <a:latin typeface="Trebuchet MS"/>
                <a:cs typeface="Trebuchet MS"/>
              </a:rPr>
              <a:t>paralysis"</a:t>
            </a:r>
            <a:r>
              <a:rPr dirty="0" sz="1200" spc="20" b="1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60">
                <a:solidFill>
                  <a:srgbClr val="15203F"/>
                </a:solidFill>
                <a:latin typeface="Trebuchet MS"/>
                <a:cs typeface="Trebuchet MS"/>
              </a:rPr>
              <a:t>—</a:t>
            </a:r>
            <a:r>
              <a:rPr dirty="0" sz="1200" spc="2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where</a:t>
            </a:r>
            <a:r>
              <a:rPr dirty="0" sz="1200" spc="2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users</a:t>
            </a:r>
            <a:r>
              <a:rPr dirty="0" sz="1200" spc="2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spend</a:t>
            </a:r>
            <a:r>
              <a:rPr dirty="0" sz="1200" spc="2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more</a:t>
            </a:r>
            <a:r>
              <a:rPr dirty="0" sz="1200" spc="2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20">
                <a:solidFill>
                  <a:srgbClr val="15203F"/>
                </a:solidFill>
                <a:latin typeface="Trebuchet MS"/>
                <a:cs typeface="Trebuchet MS"/>
              </a:rPr>
              <a:t>time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browsing</a:t>
            </a:r>
            <a:r>
              <a:rPr dirty="0" sz="1200" spc="1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than</a:t>
            </a:r>
            <a:r>
              <a:rPr dirty="0" sz="1200" spc="2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20">
                <a:solidFill>
                  <a:srgbClr val="15203F"/>
                </a:solidFill>
                <a:latin typeface="Trebuchet MS"/>
                <a:cs typeface="Trebuchet MS"/>
              </a:rPr>
              <a:t>actually</a:t>
            </a:r>
            <a:r>
              <a:rPr dirty="0" sz="1200" spc="2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watching.</a:t>
            </a:r>
            <a:endParaRPr sz="1200">
              <a:latin typeface="Trebuchet MS"/>
              <a:cs typeface="Trebuchet MS"/>
            </a:endParaRPr>
          </a:p>
          <a:p>
            <a:pPr marL="12700" marR="204470">
              <a:lnSpc>
                <a:spcPct val="135400"/>
              </a:lnSpc>
              <a:spcBef>
                <a:spcPts val="1125"/>
              </a:spcBef>
            </a:pPr>
            <a:r>
              <a:rPr dirty="0" sz="1200" spc="-20">
                <a:solidFill>
                  <a:srgbClr val="15203F"/>
                </a:solidFill>
                <a:latin typeface="Trebuchet MS"/>
                <a:cs typeface="Trebuchet MS"/>
              </a:rPr>
              <a:t>Traditional</a:t>
            </a:r>
            <a:r>
              <a:rPr dirty="0" sz="1200" spc="-2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recommendation</a:t>
            </a:r>
            <a:r>
              <a:rPr dirty="0" sz="1200" spc="-2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approaches,</a:t>
            </a:r>
            <a:r>
              <a:rPr dirty="0" sz="1200" spc="-2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50">
                <a:solidFill>
                  <a:srgbClr val="15203F"/>
                </a:solidFill>
                <a:latin typeface="Trebuchet MS"/>
                <a:cs typeface="Trebuchet MS"/>
              </a:rPr>
              <a:t>such</a:t>
            </a:r>
            <a:r>
              <a:rPr dirty="0" sz="1200" spc="-2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85">
                <a:solidFill>
                  <a:srgbClr val="15203F"/>
                </a:solidFill>
                <a:latin typeface="Trebuchet MS"/>
                <a:cs typeface="Trebuchet MS"/>
              </a:rPr>
              <a:t>as</a:t>
            </a:r>
            <a:r>
              <a:rPr dirty="0" sz="1200" spc="-2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curated</a:t>
            </a:r>
            <a:r>
              <a:rPr dirty="0" sz="1200" spc="-2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"Top</a:t>
            </a:r>
            <a:r>
              <a:rPr dirty="0" sz="1200" spc="-2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10"</a:t>
            </a:r>
            <a:r>
              <a:rPr dirty="0" sz="1200" spc="-2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25">
                <a:solidFill>
                  <a:srgbClr val="15203F"/>
                </a:solidFill>
                <a:latin typeface="Trebuchet MS"/>
                <a:cs typeface="Trebuchet MS"/>
              </a:rPr>
              <a:t>or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"Trending</a:t>
            </a:r>
            <a:r>
              <a:rPr dirty="0" sz="1200" spc="-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Now"</a:t>
            </a:r>
            <a:r>
              <a:rPr dirty="0" sz="1200" spc="-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20">
                <a:solidFill>
                  <a:srgbClr val="15203F"/>
                </a:solidFill>
                <a:latin typeface="Trebuchet MS"/>
                <a:cs typeface="Trebuchet MS"/>
              </a:rPr>
              <a:t>lists,</a:t>
            </a:r>
            <a:r>
              <a:rPr dirty="0" sz="1200" spc="-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are</a:t>
            </a:r>
            <a:r>
              <a:rPr dirty="0" sz="1200" spc="-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40" b="1">
                <a:solidFill>
                  <a:srgbClr val="15203F"/>
                </a:solidFill>
                <a:latin typeface="Trebuchet MS"/>
                <a:cs typeface="Trebuchet MS"/>
              </a:rPr>
              <a:t>not</a:t>
            </a:r>
            <a:r>
              <a:rPr dirty="0" sz="1200" spc="-30" b="1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20" b="1">
                <a:solidFill>
                  <a:srgbClr val="15203F"/>
                </a:solidFill>
                <a:latin typeface="Trebuchet MS"/>
                <a:cs typeface="Trebuchet MS"/>
              </a:rPr>
              <a:t>personalised</a:t>
            </a:r>
            <a:r>
              <a:rPr dirty="0" sz="1200" spc="-20">
                <a:solidFill>
                  <a:srgbClr val="15203F"/>
                </a:solidFill>
                <a:latin typeface="Trebuchet MS"/>
                <a:cs typeface="Trebuchet MS"/>
              </a:rPr>
              <a:t>.</a:t>
            </a:r>
            <a:r>
              <a:rPr dirty="0" sz="1200" spc="-5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They</a:t>
            </a:r>
            <a:r>
              <a:rPr dirty="0" sz="1200" spc="-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25">
                <a:solidFill>
                  <a:srgbClr val="15203F"/>
                </a:solidFill>
                <a:latin typeface="Trebuchet MS"/>
                <a:cs typeface="Trebuchet MS"/>
              </a:rPr>
              <a:t>fail</a:t>
            </a:r>
            <a:r>
              <a:rPr dirty="0" sz="1200" spc="-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20">
                <a:solidFill>
                  <a:srgbClr val="15203F"/>
                </a:solidFill>
                <a:latin typeface="Trebuchet MS"/>
                <a:cs typeface="Trebuchet MS"/>
              </a:rPr>
              <a:t>to</a:t>
            </a:r>
            <a:r>
              <a:rPr dirty="0" sz="1200" spc="-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account</a:t>
            </a:r>
            <a:r>
              <a:rPr dirty="0" sz="1200" spc="-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for</a:t>
            </a:r>
            <a:r>
              <a:rPr dirty="0" sz="1200" spc="-2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individual </a:t>
            </a:r>
            <a:r>
              <a:rPr dirty="0" sz="1200" spc="-35">
                <a:solidFill>
                  <a:srgbClr val="15203F"/>
                </a:solidFill>
                <a:latin typeface="Trebuchet MS"/>
                <a:cs typeface="Trebuchet MS"/>
              </a:rPr>
              <a:t>taste,</a:t>
            </a:r>
            <a:r>
              <a:rPr dirty="0" sz="1200" spc="-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viewing</a:t>
            </a:r>
            <a:r>
              <a:rPr dirty="0" sz="1200" spc="-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35">
                <a:solidFill>
                  <a:srgbClr val="15203F"/>
                </a:solidFill>
                <a:latin typeface="Trebuchet MS"/>
                <a:cs typeface="Trebuchet MS"/>
              </a:rPr>
              <a:t>history,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 or</a:t>
            </a:r>
            <a:r>
              <a:rPr dirty="0" sz="1200" spc="-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nuanced</a:t>
            </a:r>
            <a:r>
              <a:rPr dirty="0" sz="1200" spc="-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25">
                <a:solidFill>
                  <a:srgbClr val="15203F"/>
                </a:solidFill>
                <a:latin typeface="Trebuchet MS"/>
                <a:cs typeface="Trebuchet MS"/>
              </a:rPr>
              <a:t>preferences,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 leaving</a:t>
            </a:r>
            <a:r>
              <a:rPr dirty="0" sz="1200" spc="-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users </a:t>
            </a:r>
            <a:r>
              <a:rPr dirty="0" sz="1200" spc="-20">
                <a:solidFill>
                  <a:srgbClr val="15203F"/>
                </a:solidFill>
                <a:latin typeface="Trebuchet MS"/>
                <a:cs typeface="Trebuchet MS"/>
              </a:rPr>
              <a:t>frustrated</a:t>
            </a:r>
            <a:r>
              <a:rPr dirty="0" sz="1200" spc="-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25">
                <a:solidFill>
                  <a:srgbClr val="15203F"/>
                </a:solidFill>
                <a:latin typeface="Trebuchet MS"/>
                <a:cs typeface="Trebuchet MS"/>
              </a:rPr>
              <a:t>and 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disengaged.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334123" y="2247899"/>
            <a:ext cx="4600575" cy="2657475"/>
            <a:chOff x="6334123" y="2247899"/>
            <a:chExt cx="4600575" cy="2657475"/>
          </a:xfrm>
        </p:grpSpPr>
        <p:sp>
          <p:nvSpPr>
            <p:cNvPr id="5" name="object 5"/>
            <p:cNvSpPr/>
            <p:nvPr/>
          </p:nvSpPr>
          <p:spPr>
            <a:xfrm>
              <a:off x="6334123" y="2247899"/>
              <a:ext cx="4600575" cy="2657475"/>
            </a:xfrm>
            <a:custGeom>
              <a:avLst/>
              <a:gdLst/>
              <a:ahLst/>
              <a:cxnLst/>
              <a:rect l="l" t="t" r="r" b="b"/>
              <a:pathLst>
                <a:path w="4600575" h="2657475">
                  <a:moveTo>
                    <a:pt x="4583762" y="2657474"/>
                  </a:moveTo>
                  <a:lnTo>
                    <a:pt x="16812" y="2657474"/>
                  </a:lnTo>
                  <a:lnTo>
                    <a:pt x="14339" y="2656982"/>
                  </a:lnTo>
                  <a:lnTo>
                    <a:pt x="0" y="2640662"/>
                  </a:lnTo>
                  <a:lnTo>
                    <a:pt x="0" y="2638092"/>
                  </a:lnTo>
                  <a:lnTo>
                    <a:pt x="0" y="16811"/>
                  </a:lnTo>
                  <a:lnTo>
                    <a:pt x="16812" y="0"/>
                  </a:lnTo>
                  <a:lnTo>
                    <a:pt x="4583762" y="0"/>
                  </a:lnTo>
                  <a:lnTo>
                    <a:pt x="4600574" y="16811"/>
                  </a:lnTo>
                  <a:lnTo>
                    <a:pt x="4600574" y="2640662"/>
                  </a:lnTo>
                  <a:lnTo>
                    <a:pt x="4586234" y="2656982"/>
                  </a:lnTo>
                  <a:lnTo>
                    <a:pt x="4583762" y="2657474"/>
                  </a:lnTo>
                  <a:close/>
                </a:path>
              </a:pathLst>
            </a:custGeom>
            <a:solidFill>
              <a:srgbClr val="3257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505562" y="2895599"/>
              <a:ext cx="47625" cy="1457325"/>
            </a:xfrm>
            <a:custGeom>
              <a:avLst/>
              <a:gdLst/>
              <a:ahLst/>
              <a:cxnLst/>
              <a:rect l="l" t="t" r="r" b="b"/>
              <a:pathLst>
                <a:path w="47625" h="1457325">
                  <a:moveTo>
                    <a:pt x="47625" y="1430362"/>
                  </a:moveTo>
                  <a:lnTo>
                    <a:pt x="26974" y="1409700"/>
                  </a:lnTo>
                  <a:lnTo>
                    <a:pt x="20662" y="1409700"/>
                  </a:lnTo>
                  <a:lnTo>
                    <a:pt x="0" y="1430362"/>
                  </a:lnTo>
                  <a:lnTo>
                    <a:pt x="0" y="1436674"/>
                  </a:lnTo>
                  <a:lnTo>
                    <a:pt x="20662" y="1457325"/>
                  </a:lnTo>
                  <a:lnTo>
                    <a:pt x="26974" y="1457325"/>
                  </a:lnTo>
                  <a:lnTo>
                    <a:pt x="47625" y="1436674"/>
                  </a:lnTo>
                  <a:lnTo>
                    <a:pt x="47625" y="1433512"/>
                  </a:lnTo>
                  <a:lnTo>
                    <a:pt x="47625" y="1430362"/>
                  </a:lnTo>
                  <a:close/>
                </a:path>
                <a:path w="47625" h="1457325">
                  <a:moveTo>
                    <a:pt x="47625" y="877912"/>
                  </a:moveTo>
                  <a:lnTo>
                    <a:pt x="26974" y="857250"/>
                  </a:lnTo>
                  <a:lnTo>
                    <a:pt x="20662" y="857250"/>
                  </a:lnTo>
                  <a:lnTo>
                    <a:pt x="0" y="877912"/>
                  </a:lnTo>
                  <a:lnTo>
                    <a:pt x="0" y="884224"/>
                  </a:lnTo>
                  <a:lnTo>
                    <a:pt x="20662" y="904875"/>
                  </a:lnTo>
                  <a:lnTo>
                    <a:pt x="26974" y="904875"/>
                  </a:lnTo>
                  <a:lnTo>
                    <a:pt x="47625" y="884224"/>
                  </a:lnTo>
                  <a:lnTo>
                    <a:pt x="47625" y="881062"/>
                  </a:lnTo>
                  <a:lnTo>
                    <a:pt x="47625" y="877912"/>
                  </a:lnTo>
                  <a:close/>
                </a:path>
                <a:path w="47625" h="1457325">
                  <a:moveTo>
                    <a:pt x="47625" y="573112"/>
                  </a:moveTo>
                  <a:lnTo>
                    <a:pt x="26974" y="552450"/>
                  </a:lnTo>
                  <a:lnTo>
                    <a:pt x="20662" y="552450"/>
                  </a:lnTo>
                  <a:lnTo>
                    <a:pt x="0" y="573112"/>
                  </a:lnTo>
                  <a:lnTo>
                    <a:pt x="0" y="579424"/>
                  </a:lnTo>
                  <a:lnTo>
                    <a:pt x="20662" y="600075"/>
                  </a:lnTo>
                  <a:lnTo>
                    <a:pt x="26974" y="600075"/>
                  </a:lnTo>
                  <a:lnTo>
                    <a:pt x="47625" y="579424"/>
                  </a:lnTo>
                  <a:lnTo>
                    <a:pt x="47625" y="576262"/>
                  </a:lnTo>
                  <a:lnTo>
                    <a:pt x="47625" y="573112"/>
                  </a:lnTo>
                  <a:close/>
                </a:path>
                <a:path w="47625" h="1457325">
                  <a:moveTo>
                    <a:pt x="47625" y="20662"/>
                  </a:moveTo>
                  <a:lnTo>
                    <a:pt x="26974" y="0"/>
                  </a:lnTo>
                  <a:lnTo>
                    <a:pt x="20662" y="0"/>
                  </a:lnTo>
                  <a:lnTo>
                    <a:pt x="0" y="20662"/>
                  </a:lnTo>
                  <a:lnTo>
                    <a:pt x="0" y="26974"/>
                  </a:lnTo>
                  <a:lnTo>
                    <a:pt x="20662" y="47625"/>
                  </a:lnTo>
                  <a:lnTo>
                    <a:pt x="26974" y="47625"/>
                  </a:lnTo>
                  <a:lnTo>
                    <a:pt x="47625" y="26974"/>
                  </a:lnTo>
                  <a:lnTo>
                    <a:pt x="47625" y="23812"/>
                  </a:lnTo>
                  <a:lnTo>
                    <a:pt x="47625" y="2066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6472485" y="2393886"/>
            <a:ext cx="4262755" cy="203136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>
                <a:solidFill>
                  <a:srgbClr val="FFFFFF"/>
                </a:solidFill>
                <a:latin typeface="Palatino Linotype"/>
                <a:cs typeface="Palatino Linotype"/>
              </a:rPr>
              <a:t>Why</a:t>
            </a:r>
            <a:r>
              <a:rPr dirty="0" sz="1500" spc="6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1500" spc="90">
                <a:solidFill>
                  <a:srgbClr val="FFFFFF"/>
                </a:solidFill>
                <a:latin typeface="Palatino Linotype"/>
                <a:cs typeface="Palatino Linotype"/>
              </a:rPr>
              <a:t>This</a:t>
            </a:r>
            <a:r>
              <a:rPr dirty="0" sz="1500" spc="6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1500" spc="50">
                <a:solidFill>
                  <a:srgbClr val="FFFFFF"/>
                </a:solidFill>
                <a:latin typeface="Palatino Linotype"/>
                <a:cs typeface="Palatino Linotype"/>
              </a:rPr>
              <a:t>Matters</a:t>
            </a:r>
            <a:endParaRPr sz="1500">
              <a:latin typeface="Palatino Linotype"/>
              <a:cs typeface="Palatino Linotype"/>
            </a:endParaRPr>
          </a:p>
          <a:p>
            <a:pPr marL="260350" marR="5080">
              <a:lnSpc>
                <a:spcPct val="135400"/>
              </a:lnSpc>
              <a:spcBef>
                <a:spcPts val="915"/>
              </a:spcBef>
            </a:pPr>
            <a:r>
              <a:rPr dirty="0" sz="1200">
                <a:solidFill>
                  <a:srgbClr val="FFFFFF"/>
                </a:solidFill>
                <a:latin typeface="Trebuchet MS"/>
                <a:cs typeface="Trebuchet MS"/>
              </a:rPr>
              <a:t>Users</a:t>
            </a:r>
            <a:r>
              <a:rPr dirty="0" sz="12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FFFFFF"/>
                </a:solidFill>
                <a:latin typeface="Trebuchet MS"/>
                <a:cs typeface="Trebuchet MS"/>
              </a:rPr>
              <a:t>struggle</a:t>
            </a:r>
            <a:r>
              <a:rPr dirty="0" sz="12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2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dirty="0" sz="12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FFFFFF"/>
                </a:solidFill>
                <a:latin typeface="Trebuchet MS"/>
                <a:cs typeface="Trebuchet MS"/>
              </a:rPr>
              <a:t>decide</a:t>
            </a:r>
            <a:r>
              <a:rPr dirty="0" sz="12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FFFFFF"/>
                </a:solidFill>
                <a:latin typeface="Trebuchet MS"/>
                <a:cs typeface="Trebuchet MS"/>
              </a:rPr>
              <a:t>what</a:t>
            </a:r>
            <a:r>
              <a:rPr dirty="0" sz="12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2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dirty="0" sz="12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FFFFFF"/>
                </a:solidFill>
                <a:latin typeface="Trebuchet MS"/>
                <a:cs typeface="Trebuchet MS"/>
              </a:rPr>
              <a:t>watch</a:t>
            </a:r>
            <a:r>
              <a:rPr dirty="0" sz="12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FFFFFF"/>
                </a:solidFill>
                <a:latin typeface="Trebuchet MS"/>
                <a:cs typeface="Trebuchet MS"/>
              </a:rPr>
              <a:t>from</a:t>
            </a:r>
            <a:r>
              <a:rPr dirty="0" sz="12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FFFFFF"/>
                </a:solidFill>
                <a:latin typeface="Trebuchet MS"/>
                <a:cs typeface="Trebuchet MS"/>
              </a:rPr>
              <a:t>thousands</a:t>
            </a:r>
            <a:r>
              <a:rPr dirty="0" sz="12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25">
                <a:solidFill>
                  <a:srgbClr val="FFFFFF"/>
                </a:solidFill>
                <a:latin typeface="Trebuchet MS"/>
                <a:cs typeface="Trebuchet MS"/>
              </a:rPr>
              <a:t>of </a:t>
            </a:r>
            <a:r>
              <a:rPr dirty="0" sz="1200" spc="-10">
                <a:solidFill>
                  <a:srgbClr val="FFFFFF"/>
                </a:solidFill>
                <a:latin typeface="Trebuchet MS"/>
                <a:cs typeface="Trebuchet MS"/>
              </a:rPr>
              <a:t>options</a:t>
            </a:r>
            <a:endParaRPr sz="1200">
              <a:latin typeface="Trebuchet MS"/>
              <a:cs typeface="Trebuchet MS"/>
            </a:endParaRPr>
          </a:p>
          <a:p>
            <a:pPr marL="260350">
              <a:lnSpc>
                <a:spcPct val="100000"/>
              </a:lnSpc>
              <a:spcBef>
                <a:spcPts val="960"/>
              </a:spcBef>
            </a:pPr>
            <a:r>
              <a:rPr dirty="0" sz="1200" spc="-10">
                <a:solidFill>
                  <a:srgbClr val="FFFFFF"/>
                </a:solidFill>
                <a:latin typeface="Trebuchet MS"/>
                <a:cs typeface="Trebuchet MS"/>
              </a:rPr>
              <a:t>Generic</a:t>
            </a:r>
            <a:r>
              <a:rPr dirty="0" sz="120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FFFFFF"/>
                </a:solidFill>
                <a:latin typeface="Trebuchet MS"/>
                <a:cs typeface="Trebuchet MS"/>
              </a:rPr>
              <a:t>lists</a:t>
            </a:r>
            <a:r>
              <a:rPr dirty="0" sz="120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FFFFFF"/>
                </a:solidFill>
                <a:latin typeface="Trebuchet MS"/>
                <a:cs typeface="Trebuchet MS"/>
              </a:rPr>
              <a:t>ignore</a:t>
            </a:r>
            <a:r>
              <a:rPr dirty="0" sz="1200" spc="-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FFFFFF"/>
                </a:solidFill>
                <a:latin typeface="Trebuchet MS"/>
                <a:cs typeface="Trebuchet MS"/>
              </a:rPr>
              <a:t>personal</a:t>
            </a:r>
            <a:r>
              <a:rPr dirty="0" sz="120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FFFFFF"/>
                </a:solidFill>
                <a:latin typeface="Trebuchet MS"/>
                <a:cs typeface="Trebuchet MS"/>
              </a:rPr>
              <a:t>taste</a:t>
            </a:r>
            <a:r>
              <a:rPr dirty="0" sz="120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dirty="0" sz="1200" spc="-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FFFFFF"/>
                </a:solidFill>
                <a:latin typeface="Trebuchet MS"/>
                <a:cs typeface="Trebuchet MS"/>
              </a:rPr>
              <a:t>viewing</a:t>
            </a:r>
            <a:r>
              <a:rPr dirty="0" sz="120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rebuchet MS"/>
                <a:cs typeface="Trebuchet MS"/>
              </a:rPr>
              <a:t>history</a:t>
            </a:r>
            <a:endParaRPr sz="1200">
              <a:latin typeface="Trebuchet MS"/>
              <a:cs typeface="Trebuchet MS"/>
            </a:endParaRPr>
          </a:p>
          <a:p>
            <a:pPr marL="260350" marR="40640">
              <a:lnSpc>
                <a:spcPct val="135400"/>
              </a:lnSpc>
              <a:spcBef>
                <a:spcPts val="450"/>
              </a:spcBef>
            </a:pPr>
            <a:r>
              <a:rPr dirty="0" sz="1200">
                <a:solidFill>
                  <a:srgbClr val="FFFFFF"/>
                </a:solidFill>
                <a:latin typeface="Trebuchet MS"/>
                <a:cs typeface="Trebuchet MS"/>
              </a:rPr>
              <a:t>Poor</a:t>
            </a:r>
            <a:r>
              <a:rPr dirty="0" sz="1200" spc="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FFFFFF"/>
                </a:solidFill>
                <a:latin typeface="Trebuchet MS"/>
                <a:cs typeface="Trebuchet MS"/>
              </a:rPr>
              <a:t>recommendations</a:t>
            </a:r>
            <a:r>
              <a:rPr dirty="0" sz="1200" spc="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FFFFFF"/>
                </a:solidFill>
                <a:latin typeface="Trebuchet MS"/>
                <a:cs typeface="Trebuchet MS"/>
              </a:rPr>
              <a:t>reduce</a:t>
            </a:r>
            <a:r>
              <a:rPr dirty="0" sz="1200" spc="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rebuchet MS"/>
                <a:cs typeface="Trebuchet MS"/>
              </a:rPr>
              <a:t>platform</a:t>
            </a:r>
            <a:r>
              <a:rPr dirty="0" sz="1200" spc="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FFFFFF"/>
                </a:solidFill>
                <a:latin typeface="Trebuchet MS"/>
                <a:cs typeface="Trebuchet MS"/>
              </a:rPr>
              <a:t>engagement</a:t>
            </a:r>
            <a:r>
              <a:rPr dirty="0" sz="1200" spc="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25">
                <a:solidFill>
                  <a:srgbClr val="FFFFFF"/>
                </a:solidFill>
                <a:latin typeface="Trebuchet MS"/>
                <a:cs typeface="Trebuchet MS"/>
              </a:rPr>
              <a:t>and </a:t>
            </a:r>
            <a:r>
              <a:rPr dirty="0" sz="1200" spc="-10">
                <a:solidFill>
                  <a:srgbClr val="FFFFFF"/>
                </a:solidFill>
                <a:latin typeface="Trebuchet MS"/>
                <a:cs typeface="Trebuchet MS"/>
              </a:rPr>
              <a:t>retention</a:t>
            </a:r>
            <a:endParaRPr sz="1200">
              <a:latin typeface="Trebuchet MS"/>
              <a:cs typeface="Trebuchet MS"/>
            </a:endParaRPr>
          </a:p>
          <a:p>
            <a:pPr marL="260350">
              <a:lnSpc>
                <a:spcPct val="100000"/>
              </a:lnSpc>
              <a:spcBef>
                <a:spcPts val="960"/>
              </a:spcBef>
            </a:pPr>
            <a:r>
              <a:rPr dirty="0" sz="1200" spc="-45">
                <a:solidFill>
                  <a:srgbClr val="FFFFFF"/>
                </a:solidFill>
                <a:latin typeface="Trebuchet MS"/>
                <a:cs typeface="Trebuchet MS"/>
              </a:rPr>
              <a:t>Intelligent,</a:t>
            </a:r>
            <a:r>
              <a:rPr dirty="0" sz="12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30">
                <a:solidFill>
                  <a:srgbClr val="FFFFFF"/>
                </a:solidFill>
                <a:latin typeface="Trebuchet MS"/>
                <a:cs typeface="Trebuchet MS"/>
              </a:rPr>
              <a:t>data-</a:t>
            </a:r>
            <a:r>
              <a:rPr dirty="0" sz="1200" spc="-20">
                <a:solidFill>
                  <a:srgbClr val="FFFFFF"/>
                </a:solidFill>
                <a:latin typeface="Trebuchet MS"/>
                <a:cs typeface="Trebuchet MS"/>
              </a:rPr>
              <a:t>driven</a:t>
            </a:r>
            <a:r>
              <a:rPr dirty="0" sz="12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50">
                <a:solidFill>
                  <a:srgbClr val="FFFFFF"/>
                </a:solidFill>
                <a:latin typeface="Trebuchet MS"/>
                <a:cs typeface="Trebuchet MS"/>
              </a:rPr>
              <a:t>systems</a:t>
            </a:r>
            <a:r>
              <a:rPr dirty="0" sz="12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rebuchet MS"/>
                <a:cs typeface="Trebuchet MS"/>
              </a:rPr>
              <a:t>are</a:t>
            </a:r>
            <a:r>
              <a:rPr dirty="0" sz="12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3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12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Trebuchet MS"/>
                <a:cs typeface="Trebuchet MS"/>
              </a:rPr>
              <a:t>solution</a:t>
            </a:r>
            <a:endParaRPr sz="1200">
              <a:latin typeface="Trebuchet MS"/>
              <a:cs typeface="Trebuchet MS"/>
            </a:endParaRPr>
          </a:p>
        </p:txBody>
      </p:sp>
      <p:pic>
        <p:nvPicPr>
          <p:cNvPr id="8" name="object 8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07466" y="429355"/>
            <a:ext cx="2762885" cy="42100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600" spc="70">
                <a:solidFill>
                  <a:srgbClr val="3257B8"/>
                </a:solidFill>
              </a:rPr>
              <a:t>Project</a:t>
            </a:r>
            <a:r>
              <a:rPr dirty="0" sz="2600">
                <a:solidFill>
                  <a:srgbClr val="3257B8"/>
                </a:solidFill>
              </a:rPr>
              <a:t> </a:t>
            </a:r>
            <a:r>
              <a:rPr dirty="0" sz="2600" spc="-10">
                <a:solidFill>
                  <a:srgbClr val="3257B8"/>
                </a:solidFill>
              </a:rPr>
              <a:t>Objectives</a:t>
            </a:r>
            <a:endParaRPr sz="2600"/>
          </a:p>
        </p:txBody>
      </p:sp>
      <p:sp>
        <p:nvSpPr>
          <p:cNvPr id="3" name="object 3"/>
          <p:cNvSpPr txBox="1"/>
          <p:nvPr/>
        </p:nvSpPr>
        <p:spPr>
          <a:xfrm>
            <a:off x="607466" y="1032821"/>
            <a:ext cx="10007600" cy="4254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1300"/>
              </a:lnSpc>
              <a:spcBef>
                <a:spcPts val="90"/>
              </a:spcBef>
            </a:pPr>
            <a:r>
              <a:rPr dirty="0" sz="1000">
                <a:solidFill>
                  <a:srgbClr val="15203F"/>
                </a:solidFill>
                <a:latin typeface="Trebuchet MS"/>
                <a:cs typeface="Trebuchet MS"/>
              </a:rPr>
              <a:t>CineMatch</a:t>
            </a:r>
            <a:r>
              <a:rPr dirty="0" sz="1000" spc="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15203F"/>
                </a:solidFill>
                <a:latin typeface="Trebuchet MS"/>
                <a:cs typeface="Trebuchet MS"/>
              </a:rPr>
              <a:t>is</a:t>
            </a:r>
            <a:r>
              <a:rPr dirty="0" sz="1000" spc="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15203F"/>
                </a:solidFill>
                <a:latin typeface="Trebuchet MS"/>
                <a:cs typeface="Trebuchet MS"/>
              </a:rPr>
              <a:t>designed</a:t>
            </a:r>
            <a:r>
              <a:rPr dirty="0" sz="1000" spc="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15203F"/>
                </a:solidFill>
                <a:latin typeface="Trebuchet MS"/>
                <a:cs typeface="Trebuchet MS"/>
              </a:rPr>
              <a:t>to</a:t>
            </a:r>
            <a:r>
              <a:rPr dirty="0" sz="1000" spc="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15203F"/>
                </a:solidFill>
                <a:latin typeface="Trebuchet MS"/>
                <a:cs typeface="Trebuchet MS"/>
              </a:rPr>
              <a:t>address</a:t>
            </a:r>
            <a:r>
              <a:rPr dirty="0" sz="1000" spc="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000" spc="-20">
                <a:solidFill>
                  <a:srgbClr val="15203F"/>
                </a:solidFill>
                <a:latin typeface="Trebuchet MS"/>
                <a:cs typeface="Trebuchet MS"/>
              </a:rPr>
              <a:t>the</a:t>
            </a:r>
            <a:r>
              <a:rPr dirty="0" sz="1000" spc="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15203F"/>
                </a:solidFill>
                <a:latin typeface="Trebuchet MS"/>
                <a:cs typeface="Trebuchet MS"/>
              </a:rPr>
              <a:t>recommendation</a:t>
            </a:r>
            <a:r>
              <a:rPr dirty="0" sz="1000" spc="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15203F"/>
                </a:solidFill>
                <a:latin typeface="Trebuchet MS"/>
                <a:cs typeface="Trebuchet MS"/>
              </a:rPr>
              <a:t>gap</a:t>
            </a:r>
            <a:r>
              <a:rPr dirty="0" sz="1000" spc="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15203F"/>
                </a:solidFill>
                <a:latin typeface="Trebuchet MS"/>
                <a:cs typeface="Trebuchet MS"/>
              </a:rPr>
              <a:t>through</a:t>
            </a:r>
            <a:r>
              <a:rPr dirty="0" sz="1000" spc="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15203F"/>
                </a:solidFill>
                <a:latin typeface="Trebuchet MS"/>
                <a:cs typeface="Trebuchet MS"/>
              </a:rPr>
              <a:t>a</a:t>
            </a:r>
            <a:r>
              <a:rPr dirty="0" sz="1000" spc="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15203F"/>
                </a:solidFill>
                <a:latin typeface="Trebuchet MS"/>
                <a:cs typeface="Trebuchet MS"/>
              </a:rPr>
              <a:t>rigorous,</a:t>
            </a:r>
            <a:r>
              <a:rPr dirty="0" sz="1000" spc="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000" spc="-30">
                <a:solidFill>
                  <a:srgbClr val="15203F"/>
                </a:solidFill>
                <a:latin typeface="Trebuchet MS"/>
                <a:cs typeface="Trebuchet MS"/>
              </a:rPr>
              <a:t>multi-</a:t>
            </a:r>
            <a:r>
              <a:rPr dirty="0" sz="1000">
                <a:solidFill>
                  <a:srgbClr val="15203F"/>
                </a:solidFill>
                <a:latin typeface="Trebuchet MS"/>
                <a:cs typeface="Trebuchet MS"/>
              </a:rPr>
              <a:t>method</a:t>
            </a:r>
            <a:r>
              <a:rPr dirty="0" sz="1000" spc="4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15203F"/>
                </a:solidFill>
                <a:latin typeface="Trebuchet MS"/>
                <a:cs typeface="Trebuchet MS"/>
              </a:rPr>
              <a:t>approach.</a:t>
            </a:r>
            <a:r>
              <a:rPr dirty="0" sz="1000" spc="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15203F"/>
                </a:solidFill>
                <a:latin typeface="Trebuchet MS"/>
                <a:cs typeface="Trebuchet MS"/>
              </a:rPr>
              <a:t>The</a:t>
            </a:r>
            <a:r>
              <a:rPr dirty="0" sz="1000" spc="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15203F"/>
                </a:solidFill>
                <a:latin typeface="Trebuchet MS"/>
                <a:cs typeface="Trebuchet MS"/>
              </a:rPr>
              <a:t>following</a:t>
            </a:r>
            <a:r>
              <a:rPr dirty="0" sz="1000" spc="4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15203F"/>
                </a:solidFill>
                <a:latin typeface="Trebuchet MS"/>
                <a:cs typeface="Trebuchet MS"/>
              </a:rPr>
              <a:t>objectives</a:t>
            </a:r>
            <a:r>
              <a:rPr dirty="0" sz="1000" spc="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15203F"/>
                </a:solidFill>
                <a:latin typeface="Trebuchet MS"/>
                <a:cs typeface="Trebuchet MS"/>
              </a:rPr>
              <a:t>guided</a:t>
            </a:r>
            <a:r>
              <a:rPr dirty="0" sz="1000" spc="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000" spc="-20">
                <a:solidFill>
                  <a:srgbClr val="15203F"/>
                </a:solidFill>
                <a:latin typeface="Trebuchet MS"/>
                <a:cs typeface="Trebuchet MS"/>
              </a:rPr>
              <a:t>the</a:t>
            </a:r>
            <a:r>
              <a:rPr dirty="0" sz="1000" spc="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15203F"/>
                </a:solidFill>
                <a:latin typeface="Trebuchet MS"/>
                <a:cs typeface="Trebuchet MS"/>
              </a:rPr>
              <a:t>development</a:t>
            </a:r>
            <a:r>
              <a:rPr dirty="0" sz="1000" spc="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15203F"/>
                </a:solidFill>
                <a:latin typeface="Trebuchet MS"/>
                <a:cs typeface="Trebuchet MS"/>
              </a:rPr>
              <a:t>and</a:t>
            </a:r>
            <a:r>
              <a:rPr dirty="0" sz="1000" spc="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15203F"/>
                </a:solidFill>
                <a:latin typeface="Trebuchet MS"/>
                <a:cs typeface="Trebuchet MS"/>
              </a:rPr>
              <a:t>evaluation</a:t>
            </a:r>
            <a:r>
              <a:rPr dirty="0" sz="1000" spc="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000" spc="-25">
                <a:solidFill>
                  <a:srgbClr val="15203F"/>
                </a:solidFill>
                <a:latin typeface="Trebuchet MS"/>
                <a:cs typeface="Trebuchet MS"/>
              </a:rPr>
              <a:t>of </a:t>
            </a:r>
            <a:r>
              <a:rPr dirty="0" sz="1000" spc="-20">
                <a:solidFill>
                  <a:srgbClr val="15203F"/>
                </a:solidFill>
                <a:latin typeface="Trebuchet MS"/>
                <a:cs typeface="Trebuchet MS"/>
              </a:rPr>
              <a:t>the</a:t>
            </a:r>
            <a:r>
              <a:rPr dirty="0" sz="1000" spc="-4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15203F"/>
                </a:solidFill>
                <a:latin typeface="Trebuchet MS"/>
                <a:cs typeface="Trebuchet MS"/>
              </a:rPr>
              <a:t>system.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19124" y="1590674"/>
            <a:ext cx="10191750" cy="790575"/>
          </a:xfrm>
          <a:custGeom>
            <a:avLst/>
            <a:gdLst/>
            <a:ahLst/>
            <a:cxnLst/>
            <a:rect l="l" t="t" r="r" b="b"/>
            <a:pathLst>
              <a:path w="10191750" h="790575">
                <a:moveTo>
                  <a:pt x="10177458" y="790574"/>
                </a:moveTo>
                <a:lnTo>
                  <a:pt x="14290" y="790574"/>
                </a:lnTo>
                <a:lnTo>
                  <a:pt x="12188" y="790156"/>
                </a:lnTo>
                <a:lnTo>
                  <a:pt x="0" y="776284"/>
                </a:lnTo>
                <a:lnTo>
                  <a:pt x="0" y="14290"/>
                </a:lnTo>
                <a:lnTo>
                  <a:pt x="14290" y="0"/>
                </a:lnTo>
                <a:lnTo>
                  <a:pt x="10177458" y="0"/>
                </a:lnTo>
                <a:lnTo>
                  <a:pt x="10191748" y="14290"/>
                </a:lnTo>
                <a:lnTo>
                  <a:pt x="10191748" y="19049"/>
                </a:lnTo>
                <a:lnTo>
                  <a:pt x="19050" y="19049"/>
                </a:lnTo>
                <a:lnTo>
                  <a:pt x="19050" y="771524"/>
                </a:lnTo>
                <a:lnTo>
                  <a:pt x="10191748" y="771524"/>
                </a:lnTo>
                <a:lnTo>
                  <a:pt x="10191748" y="776284"/>
                </a:lnTo>
                <a:lnTo>
                  <a:pt x="10179559" y="790156"/>
                </a:lnTo>
                <a:lnTo>
                  <a:pt x="10177458" y="790574"/>
                </a:lnTo>
                <a:close/>
              </a:path>
              <a:path w="10191750" h="790575">
                <a:moveTo>
                  <a:pt x="10191748" y="771524"/>
                </a:moveTo>
                <a:lnTo>
                  <a:pt x="10172699" y="771524"/>
                </a:lnTo>
                <a:lnTo>
                  <a:pt x="10172699" y="19049"/>
                </a:lnTo>
                <a:lnTo>
                  <a:pt x="10191748" y="19049"/>
                </a:lnTo>
                <a:lnTo>
                  <a:pt x="10191748" y="771524"/>
                </a:lnTo>
                <a:close/>
              </a:path>
            </a:pathLst>
          </a:custGeom>
          <a:solidFill>
            <a:srgbClr val="CFD1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38174" y="1609724"/>
            <a:ext cx="523875" cy="752475"/>
          </a:xfrm>
          <a:prstGeom prst="rect">
            <a:avLst/>
          </a:prstGeom>
          <a:solidFill>
            <a:srgbClr val="E8ECF1"/>
          </a:solidFill>
        </p:spPr>
        <p:txBody>
          <a:bodyPr wrap="square" lIns="0" tIns="3365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65"/>
              </a:spcBef>
            </a:pPr>
            <a:endParaRPr sz="1550">
              <a:latin typeface="Times New Roman"/>
              <a:cs typeface="Times New Roman"/>
            </a:endParaRPr>
          </a:p>
          <a:p>
            <a:pPr algn="ctr" marL="5080">
              <a:lnSpc>
                <a:spcPct val="100000"/>
              </a:lnSpc>
            </a:pPr>
            <a:r>
              <a:rPr dirty="0" sz="1550" spc="-50">
                <a:solidFill>
                  <a:srgbClr val="15203F"/>
                </a:solidFill>
                <a:latin typeface="Palatino Linotype"/>
                <a:cs typeface="Palatino Linotype"/>
              </a:rPr>
              <a:t>1</a:t>
            </a:r>
            <a:endParaRPr sz="1550">
              <a:latin typeface="Palatino Linotype"/>
              <a:cs typeface="Palatino Linotyp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65584" y="1611962"/>
            <a:ext cx="6015990" cy="589280"/>
          </a:xfrm>
          <a:prstGeom prst="rect">
            <a:avLst/>
          </a:prstGeom>
        </p:spPr>
        <p:txBody>
          <a:bodyPr wrap="square" lIns="0" tIns="127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dirty="0" sz="1300">
                <a:solidFill>
                  <a:srgbClr val="15203F"/>
                </a:solidFill>
                <a:latin typeface="Palatino Linotype"/>
                <a:cs typeface="Palatino Linotype"/>
              </a:rPr>
              <a:t>Build</a:t>
            </a:r>
            <a:r>
              <a:rPr dirty="0" sz="1300" spc="85">
                <a:solidFill>
                  <a:srgbClr val="15203F"/>
                </a:solidFill>
                <a:latin typeface="Palatino Linotype"/>
                <a:cs typeface="Palatino Linotype"/>
              </a:rPr>
              <a:t> </a:t>
            </a:r>
            <a:r>
              <a:rPr dirty="0" sz="1300">
                <a:solidFill>
                  <a:srgbClr val="15203F"/>
                </a:solidFill>
                <a:latin typeface="Palatino Linotype"/>
                <a:cs typeface="Palatino Linotype"/>
              </a:rPr>
              <a:t>on</a:t>
            </a:r>
            <a:r>
              <a:rPr dirty="0" sz="1300" spc="85">
                <a:solidFill>
                  <a:srgbClr val="15203F"/>
                </a:solidFill>
                <a:latin typeface="Palatino Linotype"/>
                <a:cs typeface="Palatino Linotype"/>
              </a:rPr>
              <a:t> </a:t>
            </a:r>
            <a:r>
              <a:rPr dirty="0" sz="1300">
                <a:solidFill>
                  <a:srgbClr val="15203F"/>
                </a:solidFill>
                <a:latin typeface="Palatino Linotype"/>
                <a:cs typeface="Palatino Linotype"/>
              </a:rPr>
              <a:t>Real</a:t>
            </a:r>
            <a:r>
              <a:rPr dirty="0" sz="1300" spc="85">
                <a:solidFill>
                  <a:srgbClr val="15203F"/>
                </a:solidFill>
                <a:latin typeface="Palatino Linotype"/>
                <a:cs typeface="Palatino Linotype"/>
              </a:rPr>
              <a:t> </a:t>
            </a:r>
            <a:r>
              <a:rPr dirty="0" sz="1300" spc="-20">
                <a:solidFill>
                  <a:srgbClr val="15203F"/>
                </a:solidFill>
                <a:latin typeface="Palatino Linotype"/>
                <a:cs typeface="Palatino Linotype"/>
              </a:rPr>
              <a:t>Data</a:t>
            </a:r>
            <a:endParaRPr sz="13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dirty="0" sz="1000">
                <a:solidFill>
                  <a:srgbClr val="15203F"/>
                </a:solidFill>
                <a:latin typeface="Trebuchet MS"/>
                <a:cs typeface="Trebuchet MS"/>
              </a:rPr>
              <a:t>Construct</a:t>
            </a:r>
            <a:r>
              <a:rPr dirty="0" sz="1000" spc="4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15203F"/>
                </a:solidFill>
                <a:latin typeface="Trebuchet MS"/>
                <a:cs typeface="Trebuchet MS"/>
              </a:rPr>
              <a:t>a</a:t>
            </a:r>
            <a:r>
              <a:rPr dirty="0" sz="1000" spc="4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15203F"/>
                </a:solidFill>
                <a:latin typeface="Trebuchet MS"/>
                <a:cs typeface="Trebuchet MS"/>
              </a:rPr>
              <a:t>recommendation</a:t>
            </a:r>
            <a:r>
              <a:rPr dirty="0" sz="1000" spc="4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15203F"/>
                </a:solidFill>
                <a:latin typeface="Trebuchet MS"/>
                <a:cs typeface="Trebuchet MS"/>
              </a:rPr>
              <a:t>engine</a:t>
            </a:r>
            <a:r>
              <a:rPr dirty="0" sz="1000" spc="4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000" spc="-20">
                <a:solidFill>
                  <a:srgbClr val="15203F"/>
                </a:solidFill>
                <a:latin typeface="Trebuchet MS"/>
                <a:cs typeface="Trebuchet MS"/>
              </a:rPr>
              <a:t>trained</a:t>
            </a:r>
            <a:r>
              <a:rPr dirty="0" sz="1000" spc="4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15203F"/>
                </a:solidFill>
                <a:latin typeface="Trebuchet MS"/>
                <a:cs typeface="Trebuchet MS"/>
              </a:rPr>
              <a:t>on</a:t>
            </a:r>
            <a:r>
              <a:rPr dirty="0" sz="1000" spc="4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15203F"/>
                </a:solidFill>
                <a:latin typeface="Trebuchet MS"/>
                <a:cs typeface="Trebuchet MS"/>
              </a:rPr>
              <a:t>authentic</a:t>
            </a:r>
            <a:r>
              <a:rPr dirty="0" sz="1000" spc="4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15203F"/>
                </a:solidFill>
                <a:latin typeface="Trebuchet MS"/>
                <a:cs typeface="Trebuchet MS"/>
              </a:rPr>
              <a:t>user</a:t>
            </a:r>
            <a:r>
              <a:rPr dirty="0" sz="1000" spc="5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15203F"/>
                </a:solidFill>
                <a:latin typeface="Trebuchet MS"/>
                <a:cs typeface="Trebuchet MS"/>
              </a:rPr>
              <a:t>rating</a:t>
            </a:r>
            <a:r>
              <a:rPr dirty="0" sz="1000" spc="4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15203F"/>
                </a:solidFill>
                <a:latin typeface="Trebuchet MS"/>
                <a:cs typeface="Trebuchet MS"/>
              </a:rPr>
              <a:t>data</a:t>
            </a:r>
            <a:r>
              <a:rPr dirty="0" sz="1000" spc="4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15203F"/>
                </a:solidFill>
                <a:latin typeface="Trebuchet MS"/>
                <a:cs typeface="Trebuchet MS"/>
              </a:rPr>
              <a:t>from</a:t>
            </a:r>
            <a:r>
              <a:rPr dirty="0" sz="1000" spc="4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000" spc="-20">
                <a:solidFill>
                  <a:srgbClr val="15203F"/>
                </a:solidFill>
                <a:latin typeface="Trebuchet MS"/>
                <a:cs typeface="Trebuchet MS"/>
              </a:rPr>
              <a:t>the</a:t>
            </a:r>
            <a:r>
              <a:rPr dirty="0" sz="1000" spc="4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15203F"/>
                </a:solidFill>
                <a:latin typeface="Trebuchet MS"/>
                <a:cs typeface="Trebuchet MS"/>
              </a:rPr>
              <a:t>MovieLens</a:t>
            </a:r>
            <a:r>
              <a:rPr dirty="0" sz="1000" spc="4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15203F"/>
                </a:solidFill>
                <a:latin typeface="Trebuchet MS"/>
                <a:cs typeface="Trebuchet MS"/>
              </a:rPr>
              <a:t>dataset.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19124" y="2495549"/>
            <a:ext cx="10191750" cy="790575"/>
          </a:xfrm>
          <a:custGeom>
            <a:avLst/>
            <a:gdLst/>
            <a:ahLst/>
            <a:cxnLst/>
            <a:rect l="l" t="t" r="r" b="b"/>
            <a:pathLst>
              <a:path w="10191750" h="790575">
                <a:moveTo>
                  <a:pt x="10177458" y="790574"/>
                </a:moveTo>
                <a:lnTo>
                  <a:pt x="14290" y="790574"/>
                </a:lnTo>
                <a:lnTo>
                  <a:pt x="12188" y="790156"/>
                </a:lnTo>
                <a:lnTo>
                  <a:pt x="0" y="776284"/>
                </a:lnTo>
                <a:lnTo>
                  <a:pt x="0" y="14290"/>
                </a:lnTo>
                <a:lnTo>
                  <a:pt x="14290" y="0"/>
                </a:lnTo>
                <a:lnTo>
                  <a:pt x="10177458" y="0"/>
                </a:lnTo>
                <a:lnTo>
                  <a:pt x="10191748" y="14290"/>
                </a:lnTo>
                <a:lnTo>
                  <a:pt x="10191748" y="19049"/>
                </a:lnTo>
                <a:lnTo>
                  <a:pt x="19050" y="19049"/>
                </a:lnTo>
                <a:lnTo>
                  <a:pt x="19050" y="771524"/>
                </a:lnTo>
                <a:lnTo>
                  <a:pt x="10191748" y="771524"/>
                </a:lnTo>
                <a:lnTo>
                  <a:pt x="10191748" y="776284"/>
                </a:lnTo>
                <a:lnTo>
                  <a:pt x="10179559" y="790156"/>
                </a:lnTo>
                <a:lnTo>
                  <a:pt x="10177458" y="790574"/>
                </a:lnTo>
                <a:close/>
              </a:path>
              <a:path w="10191750" h="790575">
                <a:moveTo>
                  <a:pt x="10191748" y="771524"/>
                </a:moveTo>
                <a:lnTo>
                  <a:pt x="10172699" y="771524"/>
                </a:lnTo>
                <a:lnTo>
                  <a:pt x="10172699" y="19049"/>
                </a:lnTo>
                <a:lnTo>
                  <a:pt x="10191748" y="19049"/>
                </a:lnTo>
                <a:lnTo>
                  <a:pt x="10191748" y="771524"/>
                </a:lnTo>
                <a:close/>
              </a:path>
            </a:pathLst>
          </a:custGeom>
          <a:solidFill>
            <a:srgbClr val="CFD1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38174" y="2514599"/>
            <a:ext cx="523875" cy="752475"/>
          </a:xfrm>
          <a:prstGeom prst="rect">
            <a:avLst/>
          </a:prstGeom>
          <a:solidFill>
            <a:srgbClr val="E8ECF1"/>
          </a:solidFill>
        </p:spPr>
        <p:txBody>
          <a:bodyPr wrap="square" lIns="0" tIns="241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90"/>
              </a:spcBef>
            </a:pPr>
            <a:endParaRPr sz="1550">
              <a:latin typeface="Times New Roman"/>
              <a:cs typeface="Times New Roman"/>
            </a:endParaRPr>
          </a:p>
          <a:p>
            <a:pPr algn="ctr" marL="5080">
              <a:lnSpc>
                <a:spcPct val="100000"/>
              </a:lnSpc>
            </a:pPr>
            <a:r>
              <a:rPr dirty="0" sz="1550" spc="25">
                <a:solidFill>
                  <a:srgbClr val="15203F"/>
                </a:solidFill>
                <a:latin typeface="Palatino Linotype"/>
                <a:cs typeface="Palatino Linotype"/>
              </a:rPr>
              <a:t>2</a:t>
            </a:r>
            <a:endParaRPr sz="1550">
              <a:latin typeface="Palatino Linotype"/>
              <a:cs typeface="Palatino Linotyp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65584" y="2516837"/>
            <a:ext cx="5520690" cy="589280"/>
          </a:xfrm>
          <a:prstGeom prst="rect">
            <a:avLst/>
          </a:prstGeom>
        </p:spPr>
        <p:txBody>
          <a:bodyPr wrap="square" lIns="0" tIns="127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dirty="0" sz="1300">
                <a:solidFill>
                  <a:srgbClr val="15203F"/>
                </a:solidFill>
                <a:latin typeface="Palatino Linotype"/>
                <a:cs typeface="Palatino Linotype"/>
              </a:rPr>
              <a:t>Predict</a:t>
            </a:r>
            <a:r>
              <a:rPr dirty="0" sz="1300" spc="220">
                <a:solidFill>
                  <a:srgbClr val="15203F"/>
                </a:solidFill>
                <a:latin typeface="Palatino Linotype"/>
                <a:cs typeface="Palatino Linotype"/>
              </a:rPr>
              <a:t> </a:t>
            </a:r>
            <a:r>
              <a:rPr dirty="0" sz="1300" spc="35">
                <a:solidFill>
                  <a:srgbClr val="15203F"/>
                </a:solidFill>
                <a:latin typeface="Palatino Linotype"/>
                <a:cs typeface="Palatino Linotype"/>
              </a:rPr>
              <a:t>Preferences</a:t>
            </a:r>
            <a:endParaRPr sz="13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dirty="0" sz="1000">
                <a:solidFill>
                  <a:srgbClr val="15203F"/>
                </a:solidFill>
                <a:latin typeface="Trebuchet MS"/>
                <a:cs typeface="Trebuchet MS"/>
              </a:rPr>
              <a:t>Accurately</a:t>
            </a:r>
            <a:r>
              <a:rPr dirty="0" sz="1000" spc="2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15203F"/>
                </a:solidFill>
                <a:latin typeface="Trebuchet MS"/>
                <a:cs typeface="Trebuchet MS"/>
              </a:rPr>
              <a:t>forecast</a:t>
            </a:r>
            <a:r>
              <a:rPr dirty="0" sz="1000" spc="2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15203F"/>
                </a:solidFill>
                <a:latin typeface="Trebuchet MS"/>
                <a:cs typeface="Trebuchet MS"/>
              </a:rPr>
              <a:t>movies</a:t>
            </a:r>
            <a:r>
              <a:rPr dirty="0" sz="1000" spc="2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15203F"/>
                </a:solidFill>
                <a:latin typeface="Trebuchet MS"/>
                <a:cs typeface="Trebuchet MS"/>
              </a:rPr>
              <a:t>a</a:t>
            </a:r>
            <a:r>
              <a:rPr dirty="0" sz="1000" spc="2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15203F"/>
                </a:solidFill>
                <a:latin typeface="Trebuchet MS"/>
                <a:cs typeface="Trebuchet MS"/>
              </a:rPr>
              <a:t>given</a:t>
            </a:r>
            <a:r>
              <a:rPr dirty="0" sz="1000" spc="2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15203F"/>
                </a:solidFill>
                <a:latin typeface="Trebuchet MS"/>
                <a:cs typeface="Trebuchet MS"/>
              </a:rPr>
              <a:t>user</a:t>
            </a:r>
            <a:r>
              <a:rPr dirty="0" sz="1000" spc="2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15203F"/>
                </a:solidFill>
                <a:latin typeface="Trebuchet MS"/>
                <a:cs typeface="Trebuchet MS"/>
              </a:rPr>
              <a:t>is</a:t>
            </a:r>
            <a:r>
              <a:rPr dirty="0" sz="1000" spc="2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000" spc="-25">
                <a:solidFill>
                  <a:srgbClr val="15203F"/>
                </a:solidFill>
                <a:latin typeface="Trebuchet MS"/>
                <a:cs typeface="Trebuchet MS"/>
              </a:rPr>
              <a:t>likely</a:t>
            </a:r>
            <a:r>
              <a:rPr dirty="0" sz="1000" spc="2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15203F"/>
                </a:solidFill>
                <a:latin typeface="Trebuchet MS"/>
                <a:cs typeface="Trebuchet MS"/>
              </a:rPr>
              <a:t>to</a:t>
            </a:r>
            <a:r>
              <a:rPr dirty="0" sz="1000" spc="2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000" spc="-50">
                <a:solidFill>
                  <a:srgbClr val="15203F"/>
                </a:solidFill>
                <a:latin typeface="Trebuchet MS"/>
                <a:cs typeface="Trebuchet MS"/>
              </a:rPr>
              <a:t>enjoy,</a:t>
            </a:r>
            <a:r>
              <a:rPr dirty="0" sz="1000" spc="2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15203F"/>
                </a:solidFill>
                <a:latin typeface="Trebuchet MS"/>
                <a:cs typeface="Trebuchet MS"/>
              </a:rPr>
              <a:t>based</a:t>
            </a:r>
            <a:r>
              <a:rPr dirty="0" sz="1000" spc="2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15203F"/>
                </a:solidFill>
                <a:latin typeface="Trebuchet MS"/>
                <a:cs typeface="Trebuchet MS"/>
              </a:rPr>
              <a:t>on</a:t>
            </a:r>
            <a:r>
              <a:rPr dirty="0" sz="1000" spc="2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000" spc="-30">
                <a:solidFill>
                  <a:srgbClr val="15203F"/>
                </a:solidFill>
                <a:latin typeface="Trebuchet MS"/>
                <a:cs typeface="Trebuchet MS"/>
              </a:rPr>
              <a:t>their</a:t>
            </a:r>
            <a:r>
              <a:rPr dirty="0" sz="1000" spc="2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15203F"/>
                </a:solidFill>
                <a:latin typeface="Trebuchet MS"/>
                <a:cs typeface="Trebuchet MS"/>
              </a:rPr>
              <a:t>historical</a:t>
            </a:r>
            <a:r>
              <a:rPr dirty="0" sz="1000" spc="2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15203F"/>
                </a:solidFill>
                <a:latin typeface="Trebuchet MS"/>
                <a:cs typeface="Trebuchet MS"/>
              </a:rPr>
              <a:t>interactions.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19124" y="3400424"/>
            <a:ext cx="10191750" cy="790575"/>
          </a:xfrm>
          <a:custGeom>
            <a:avLst/>
            <a:gdLst/>
            <a:ahLst/>
            <a:cxnLst/>
            <a:rect l="l" t="t" r="r" b="b"/>
            <a:pathLst>
              <a:path w="10191750" h="790575">
                <a:moveTo>
                  <a:pt x="10177458" y="790574"/>
                </a:moveTo>
                <a:lnTo>
                  <a:pt x="14290" y="790574"/>
                </a:lnTo>
                <a:lnTo>
                  <a:pt x="12188" y="790156"/>
                </a:lnTo>
                <a:lnTo>
                  <a:pt x="0" y="776284"/>
                </a:lnTo>
                <a:lnTo>
                  <a:pt x="0" y="14289"/>
                </a:lnTo>
                <a:lnTo>
                  <a:pt x="14290" y="0"/>
                </a:lnTo>
                <a:lnTo>
                  <a:pt x="10177458" y="0"/>
                </a:lnTo>
                <a:lnTo>
                  <a:pt x="10191748" y="14289"/>
                </a:lnTo>
                <a:lnTo>
                  <a:pt x="10191748" y="19049"/>
                </a:lnTo>
                <a:lnTo>
                  <a:pt x="19050" y="19049"/>
                </a:lnTo>
                <a:lnTo>
                  <a:pt x="19050" y="771524"/>
                </a:lnTo>
                <a:lnTo>
                  <a:pt x="10191748" y="771524"/>
                </a:lnTo>
                <a:lnTo>
                  <a:pt x="10191748" y="776284"/>
                </a:lnTo>
                <a:lnTo>
                  <a:pt x="10179559" y="790156"/>
                </a:lnTo>
                <a:lnTo>
                  <a:pt x="10177458" y="790574"/>
                </a:lnTo>
                <a:close/>
              </a:path>
              <a:path w="10191750" h="790575">
                <a:moveTo>
                  <a:pt x="10191748" y="771524"/>
                </a:moveTo>
                <a:lnTo>
                  <a:pt x="10172699" y="771524"/>
                </a:lnTo>
                <a:lnTo>
                  <a:pt x="10172699" y="19049"/>
                </a:lnTo>
                <a:lnTo>
                  <a:pt x="10191748" y="19049"/>
                </a:lnTo>
                <a:lnTo>
                  <a:pt x="10191748" y="771524"/>
                </a:lnTo>
                <a:close/>
              </a:path>
            </a:pathLst>
          </a:custGeom>
          <a:solidFill>
            <a:srgbClr val="CFD1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38174" y="3419474"/>
            <a:ext cx="523875" cy="752475"/>
          </a:xfrm>
          <a:prstGeom prst="rect">
            <a:avLst/>
          </a:prstGeom>
          <a:solidFill>
            <a:srgbClr val="E8ECF1"/>
          </a:solidFill>
        </p:spPr>
        <p:txBody>
          <a:bodyPr wrap="square" lIns="0" tIns="241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90"/>
              </a:spcBef>
            </a:pPr>
            <a:endParaRPr sz="1550">
              <a:latin typeface="Times New Roman"/>
              <a:cs typeface="Times New Roman"/>
            </a:endParaRPr>
          </a:p>
          <a:p>
            <a:pPr algn="ctr" marL="5080">
              <a:lnSpc>
                <a:spcPct val="100000"/>
              </a:lnSpc>
            </a:pPr>
            <a:r>
              <a:rPr dirty="0" sz="1550" spc="10">
                <a:solidFill>
                  <a:srgbClr val="15203F"/>
                </a:solidFill>
                <a:latin typeface="Palatino Linotype"/>
                <a:cs typeface="Palatino Linotype"/>
              </a:rPr>
              <a:t>3</a:t>
            </a:r>
            <a:endParaRPr sz="1550">
              <a:latin typeface="Palatino Linotype"/>
              <a:cs typeface="Palatino Linotyp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65584" y="3433620"/>
            <a:ext cx="5603875" cy="568325"/>
          </a:xfrm>
          <a:prstGeom prst="rect">
            <a:avLst/>
          </a:prstGeom>
        </p:spPr>
        <p:txBody>
          <a:bodyPr wrap="square" lIns="0" tIns="1155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dirty="0" sz="1300" spc="20">
                <a:solidFill>
                  <a:srgbClr val="15203F"/>
                </a:solidFill>
                <a:latin typeface="Palatino Linotype"/>
                <a:cs typeface="Palatino Linotype"/>
              </a:rPr>
              <a:t>Personalise</a:t>
            </a:r>
            <a:r>
              <a:rPr dirty="0" sz="1300" spc="260">
                <a:solidFill>
                  <a:srgbClr val="15203F"/>
                </a:solidFill>
                <a:latin typeface="Palatino Linotype"/>
                <a:cs typeface="Palatino Linotype"/>
              </a:rPr>
              <a:t> </a:t>
            </a:r>
            <a:r>
              <a:rPr dirty="0" sz="1300" spc="-10">
                <a:solidFill>
                  <a:srgbClr val="15203F"/>
                </a:solidFill>
                <a:latin typeface="Palatino Linotype"/>
                <a:cs typeface="Palatino Linotype"/>
              </a:rPr>
              <a:t>Suggestions</a:t>
            </a:r>
            <a:endParaRPr sz="13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dirty="0" sz="1000" spc="55">
                <a:solidFill>
                  <a:srgbClr val="15203F"/>
                </a:solidFill>
                <a:latin typeface="Trebuchet MS"/>
                <a:cs typeface="Trebuchet MS"/>
              </a:rPr>
              <a:t>Move</a:t>
            </a:r>
            <a:r>
              <a:rPr dirty="0" sz="1000">
                <a:solidFill>
                  <a:srgbClr val="15203F"/>
                </a:solidFill>
                <a:latin typeface="Trebuchet MS"/>
                <a:cs typeface="Trebuchet MS"/>
              </a:rPr>
              <a:t> beyond generic</a:t>
            </a:r>
            <a:r>
              <a:rPr dirty="0" sz="1000" spc="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15203F"/>
                </a:solidFill>
                <a:latin typeface="Trebuchet MS"/>
                <a:cs typeface="Trebuchet MS"/>
              </a:rPr>
              <a:t>lists by </a:t>
            </a:r>
            <a:r>
              <a:rPr dirty="0" sz="1000" spc="-10">
                <a:solidFill>
                  <a:srgbClr val="15203F"/>
                </a:solidFill>
                <a:latin typeface="Trebuchet MS"/>
                <a:cs typeface="Trebuchet MS"/>
              </a:rPr>
              <a:t>tailoring</a:t>
            </a:r>
            <a:r>
              <a:rPr dirty="0" sz="1000" spc="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15203F"/>
                </a:solidFill>
                <a:latin typeface="Trebuchet MS"/>
                <a:cs typeface="Trebuchet MS"/>
              </a:rPr>
              <a:t>every</a:t>
            </a:r>
            <a:r>
              <a:rPr dirty="0" sz="1000">
                <a:solidFill>
                  <a:srgbClr val="15203F"/>
                </a:solidFill>
                <a:latin typeface="Trebuchet MS"/>
                <a:cs typeface="Trebuchet MS"/>
              </a:rPr>
              <a:t> recommendation</a:t>
            </a:r>
            <a:r>
              <a:rPr dirty="0" sz="1000" spc="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15203F"/>
                </a:solidFill>
                <a:latin typeface="Trebuchet MS"/>
                <a:cs typeface="Trebuchet MS"/>
              </a:rPr>
              <a:t>to </a:t>
            </a:r>
            <a:r>
              <a:rPr dirty="0" sz="1000" spc="-10">
                <a:solidFill>
                  <a:srgbClr val="15203F"/>
                </a:solidFill>
                <a:latin typeface="Trebuchet MS"/>
                <a:cs typeface="Trebuchet MS"/>
              </a:rPr>
              <a:t>individual</a:t>
            </a:r>
            <a:r>
              <a:rPr dirty="0" sz="1000">
                <a:solidFill>
                  <a:srgbClr val="15203F"/>
                </a:solidFill>
                <a:latin typeface="Trebuchet MS"/>
                <a:cs typeface="Trebuchet MS"/>
              </a:rPr>
              <a:t> behavioural</a:t>
            </a:r>
            <a:r>
              <a:rPr dirty="0" sz="1000" spc="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15203F"/>
                </a:solidFill>
                <a:latin typeface="Trebuchet MS"/>
                <a:cs typeface="Trebuchet MS"/>
              </a:rPr>
              <a:t>patterns.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19124" y="4305299"/>
            <a:ext cx="10191750" cy="790575"/>
          </a:xfrm>
          <a:custGeom>
            <a:avLst/>
            <a:gdLst/>
            <a:ahLst/>
            <a:cxnLst/>
            <a:rect l="l" t="t" r="r" b="b"/>
            <a:pathLst>
              <a:path w="10191750" h="790575">
                <a:moveTo>
                  <a:pt x="10177458" y="790574"/>
                </a:moveTo>
                <a:lnTo>
                  <a:pt x="14290" y="790574"/>
                </a:lnTo>
                <a:lnTo>
                  <a:pt x="12188" y="790156"/>
                </a:lnTo>
                <a:lnTo>
                  <a:pt x="0" y="776283"/>
                </a:lnTo>
                <a:lnTo>
                  <a:pt x="0" y="14289"/>
                </a:lnTo>
                <a:lnTo>
                  <a:pt x="14290" y="0"/>
                </a:lnTo>
                <a:lnTo>
                  <a:pt x="10177458" y="0"/>
                </a:lnTo>
                <a:lnTo>
                  <a:pt x="10191748" y="14289"/>
                </a:lnTo>
                <a:lnTo>
                  <a:pt x="10191748" y="19049"/>
                </a:lnTo>
                <a:lnTo>
                  <a:pt x="19050" y="19049"/>
                </a:lnTo>
                <a:lnTo>
                  <a:pt x="19050" y="771524"/>
                </a:lnTo>
                <a:lnTo>
                  <a:pt x="10191748" y="771524"/>
                </a:lnTo>
                <a:lnTo>
                  <a:pt x="10191748" y="776283"/>
                </a:lnTo>
                <a:lnTo>
                  <a:pt x="10179559" y="790156"/>
                </a:lnTo>
                <a:lnTo>
                  <a:pt x="10177458" y="790574"/>
                </a:lnTo>
                <a:close/>
              </a:path>
              <a:path w="10191750" h="790575">
                <a:moveTo>
                  <a:pt x="10191748" y="771524"/>
                </a:moveTo>
                <a:lnTo>
                  <a:pt x="10172699" y="771524"/>
                </a:lnTo>
                <a:lnTo>
                  <a:pt x="10172699" y="19049"/>
                </a:lnTo>
                <a:lnTo>
                  <a:pt x="10191748" y="19049"/>
                </a:lnTo>
                <a:lnTo>
                  <a:pt x="10191748" y="771524"/>
                </a:lnTo>
                <a:close/>
              </a:path>
            </a:pathLst>
          </a:custGeom>
          <a:solidFill>
            <a:srgbClr val="CFD1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38174" y="4324349"/>
            <a:ext cx="523875" cy="752475"/>
          </a:xfrm>
          <a:prstGeom prst="rect">
            <a:avLst/>
          </a:prstGeom>
          <a:solidFill>
            <a:srgbClr val="E8ECF1"/>
          </a:solidFill>
        </p:spPr>
        <p:txBody>
          <a:bodyPr wrap="square" lIns="0" tIns="241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90"/>
              </a:spcBef>
            </a:pPr>
            <a:endParaRPr sz="1550">
              <a:latin typeface="Times New Roman"/>
              <a:cs typeface="Times New Roman"/>
            </a:endParaRPr>
          </a:p>
          <a:p>
            <a:pPr algn="ctr" marL="5080">
              <a:lnSpc>
                <a:spcPct val="100000"/>
              </a:lnSpc>
            </a:pPr>
            <a:r>
              <a:rPr dirty="0" sz="1550" spc="70">
                <a:solidFill>
                  <a:srgbClr val="15203F"/>
                </a:solidFill>
                <a:latin typeface="Palatino Linotype"/>
                <a:cs typeface="Palatino Linotype"/>
              </a:rPr>
              <a:t>4</a:t>
            </a:r>
            <a:endParaRPr sz="1550">
              <a:latin typeface="Palatino Linotype"/>
              <a:cs typeface="Palatino Linotyp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65584" y="4338495"/>
            <a:ext cx="5664835" cy="568325"/>
          </a:xfrm>
          <a:prstGeom prst="rect">
            <a:avLst/>
          </a:prstGeom>
        </p:spPr>
        <p:txBody>
          <a:bodyPr wrap="square" lIns="0" tIns="1155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dirty="0" sz="1300">
                <a:solidFill>
                  <a:srgbClr val="15203F"/>
                </a:solidFill>
                <a:latin typeface="Palatino Linotype"/>
                <a:cs typeface="Palatino Linotype"/>
              </a:rPr>
              <a:t>Implement</a:t>
            </a:r>
            <a:r>
              <a:rPr dirty="0" sz="1300" spc="295">
                <a:solidFill>
                  <a:srgbClr val="15203F"/>
                </a:solidFill>
                <a:latin typeface="Palatino Linotype"/>
                <a:cs typeface="Palatino Linotype"/>
              </a:rPr>
              <a:t> </a:t>
            </a:r>
            <a:r>
              <a:rPr dirty="0" sz="1300" spc="-10">
                <a:solidFill>
                  <a:srgbClr val="15203F"/>
                </a:solidFill>
                <a:latin typeface="Palatino Linotype"/>
                <a:cs typeface="Palatino Linotype"/>
              </a:rPr>
              <a:t>Filtering</a:t>
            </a:r>
            <a:endParaRPr sz="13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dirty="0" sz="1000">
                <a:solidFill>
                  <a:srgbClr val="15203F"/>
                </a:solidFill>
                <a:latin typeface="Trebuchet MS"/>
                <a:cs typeface="Trebuchet MS"/>
              </a:rPr>
              <a:t>Apply</a:t>
            </a:r>
            <a:r>
              <a:rPr dirty="0" sz="1000" spc="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15203F"/>
                </a:solidFill>
                <a:latin typeface="Trebuchet MS"/>
                <a:cs typeface="Trebuchet MS"/>
              </a:rPr>
              <a:t>both</a:t>
            </a:r>
            <a:r>
              <a:rPr dirty="0" sz="1000" spc="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15203F"/>
                </a:solidFill>
                <a:latin typeface="Trebuchet MS"/>
                <a:cs typeface="Trebuchet MS"/>
              </a:rPr>
              <a:t>user-based</a:t>
            </a:r>
            <a:r>
              <a:rPr dirty="0" sz="1000" spc="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15203F"/>
                </a:solidFill>
                <a:latin typeface="Trebuchet MS"/>
                <a:cs typeface="Trebuchet MS"/>
              </a:rPr>
              <a:t>and</a:t>
            </a:r>
            <a:r>
              <a:rPr dirty="0" sz="1000" spc="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000" spc="-30">
                <a:solidFill>
                  <a:srgbClr val="15203F"/>
                </a:solidFill>
                <a:latin typeface="Trebuchet MS"/>
                <a:cs typeface="Trebuchet MS"/>
              </a:rPr>
              <a:t>item-</a:t>
            </a:r>
            <a:r>
              <a:rPr dirty="0" sz="1000">
                <a:solidFill>
                  <a:srgbClr val="15203F"/>
                </a:solidFill>
                <a:latin typeface="Trebuchet MS"/>
                <a:cs typeface="Trebuchet MS"/>
              </a:rPr>
              <a:t>based</a:t>
            </a:r>
            <a:r>
              <a:rPr dirty="0" sz="1000" spc="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15203F"/>
                </a:solidFill>
                <a:latin typeface="Trebuchet MS"/>
                <a:cs typeface="Trebuchet MS"/>
              </a:rPr>
              <a:t>collaborative</a:t>
            </a:r>
            <a:r>
              <a:rPr dirty="0" sz="1000" spc="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000" spc="-20">
                <a:solidFill>
                  <a:srgbClr val="15203F"/>
                </a:solidFill>
                <a:latin typeface="Trebuchet MS"/>
                <a:cs typeface="Trebuchet MS"/>
              </a:rPr>
              <a:t>filtering</a:t>
            </a:r>
            <a:r>
              <a:rPr dirty="0" sz="1000" spc="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15203F"/>
                </a:solidFill>
                <a:latin typeface="Trebuchet MS"/>
                <a:cs typeface="Trebuchet MS"/>
              </a:rPr>
              <a:t>techniques</a:t>
            </a:r>
            <a:r>
              <a:rPr dirty="0" sz="1000" spc="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000" spc="-20">
                <a:solidFill>
                  <a:srgbClr val="15203F"/>
                </a:solidFill>
                <a:latin typeface="Trebuchet MS"/>
                <a:cs typeface="Trebuchet MS"/>
              </a:rPr>
              <a:t>within</a:t>
            </a:r>
            <a:r>
              <a:rPr dirty="0" sz="1000" spc="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000" spc="-20">
                <a:solidFill>
                  <a:srgbClr val="15203F"/>
                </a:solidFill>
                <a:latin typeface="Trebuchet MS"/>
                <a:cs typeface="Trebuchet MS"/>
              </a:rPr>
              <a:t>the</a:t>
            </a:r>
            <a:r>
              <a:rPr dirty="0" sz="1000" spc="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000" spc="55">
                <a:solidFill>
                  <a:srgbClr val="15203F"/>
                </a:solidFill>
                <a:latin typeface="Trebuchet MS"/>
                <a:cs typeface="Trebuchet MS"/>
              </a:rPr>
              <a:t>same</a:t>
            </a:r>
            <a:r>
              <a:rPr dirty="0" sz="1000" spc="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15203F"/>
                </a:solidFill>
                <a:latin typeface="Trebuchet MS"/>
                <a:cs typeface="Trebuchet MS"/>
              </a:rPr>
              <a:t>system.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19124" y="5200649"/>
            <a:ext cx="10191750" cy="800100"/>
          </a:xfrm>
          <a:custGeom>
            <a:avLst/>
            <a:gdLst/>
            <a:ahLst/>
            <a:cxnLst/>
            <a:rect l="l" t="t" r="r" b="b"/>
            <a:pathLst>
              <a:path w="10191750" h="800100">
                <a:moveTo>
                  <a:pt x="10177458" y="800099"/>
                </a:moveTo>
                <a:lnTo>
                  <a:pt x="14290" y="800099"/>
                </a:lnTo>
                <a:lnTo>
                  <a:pt x="12188" y="799682"/>
                </a:lnTo>
                <a:lnTo>
                  <a:pt x="0" y="785808"/>
                </a:lnTo>
                <a:lnTo>
                  <a:pt x="0" y="14289"/>
                </a:lnTo>
                <a:lnTo>
                  <a:pt x="14290" y="0"/>
                </a:lnTo>
                <a:lnTo>
                  <a:pt x="10177458" y="0"/>
                </a:lnTo>
                <a:lnTo>
                  <a:pt x="10191748" y="14289"/>
                </a:lnTo>
                <a:lnTo>
                  <a:pt x="10191748" y="19049"/>
                </a:lnTo>
                <a:lnTo>
                  <a:pt x="19050" y="19049"/>
                </a:lnTo>
                <a:lnTo>
                  <a:pt x="19050" y="781049"/>
                </a:lnTo>
                <a:lnTo>
                  <a:pt x="10191748" y="781049"/>
                </a:lnTo>
                <a:lnTo>
                  <a:pt x="10191748" y="785808"/>
                </a:lnTo>
                <a:lnTo>
                  <a:pt x="10179559" y="799682"/>
                </a:lnTo>
                <a:lnTo>
                  <a:pt x="10177458" y="800099"/>
                </a:lnTo>
                <a:close/>
              </a:path>
              <a:path w="10191750" h="800100">
                <a:moveTo>
                  <a:pt x="10191748" y="781049"/>
                </a:moveTo>
                <a:lnTo>
                  <a:pt x="10172699" y="781049"/>
                </a:lnTo>
                <a:lnTo>
                  <a:pt x="10172699" y="19049"/>
                </a:lnTo>
                <a:lnTo>
                  <a:pt x="10191748" y="19049"/>
                </a:lnTo>
                <a:lnTo>
                  <a:pt x="10191748" y="781049"/>
                </a:lnTo>
                <a:close/>
              </a:path>
            </a:pathLst>
          </a:custGeom>
          <a:solidFill>
            <a:srgbClr val="CFD1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638174" y="5219699"/>
            <a:ext cx="523875" cy="762000"/>
          </a:xfrm>
          <a:prstGeom prst="rect">
            <a:avLst/>
          </a:prstGeom>
          <a:solidFill>
            <a:srgbClr val="E8ECF1"/>
          </a:solidFill>
        </p:spPr>
        <p:txBody>
          <a:bodyPr wrap="square" lIns="0" tIns="3365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65"/>
              </a:spcBef>
            </a:pPr>
            <a:endParaRPr sz="1550">
              <a:latin typeface="Times New Roman"/>
              <a:cs typeface="Times New Roman"/>
            </a:endParaRPr>
          </a:p>
          <a:p>
            <a:pPr algn="ctr" marL="5080">
              <a:lnSpc>
                <a:spcPct val="100000"/>
              </a:lnSpc>
            </a:pPr>
            <a:r>
              <a:rPr dirty="0" sz="1550" spc="-50">
                <a:solidFill>
                  <a:srgbClr val="15203F"/>
                </a:solidFill>
                <a:latin typeface="Palatino Linotype"/>
                <a:cs typeface="Palatino Linotype"/>
              </a:rPr>
              <a:t>5</a:t>
            </a:r>
            <a:endParaRPr sz="1550">
              <a:latin typeface="Palatino Linotype"/>
              <a:cs typeface="Palatino Linotyp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65584" y="5221937"/>
            <a:ext cx="5698490" cy="589280"/>
          </a:xfrm>
          <a:prstGeom prst="rect">
            <a:avLst/>
          </a:prstGeom>
        </p:spPr>
        <p:txBody>
          <a:bodyPr wrap="square" lIns="0" tIns="127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dirty="0" sz="1300">
                <a:solidFill>
                  <a:srgbClr val="15203F"/>
                </a:solidFill>
                <a:latin typeface="Palatino Linotype"/>
                <a:cs typeface="Palatino Linotype"/>
              </a:rPr>
              <a:t>Compare</a:t>
            </a:r>
            <a:r>
              <a:rPr dirty="0" sz="1300" spc="15">
                <a:solidFill>
                  <a:srgbClr val="15203F"/>
                </a:solidFill>
                <a:latin typeface="Palatino Linotype"/>
                <a:cs typeface="Palatino Linotype"/>
              </a:rPr>
              <a:t> </a:t>
            </a:r>
            <a:r>
              <a:rPr dirty="0" sz="1300" spc="-210">
                <a:solidFill>
                  <a:srgbClr val="15203F"/>
                </a:solidFill>
                <a:latin typeface="Palatino Linotype"/>
                <a:cs typeface="Palatino Linotype"/>
              </a:rPr>
              <a:t>&amp;</a:t>
            </a:r>
            <a:r>
              <a:rPr dirty="0" sz="1300" spc="15">
                <a:solidFill>
                  <a:srgbClr val="15203F"/>
                </a:solidFill>
                <a:latin typeface="Palatino Linotype"/>
                <a:cs typeface="Palatino Linotype"/>
              </a:rPr>
              <a:t> </a:t>
            </a:r>
            <a:r>
              <a:rPr dirty="0" sz="1300" spc="-10">
                <a:solidFill>
                  <a:srgbClr val="15203F"/>
                </a:solidFill>
                <a:latin typeface="Palatino Linotype"/>
                <a:cs typeface="Palatino Linotype"/>
              </a:rPr>
              <a:t>Evaluate</a:t>
            </a:r>
            <a:endParaRPr sz="13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dirty="0" sz="1000">
                <a:solidFill>
                  <a:srgbClr val="15203F"/>
                </a:solidFill>
                <a:latin typeface="Trebuchet MS"/>
                <a:cs typeface="Trebuchet MS"/>
              </a:rPr>
              <a:t>Benchmark</a:t>
            </a:r>
            <a:r>
              <a:rPr dirty="0" sz="1000" spc="6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15203F"/>
                </a:solidFill>
                <a:latin typeface="Trebuchet MS"/>
                <a:cs typeface="Trebuchet MS"/>
              </a:rPr>
              <a:t>multiple</a:t>
            </a:r>
            <a:r>
              <a:rPr dirty="0" sz="1000" spc="6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15203F"/>
                </a:solidFill>
                <a:latin typeface="Trebuchet MS"/>
                <a:cs typeface="Trebuchet MS"/>
              </a:rPr>
              <a:t>models</a:t>
            </a:r>
            <a:r>
              <a:rPr dirty="0" sz="1000" spc="6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15203F"/>
                </a:solidFill>
                <a:latin typeface="Trebuchet MS"/>
                <a:cs typeface="Trebuchet MS"/>
              </a:rPr>
              <a:t>against</a:t>
            </a:r>
            <a:r>
              <a:rPr dirty="0" sz="1000" spc="6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15203F"/>
                </a:solidFill>
                <a:latin typeface="Trebuchet MS"/>
                <a:cs typeface="Trebuchet MS"/>
              </a:rPr>
              <a:t>each</a:t>
            </a:r>
            <a:r>
              <a:rPr dirty="0" sz="1000" spc="6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15203F"/>
                </a:solidFill>
                <a:latin typeface="Trebuchet MS"/>
                <a:cs typeface="Trebuchet MS"/>
              </a:rPr>
              <a:t>other</a:t>
            </a:r>
            <a:r>
              <a:rPr dirty="0" sz="1000" spc="6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15203F"/>
                </a:solidFill>
                <a:latin typeface="Trebuchet MS"/>
                <a:cs typeface="Trebuchet MS"/>
              </a:rPr>
              <a:t>using</a:t>
            </a:r>
            <a:r>
              <a:rPr dirty="0" sz="1000" spc="6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15203F"/>
                </a:solidFill>
                <a:latin typeface="Trebuchet MS"/>
                <a:cs typeface="Trebuchet MS"/>
              </a:rPr>
              <a:t>standard</a:t>
            </a:r>
            <a:r>
              <a:rPr dirty="0" sz="1000" spc="6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15203F"/>
                </a:solidFill>
                <a:latin typeface="Trebuchet MS"/>
                <a:cs typeface="Trebuchet MS"/>
              </a:rPr>
              <a:t>evaluation</a:t>
            </a:r>
            <a:r>
              <a:rPr dirty="0" sz="1000" spc="6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15203F"/>
                </a:solidFill>
                <a:latin typeface="Trebuchet MS"/>
                <a:cs typeface="Trebuchet MS"/>
              </a:rPr>
              <a:t>metrics</a:t>
            </a:r>
            <a:r>
              <a:rPr dirty="0" sz="1000" spc="6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15203F"/>
                </a:solidFill>
                <a:latin typeface="Trebuchet MS"/>
                <a:cs typeface="Trebuchet MS"/>
              </a:rPr>
              <a:t>such</a:t>
            </a:r>
            <a:r>
              <a:rPr dirty="0" sz="1000" spc="6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000" spc="80">
                <a:solidFill>
                  <a:srgbClr val="15203F"/>
                </a:solidFill>
                <a:latin typeface="Trebuchet MS"/>
                <a:cs typeface="Trebuchet MS"/>
              </a:rPr>
              <a:t>as</a:t>
            </a:r>
            <a:r>
              <a:rPr dirty="0" sz="1000" spc="6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000" spc="50">
                <a:solidFill>
                  <a:srgbClr val="15203F"/>
                </a:solidFill>
                <a:latin typeface="Trebuchet MS"/>
                <a:cs typeface="Trebuchet MS"/>
              </a:rPr>
              <a:t>RMSE.</a:t>
            </a:r>
            <a:endParaRPr sz="1000">
              <a:latin typeface="Trebuchet MS"/>
              <a:cs typeface="Trebuchet MS"/>
            </a:endParaRPr>
          </a:p>
        </p:txBody>
      </p:sp>
      <p:pic>
        <p:nvPicPr>
          <p:cNvPr id="19" name="object 19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794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50" spc="55">
                <a:solidFill>
                  <a:srgbClr val="3257B8"/>
                </a:solidFill>
              </a:rPr>
              <a:t>Dataset</a:t>
            </a:r>
            <a:r>
              <a:rPr dirty="0" sz="3050" spc="5">
                <a:solidFill>
                  <a:srgbClr val="3257B8"/>
                </a:solidFill>
              </a:rPr>
              <a:t> </a:t>
            </a:r>
            <a:r>
              <a:rPr dirty="0" sz="3050" spc="-475">
                <a:solidFill>
                  <a:srgbClr val="3257B8"/>
                </a:solidFill>
              </a:rPr>
              <a:t>&amp;</a:t>
            </a:r>
            <a:r>
              <a:rPr dirty="0" sz="3050" spc="10">
                <a:solidFill>
                  <a:srgbClr val="3257B8"/>
                </a:solidFill>
              </a:rPr>
              <a:t> </a:t>
            </a:r>
            <a:r>
              <a:rPr dirty="0" sz="3050" spc="95">
                <a:solidFill>
                  <a:srgbClr val="3257B8"/>
                </a:solidFill>
              </a:rPr>
              <a:t>Preprocessing</a:t>
            </a:r>
            <a:endParaRPr sz="3050"/>
          </a:p>
        </p:txBody>
      </p:sp>
      <p:sp>
        <p:nvSpPr>
          <p:cNvPr id="3" name="object 3"/>
          <p:cNvSpPr txBox="1"/>
          <p:nvPr/>
        </p:nvSpPr>
        <p:spPr>
          <a:xfrm>
            <a:off x="607466" y="1365186"/>
            <a:ext cx="4746625" cy="16217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85">
                <a:solidFill>
                  <a:srgbClr val="3257B8"/>
                </a:solidFill>
                <a:latin typeface="Palatino Linotype"/>
                <a:cs typeface="Palatino Linotype"/>
              </a:rPr>
              <a:t>The</a:t>
            </a:r>
            <a:r>
              <a:rPr dirty="0" sz="1500" spc="15">
                <a:solidFill>
                  <a:srgbClr val="3257B8"/>
                </a:solidFill>
                <a:latin typeface="Palatino Linotype"/>
                <a:cs typeface="Palatino Linotype"/>
              </a:rPr>
              <a:t> </a:t>
            </a:r>
            <a:r>
              <a:rPr dirty="0" sz="1500" spc="50">
                <a:solidFill>
                  <a:srgbClr val="3257B8"/>
                </a:solidFill>
                <a:latin typeface="Palatino Linotype"/>
                <a:cs typeface="Palatino Linotype"/>
              </a:rPr>
              <a:t>MovieLens</a:t>
            </a:r>
            <a:r>
              <a:rPr dirty="0" sz="1500" spc="20">
                <a:solidFill>
                  <a:srgbClr val="3257B8"/>
                </a:solidFill>
                <a:latin typeface="Palatino Linotype"/>
                <a:cs typeface="Palatino Linotype"/>
              </a:rPr>
              <a:t> </a:t>
            </a:r>
            <a:r>
              <a:rPr dirty="0" sz="1500" spc="-10">
                <a:solidFill>
                  <a:srgbClr val="3257B8"/>
                </a:solidFill>
                <a:latin typeface="Palatino Linotype"/>
                <a:cs typeface="Palatino Linotype"/>
              </a:rPr>
              <a:t>Dataset</a:t>
            </a:r>
            <a:endParaRPr sz="1500">
              <a:latin typeface="Palatino Linotype"/>
              <a:cs typeface="Palatino Linotype"/>
            </a:endParaRPr>
          </a:p>
          <a:p>
            <a:pPr marL="12700" marR="5080">
              <a:lnSpc>
                <a:spcPct val="135400"/>
              </a:lnSpc>
              <a:spcBef>
                <a:spcPts val="990"/>
              </a:spcBef>
            </a:pP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The</a:t>
            </a:r>
            <a:r>
              <a:rPr dirty="0" sz="1200" spc="-1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b="1">
                <a:solidFill>
                  <a:srgbClr val="15203F"/>
                </a:solidFill>
                <a:latin typeface="Trebuchet MS"/>
                <a:cs typeface="Trebuchet MS"/>
              </a:rPr>
              <a:t>MovieLens</a:t>
            </a:r>
            <a:r>
              <a:rPr dirty="0" sz="1200" spc="-15" b="1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10" b="1">
                <a:solidFill>
                  <a:srgbClr val="15203F"/>
                </a:solidFill>
                <a:latin typeface="Trebuchet MS"/>
                <a:cs typeface="Trebuchet MS"/>
              </a:rPr>
              <a:t>dataset</a:t>
            </a:r>
            <a:r>
              <a:rPr dirty="0" sz="1200" spc="-15" b="1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60">
                <a:solidFill>
                  <a:srgbClr val="15203F"/>
                </a:solidFill>
                <a:latin typeface="Trebuchet MS"/>
                <a:cs typeface="Trebuchet MS"/>
              </a:rPr>
              <a:t>—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a</a:t>
            </a:r>
            <a:r>
              <a:rPr dirty="0" sz="1200" spc="-1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20">
                <a:solidFill>
                  <a:srgbClr val="15203F"/>
                </a:solidFill>
                <a:latin typeface="Trebuchet MS"/>
                <a:cs typeface="Trebuchet MS"/>
              </a:rPr>
              <a:t>widely</a:t>
            </a:r>
            <a:r>
              <a:rPr dirty="0" sz="1200" spc="-1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used</a:t>
            </a:r>
            <a:r>
              <a:rPr dirty="0" sz="1200" spc="-1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benchmark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in</a:t>
            </a:r>
            <a:r>
              <a:rPr dirty="0" sz="1200" spc="-1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recommender </a:t>
            </a:r>
            <a:r>
              <a:rPr dirty="0" sz="1200" spc="50">
                <a:solidFill>
                  <a:srgbClr val="15203F"/>
                </a:solidFill>
                <a:latin typeface="Trebuchet MS"/>
                <a:cs typeface="Trebuchet MS"/>
              </a:rPr>
              <a:t>systems</a:t>
            </a:r>
            <a:r>
              <a:rPr dirty="0" sz="1200" spc="-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research</a:t>
            </a:r>
            <a:r>
              <a:rPr dirty="0" sz="1200" spc="-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60">
                <a:solidFill>
                  <a:srgbClr val="15203F"/>
                </a:solidFill>
                <a:latin typeface="Trebuchet MS"/>
                <a:cs typeface="Trebuchet MS"/>
              </a:rPr>
              <a:t>—</a:t>
            </a:r>
            <a:r>
              <a:rPr dirty="0" sz="1200" spc="-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served</a:t>
            </a:r>
            <a:r>
              <a:rPr dirty="0" sz="1200" spc="-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85">
                <a:solidFill>
                  <a:srgbClr val="15203F"/>
                </a:solidFill>
                <a:latin typeface="Trebuchet MS"/>
                <a:cs typeface="Trebuchet MS"/>
              </a:rPr>
              <a:t>as</a:t>
            </a:r>
            <a:r>
              <a:rPr dirty="0" sz="1200" spc="-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30">
                <a:solidFill>
                  <a:srgbClr val="15203F"/>
                </a:solidFill>
                <a:latin typeface="Trebuchet MS"/>
                <a:cs typeface="Trebuchet MS"/>
              </a:rPr>
              <a:t>the</a:t>
            </a:r>
            <a:r>
              <a:rPr dirty="0" sz="1200" spc="-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foundation</a:t>
            </a:r>
            <a:r>
              <a:rPr dirty="0" sz="1200" spc="-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for</a:t>
            </a:r>
            <a:r>
              <a:rPr dirty="0" sz="1200" spc="-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this</a:t>
            </a:r>
            <a:r>
              <a:rPr dirty="0" sz="1200" spc="-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45">
                <a:solidFill>
                  <a:srgbClr val="15203F"/>
                </a:solidFill>
                <a:latin typeface="Trebuchet MS"/>
                <a:cs typeface="Trebuchet MS"/>
              </a:rPr>
              <a:t>project.</a:t>
            </a:r>
            <a:r>
              <a:rPr dirty="0" sz="1200" spc="-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25">
                <a:solidFill>
                  <a:srgbClr val="15203F"/>
                </a:solidFill>
                <a:latin typeface="Trebuchet MS"/>
                <a:cs typeface="Trebuchet MS"/>
              </a:rPr>
              <a:t>It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provides</a:t>
            </a:r>
            <a:r>
              <a:rPr dirty="0" sz="1200" spc="-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a</a:t>
            </a:r>
            <a:r>
              <a:rPr dirty="0" sz="1200" spc="-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rich</a:t>
            </a:r>
            <a:r>
              <a:rPr dirty="0" sz="1200" spc="-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collection</a:t>
            </a:r>
            <a:r>
              <a:rPr dirty="0" sz="1200" spc="-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of</a:t>
            </a:r>
            <a:r>
              <a:rPr dirty="0" sz="1200" spc="-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25">
                <a:solidFill>
                  <a:srgbClr val="15203F"/>
                </a:solidFill>
                <a:latin typeface="Trebuchet MS"/>
                <a:cs typeface="Trebuchet MS"/>
              </a:rPr>
              <a:t>real</a:t>
            </a:r>
            <a:r>
              <a:rPr dirty="0" sz="1200" spc="-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user</a:t>
            </a:r>
            <a:r>
              <a:rPr dirty="0" sz="1200" spc="-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25">
                <a:solidFill>
                  <a:srgbClr val="15203F"/>
                </a:solidFill>
                <a:latin typeface="Trebuchet MS"/>
                <a:cs typeface="Trebuchet MS"/>
              </a:rPr>
              <a:t>interactions,</a:t>
            </a:r>
            <a:r>
              <a:rPr dirty="0" sz="1200" spc="-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including</a:t>
            </a:r>
            <a:r>
              <a:rPr dirty="0" sz="1200" spc="-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explicit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numerical</a:t>
            </a:r>
            <a:r>
              <a:rPr dirty="0" sz="1200" spc="-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20">
                <a:solidFill>
                  <a:srgbClr val="15203F"/>
                </a:solidFill>
                <a:latin typeface="Trebuchet MS"/>
                <a:cs typeface="Trebuchet MS"/>
              </a:rPr>
              <a:t>ratings,</a:t>
            </a:r>
            <a:r>
              <a:rPr dirty="0" sz="1200" spc="-2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making</a:t>
            </a:r>
            <a:r>
              <a:rPr dirty="0" sz="1200" spc="-2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70">
                <a:solidFill>
                  <a:srgbClr val="15203F"/>
                </a:solidFill>
                <a:latin typeface="Trebuchet MS"/>
                <a:cs typeface="Trebuchet MS"/>
              </a:rPr>
              <a:t>it</a:t>
            </a:r>
            <a:r>
              <a:rPr dirty="0" sz="1200" spc="-2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ideal</a:t>
            </a:r>
            <a:r>
              <a:rPr dirty="0" sz="1200" spc="-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for</a:t>
            </a:r>
            <a:r>
              <a:rPr dirty="0" sz="1200" spc="-2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20">
                <a:solidFill>
                  <a:srgbClr val="15203F"/>
                </a:solidFill>
                <a:latin typeface="Trebuchet MS"/>
                <a:cs typeface="Trebuchet MS"/>
              </a:rPr>
              <a:t>training</a:t>
            </a:r>
            <a:r>
              <a:rPr dirty="0" sz="1200" spc="-2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and</a:t>
            </a:r>
            <a:r>
              <a:rPr dirty="0" sz="1200" spc="-2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evaluating </a:t>
            </a:r>
            <a:r>
              <a:rPr dirty="0" sz="1200" spc="-20">
                <a:solidFill>
                  <a:srgbClr val="15203F"/>
                </a:solidFill>
                <a:latin typeface="Trebuchet MS"/>
                <a:cs typeface="Trebuchet MS"/>
              </a:rPr>
              <a:t>collaborative</a:t>
            </a:r>
            <a:r>
              <a:rPr dirty="0" sz="1200" spc="1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30">
                <a:solidFill>
                  <a:srgbClr val="15203F"/>
                </a:solidFill>
                <a:latin typeface="Trebuchet MS"/>
                <a:cs typeface="Trebuchet MS"/>
              </a:rPr>
              <a:t>filtering</a:t>
            </a:r>
            <a:r>
              <a:rPr dirty="0" sz="1200" spc="1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models.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19124" y="3190874"/>
            <a:ext cx="2371725" cy="1209675"/>
          </a:xfrm>
          <a:custGeom>
            <a:avLst/>
            <a:gdLst/>
            <a:ahLst/>
            <a:cxnLst/>
            <a:rect l="l" t="t" r="r" b="b"/>
            <a:pathLst>
              <a:path w="2371725" h="1209675">
                <a:moveTo>
                  <a:pt x="2354912" y="1209674"/>
                </a:moveTo>
                <a:lnTo>
                  <a:pt x="16812" y="1209674"/>
                </a:lnTo>
                <a:lnTo>
                  <a:pt x="14339" y="1209182"/>
                </a:lnTo>
                <a:lnTo>
                  <a:pt x="0" y="1192862"/>
                </a:lnTo>
                <a:lnTo>
                  <a:pt x="0" y="1190292"/>
                </a:lnTo>
                <a:lnTo>
                  <a:pt x="0" y="16811"/>
                </a:lnTo>
                <a:lnTo>
                  <a:pt x="16812" y="0"/>
                </a:lnTo>
                <a:lnTo>
                  <a:pt x="2354912" y="0"/>
                </a:lnTo>
                <a:lnTo>
                  <a:pt x="2371724" y="16811"/>
                </a:lnTo>
                <a:lnTo>
                  <a:pt x="2371724" y="1192862"/>
                </a:lnTo>
                <a:lnTo>
                  <a:pt x="2357385" y="1209182"/>
                </a:lnTo>
                <a:lnTo>
                  <a:pt x="2354912" y="1209674"/>
                </a:lnTo>
                <a:close/>
              </a:path>
            </a:pathLst>
          </a:custGeom>
          <a:solidFill>
            <a:srgbClr val="E8EC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62396" y="3336861"/>
            <a:ext cx="1841500" cy="86931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>
                <a:solidFill>
                  <a:srgbClr val="15203F"/>
                </a:solidFill>
                <a:latin typeface="Palatino Linotype"/>
                <a:cs typeface="Palatino Linotype"/>
              </a:rPr>
              <a:t>User</a:t>
            </a:r>
            <a:r>
              <a:rPr dirty="0" sz="1500" spc="185">
                <a:solidFill>
                  <a:srgbClr val="15203F"/>
                </a:solidFill>
                <a:latin typeface="Palatino Linotype"/>
                <a:cs typeface="Palatino Linotype"/>
              </a:rPr>
              <a:t> </a:t>
            </a:r>
            <a:r>
              <a:rPr dirty="0" sz="1500" spc="-25">
                <a:solidFill>
                  <a:srgbClr val="15203F"/>
                </a:solidFill>
                <a:latin typeface="Palatino Linotype"/>
                <a:cs typeface="Palatino Linotype"/>
              </a:rPr>
              <a:t>IDs</a:t>
            </a:r>
            <a:endParaRPr sz="1500">
              <a:latin typeface="Palatino Linotype"/>
              <a:cs typeface="Palatino Linotype"/>
            </a:endParaRPr>
          </a:p>
          <a:p>
            <a:pPr marL="12700" marR="5080">
              <a:lnSpc>
                <a:spcPct val="135400"/>
              </a:lnSpc>
              <a:spcBef>
                <a:spcPts val="915"/>
              </a:spcBef>
            </a:pP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Anonymised</a:t>
            </a:r>
            <a:r>
              <a:rPr dirty="0" sz="1200" spc="11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20">
                <a:solidFill>
                  <a:srgbClr val="15203F"/>
                </a:solidFill>
                <a:latin typeface="Trebuchet MS"/>
                <a:cs typeface="Trebuchet MS"/>
              </a:rPr>
              <a:t>identifiers</a:t>
            </a:r>
            <a:r>
              <a:rPr dirty="0" sz="1200" spc="114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25">
                <a:solidFill>
                  <a:srgbClr val="15203F"/>
                </a:solidFill>
                <a:latin typeface="Trebuchet MS"/>
                <a:cs typeface="Trebuchet MS"/>
              </a:rPr>
              <a:t>for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each</a:t>
            </a:r>
            <a:r>
              <a:rPr dirty="0" sz="1200" spc="1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rater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152774" y="3190874"/>
            <a:ext cx="2371725" cy="1209675"/>
          </a:xfrm>
          <a:custGeom>
            <a:avLst/>
            <a:gdLst/>
            <a:ahLst/>
            <a:cxnLst/>
            <a:rect l="l" t="t" r="r" b="b"/>
            <a:pathLst>
              <a:path w="2371725" h="1209675">
                <a:moveTo>
                  <a:pt x="2354912" y="1209674"/>
                </a:moveTo>
                <a:lnTo>
                  <a:pt x="16812" y="1209674"/>
                </a:lnTo>
                <a:lnTo>
                  <a:pt x="14339" y="1209182"/>
                </a:lnTo>
                <a:lnTo>
                  <a:pt x="0" y="1192862"/>
                </a:lnTo>
                <a:lnTo>
                  <a:pt x="0" y="1190292"/>
                </a:lnTo>
                <a:lnTo>
                  <a:pt x="0" y="16811"/>
                </a:lnTo>
                <a:lnTo>
                  <a:pt x="16812" y="0"/>
                </a:lnTo>
                <a:lnTo>
                  <a:pt x="2354912" y="0"/>
                </a:lnTo>
                <a:lnTo>
                  <a:pt x="2371724" y="16811"/>
                </a:lnTo>
                <a:lnTo>
                  <a:pt x="2371724" y="1192862"/>
                </a:lnTo>
                <a:lnTo>
                  <a:pt x="2357384" y="1209182"/>
                </a:lnTo>
                <a:lnTo>
                  <a:pt x="2354912" y="1209674"/>
                </a:lnTo>
                <a:close/>
              </a:path>
            </a:pathLst>
          </a:custGeom>
          <a:solidFill>
            <a:srgbClr val="E8EC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292623" y="3336861"/>
            <a:ext cx="1823085" cy="6216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>
                <a:solidFill>
                  <a:srgbClr val="15203F"/>
                </a:solidFill>
                <a:latin typeface="Palatino Linotype"/>
                <a:cs typeface="Palatino Linotype"/>
              </a:rPr>
              <a:t>Movie</a:t>
            </a:r>
            <a:r>
              <a:rPr dirty="0" sz="1500" spc="180">
                <a:solidFill>
                  <a:srgbClr val="15203F"/>
                </a:solidFill>
                <a:latin typeface="Palatino Linotype"/>
                <a:cs typeface="Palatino Linotype"/>
              </a:rPr>
              <a:t> </a:t>
            </a:r>
            <a:r>
              <a:rPr dirty="0" sz="1500" spc="-25">
                <a:solidFill>
                  <a:srgbClr val="15203F"/>
                </a:solidFill>
                <a:latin typeface="Palatino Linotype"/>
                <a:cs typeface="Palatino Linotype"/>
              </a:rPr>
              <a:t>IDs</a:t>
            </a:r>
            <a:endParaRPr sz="15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Unique</a:t>
            </a:r>
            <a:r>
              <a:rPr dirty="0" sz="1200" spc="-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codes</a:t>
            </a:r>
            <a:r>
              <a:rPr dirty="0" sz="1200" spc="-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per</a:t>
            </a:r>
            <a:r>
              <a:rPr dirty="0" sz="1200" spc="-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20">
                <a:solidFill>
                  <a:srgbClr val="15203F"/>
                </a:solidFill>
                <a:latin typeface="Trebuchet MS"/>
                <a:cs typeface="Trebuchet MS"/>
              </a:rPr>
              <a:t>film</a:t>
            </a:r>
            <a:r>
              <a:rPr dirty="0" sz="1200" spc="-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25">
                <a:solidFill>
                  <a:srgbClr val="15203F"/>
                </a:solidFill>
                <a:latin typeface="Trebuchet MS"/>
                <a:cs typeface="Trebuchet MS"/>
              </a:rPr>
              <a:t>title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19124" y="4552949"/>
            <a:ext cx="2371725" cy="1200150"/>
          </a:xfrm>
          <a:custGeom>
            <a:avLst/>
            <a:gdLst/>
            <a:ahLst/>
            <a:cxnLst/>
            <a:rect l="l" t="t" r="r" b="b"/>
            <a:pathLst>
              <a:path w="2371725" h="1200150">
                <a:moveTo>
                  <a:pt x="2354912" y="1200149"/>
                </a:moveTo>
                <a:lnTo>
                  <a:pt x="16812" y="1200149"/>
                </a:lnTo>
                <a:lnTo>
                  <a:pt x="14339" y="1199657"/>
                </a:lnTo>
                <a:lnTo>
                  <a:pt x="0" y="1183337"/>
                </a:lnTo>
                <a:lnTo>
                  <a:pt x="0" y="1180767"/>
                </a:lnTo>
                <a:lnTo>
                  <a:pt x="0" y="16811"/>
                </a:lnTo>
                <a:lnTo>
                  <a:pt x="16812" y="0"/>
                </a:lnTo>
                <a:lnTo>
                  <a:pt x="2354912" y="0"/>
                </a:lnTo>
                <a:lnTo>
                  <a:pt x="2371724" y="16811"/>
                </a:lnTo>
                <a:lnTo>
                  <a:pt x="2371724" y="1183337"/>
                </a:lnTo>
                <a:lnTo>
                  <a:pt x="2357385" y="1199657"/>
                </a:lnTo>
                <a:lnTo>
                  <a:pt x="2354912" y="1200149"/>
                </a:lnTo>
                <a:close/>
              </a:path>
            </a:pathLst>
          </a:custGeom>
          <a:solidFill>
            <a:srgbClr val="E8EC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762396" y="4689411"/>
            <a:ext cx="2011045" cy="87884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50">
                <a:solidFill>
                  <a:srgbClr val="15203F"/>
                </a:solidFill>
                <a:latin typeface="Palatino Linotype"/>
                <a:cs typeface="Palatino Linotype"/>
              </a:rPr>
              <a:t>Ratings</a:t>
            </a:r>
            <a:endParaRPr sz="1500">
              <a:latin typeface="Palatino Linotype"/>
              <a:cs typeface="Palatino Linotype"/>
            </a:endParaRPr>
          </a:p>
          <a:p>
            <a:pPr marL="12700" marR="5080">
              <a:lnSpc>
                <a:spcPct val="135400"/>
              </a:lnSpc>
              <a:spcBef>
                <a:spcPts val="990"/>
              </a:spcBef>
            </a:pP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Numerical</a:t>
            </a:r>
            <a:r>
              <a:rPr dirty="0" sz="1200" spc="5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scores</a:t>
            </a:r>
            <a:r>
              <a:rPr dirty="0" sz="1200" spc="5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on</a:t>
            </a:r>
            <a:r>
              <a:rPr dirty="0" sz="1200" spc="5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a</a:t>
            </a:r>
            <a:r>
              <a:rPr dirty="0" sz="1200" spc="5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80">
                <a:solidFill>
                  <a:srgbClr val="15203F"/>
                </a:solidFill>
                <a:latin typeface="Trebuchet MS"/>
                <a:cs typeface="Trebuchet MS"/>
              </a:rPr>
              <a:t>0.5–</a:t>
            </a:r>
            <a:r>
              <a:rPr dirty="0" sz="1200" spc="5">
                <a:solidFill>
                  <a:srgbClr val="15203F"/>
                </a:solidFill>
                <a:latin typeface="Trebuchet MS"/>
                <a:cs typeface="Trebuchet MS"/>
              </a:rPr>
              <a:t>5 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scale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152774" y="4552949"/>
            <a:ext cx="2371725" cy="1200150"/>
          </a:xfrm>
          <a:custGeom>
            <a:avLst/>
            <a:gdLst/>
            <a:ahLst/>
            <a:cxnLst/>
            <a:rect l="l" t="t" r="r" b="b"/>
            <a:pathLst>
              <a:path w="2371725" h="1200150">
                <a:moveTo>
                  <a:pt x="2354912" y="1200149"/>
                </a:moveTo>
                <a:lnTo>
                  <a:pt x="16812" y="1200149"/>
                </a:lnTo>
                <a:lnTo>
                  <a:pt x="14339" y="1199657"/>
                </a:lnTo>
                <a:lnTo>
                  <a:pt x="0" y="1183337"/>
                </a:lnTo>
                <a:lnTo>
                  <a:pt x="0" y="1180767"/>
                </a:lnTo>
                <a:lnTo>
                  <a:pt x="0" y="16811"/>
                </a:lnTo>
                <a:lnTo>
                  <a:pt x="16812" y="0"/>
                </a:lnTo>
                <a:lnTo>
                  <a:pt x="2354912" y="0"/>
                </a:lnTo>
                <a:lnTo>
                  <a:pt x="2371724" y="16811"/>
                </a:lnTo>
                <a:lnTo>
                  <a:pt x="2371724" y="1183337"/>
                </a:lnTo>
                <a:lnTo>
                  <a:pt x="2357384" y="1199657"/>
                </a:lnTo>
                <a:lnTo>
                  <a:pt x="2354912" y="1200149"/>
                </a:lnTo>
                <a:close/>
              </a:path>
            </a:pathLst>
          </a:custGeom>
          <a:solidFill>
            <a:srgbClr val="E8EC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292623" y="4689411"/>
            <a:ext cx="2068195" cy="6311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10">
                <a:solidFill>
                  <a:srgbClr val="15203F"/>
                </a:solidFill>
                <a:latin typeface="Palatino Linotype"/>
                <a:cs typeface="Palatino Linotype"/>
              </a:rPr>
              <a:t>Genres</a:t>
            </a:r>
            <a:endParaRPr sz="15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dirty="0" sz="1200" spc="-20">
                <a:solidFill>
                  <a:srgbClr val="15203F"/>
                </a:solidFill>
                <a:latin typeface="Trebuchet MS"/>
                <a:cs typeface="Trebuchet MS"/>
              </a:rPr>
              <a:t>Multi-label</a:t>
            </a:r>
            <a:r>
              <a:rPr dirty="0" sz="1200" spc="-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genre</a:t>
            </a:r>
            <a:r>
              <a:rPr dirty="0" sz="1200" spc="-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tags 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per</a:t>
            </a:r>
            <a:r>
              <a:rPr dirty="0" sz="1200" spc="-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20">
                <a:solidFill>
                  <a:srgbClr val="15203F"/>
                </a:solidFill>
                <a:latin typeface="Trebuchet MS"/>
                <a:cs typeface="Trebuchet MS"/>
              </a:rPr>
              <a:t>title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00985" y="1365186"/>
            <a:ext cx="2121535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60">
                <a:solidFill>
                  <a:srgbClr val="3257B8"/>
                </a:solidFill>
                <a:latin typeface="Palatino Linotype"/>
                <a:cs typeface="Palatino Linotype"/>
              </a:rPr>
              <a:t>Preprocessing</a:t>
            </a:r>
            <a:r>
              <a:rPr dirty="0" sz="1500" spc="30">
                <a:solidFill>
                  <a:srgbClr val="3257B8"/>
                </a:solidFill>
                <a:latin typeface="Palatino Linotype"/>
                <a:cs typeface="Palatino Linotype"/>
              </a:rPr>
              <a:t> </a:t>
            </a:r>
            <a:r>
              <a:rPr dirty="0" sz="1500" spc="45">
                <a:solidFill>
                  <a:srgbClr val="3257B8"/>
                </a:solidFill>
                <a:latin typeface="Palatino Linotype"/>
                <a:cs typeface="Palatino Linotype"/>
              </a:rPr>
              <a:t>Pipeline</a:t>
            </a:r>
            <a:endParaRPr sz="1500">
              <a:latin typeface="Palatino Linotype"/>
              <a:cs typeface="Palatino Linotype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2448" y="2799775"/>
            <a:ext cx="67296" cy="84088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46603" y="2819055"/>
            <a:ext cx="80204" cy="64799"/>
          </a:xfrm>
          <a:prstGeom prst="rect">
            <a:avLst/>
          </a:prstGeom>
        </p:spPr>
      </p:pic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9646591" y="2595276"/>
          <a:ext cx="499745" cy="269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200"/>
                <a:gridCol w="201929"/>
              </a:tblGrid>
              <a:tr h="1409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15203F"/>
                      </a:solidFill>
                      <a:prstDash val="solid"/>
                    </a:lnL>
                    <a:lnR w="19050">
                      <a:solidFill>
                        <a:srgbClr val="15203F"/>
                      </a:solidFill>
                      <a:prstDash val="solid"/>
                    </a:lnR>
                    <a:lnT w="19050">
                      <a:solidFill>
                        <a:srgbClr val="15203F"/>
                      </a:solidFill>
                      <a:prstDash val="solid"/>
                    </a:lnT>
                    <a:lnB w="19050">
                      <a:solidFill>
                        <a:srgbClr val="15203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15203F"/>
                      </a:solidFill>
                      <a:prstDash val="solid"/>
                    </a:lnL>
                    <a:lnR w="19050">
                      <a:solidFill>
                        <a:srgbClr val="15203F"/>
                      </a:solidFill>
                      <a:prstDash val="solid"/>
                    </a:lnR>
                    <a:lnT w="19050">
                      <a:solidFill>
                        <a:srgbClr val="15203F"/>
                      </a:solidFill>
                      <a:prstDash val="solid"/>
                    </a:lnT>
                    <a:lnB w="19050">
                      <a:solidFill>
                        <a:srgbClr val="15203F"/>
                      </a:solidFill>
                      <a:prstDash val="solid"/>
                    </a:lnB>
                  </a:tcPr>
                </a:tc>
              </a:tr>
              <a:tr h="1289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15203F"/>
                      </a:solidFill>
                      <a:prstDash val="solid"/>
                    </a:lnL>
                    <a:lnR w="19050">
                      <a:solidFill>
                        <a:srgbClr val="15203F"/>
                      </a:solidFill>
                      <a:prstDash val="solid"/>
                    </a:lnR>
                    <a:lnT w="19050">
                      <a:solidFill>
                        <a:srgbClr val="15203F"/>
                      </a:solidFill>
                      <a:prstDash val="solid"/>
                    </a:lnT>
                    <a:lnB w="19050">
                      <a:solidFill>
                        <a:srgbClr val="15203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15203F"/>
                      </a:solidFill>
                      <a:prstDash val="solid"/>
                    </a:lnL>
                    <a:lnR w="19050">
                      <a:solidFill>
                        <a:srgbClr val="15203F"/>
                      </a:solidFill>
                      <a:prstDash val="solid"/>
                    </a:lnR>
                    <a:lnT w="19050">
                      <a:solidFill>
                        <a:srgbClr val="15203F"/>
                      </a:solidFill>
                      <a:prstDash val="solid"/>
                    </a:lnT>
                    <a:lnB w="19050">
                      <a:solidFill>
                        <a:srgbClr val="15203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16" name="object 16"/>
          <p:cNvGrpSpPr/>
          <p:nvPr/>
        </p:nvGrpSpPr>
        <p:grpSpPr>
          <a:xfrm>
            <a:off x="6073301" y="1891766"/>
            <a:ext cx="4577080" cy="1597025"/>
            <a:chOff x="6073301" y="1891766"/>
            <a:chExt cx="4577080" cy="1597025"/>
          </a:xfrm>
        </p:grpSpPr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73301" y="1891766"/>
              <a:ext cx="4577062" cy="159661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987620" y="2504392"/>
              <a:ext cx="82116" cy="68678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9655566" y="2513367"/>
              <a:ext cx="341630" cy="57785"/>
            </a:xfrm>
            <a:custGeom>
              <a:avLst/>
              <a:gdLst/>
              <a:ahLst/>
              <a:cxnLst/>
              <a:rect l="l" t="t" r="r" b="b"/>
              <a:pathLst>
                <a:path w="341629" h="57785">
                  <a:moveTo>
                    <a:pt x="42634" y="192"/>
                  </a:moveTo>
                  <a:lnTo>
                    <a:pt x="6656" y="22389"/>
                  </a:lnTo>
                  <a:lnTo>
                    <a:pt x="13" y="48420"/>
                  </a:lnTo>
                  <a:lnTo>
                    <a:pt x="0" y="57651"/>
                  </a:lnTo>
                </a:path>
                <a:path w="341629" h="57785">
                  <a:moveTo>
                    <a:pt x="341029" y="0"/>
                  </a:moveTo>
                  <a:lnTo>
                    <a:pt x="42634" y="192"/>
                  </a:lnTo>
                </a:path>
              </a:pathLst>
            </a:custGeom>
            <a:ln w="17949">
              <a:solidFill>
                <a:srgbClr val="15203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52677" y="2481965"/>
              <a:ext cx="244721" cy="42375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701540" y="2482569"/>
              <a:ext cx="364457" cy="423123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9474440" y="3957913"/>
            <a:ext cx="82423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45">
                <a:solidFill>
                  <a:srgbClr val="15203F"/>
                </a:solidFill>
                <a:latin typeface="Palatino Linotype"/>
                <a:cs typeface="Palatino Linotype"/>
              </a:rPr>
              <a:t>Structure</a:t>
            </a:r>
            <a:endParaRPr sz="1400">
              <a:latin typeface="Palatino Linotype"/>
              <a:cs typeface="Palatino Linotyp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138942" y="3957913"/>
            <a:ext cx="51308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10">
                <a:solidFill>
                  <a:srgbClr val="15203F"/>
                </a:solidFill>
                <a:latin typeface="Palatino Linotype"/>
                <a:cs typeface="Palatino Linotype"/>
              </a:rPr>
              <a:t>Clean</a:t>
            </a:r>
            <a:endParaRPr sz="1400">
              <a:latin typeface="Palatino Linotype"/>
              <a:cs typeface="Palatino Linotyp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596016" y="3957913"/>
            <a:ext cx="56769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40">
                <a:solidFill>
                  <a:srgbClr val="15203F"/>
                </a:solidFill>
                <a:latin typeface="Palatino Linotype"/>
                <a:cs typeface="Palatino Linotype"/>
              </a:rPr>
              <a:t>Merge</a:t>
            </a:r>
            <a:endParaRPr sz="1400">
              <a:latin typeface="Palatino Linotype"/>
              <a:cs typeface="Palatino Linotyp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900985" y="4742694"/>
            <a:ext cx="4453255" cy="7683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5400"/>
              </a:lnSpc>
              <a:spcBef>
                <a:spcPts val="95"/>
              </a:spcBef>
            </a:pPr>
            <a:r>
              <a:rPr dirty="0" sz="1200" spc="-20">
                <a:solidFill>
                  <a:srgbClr val="15203F"/>
                </a:solidFill>
                <a:latin typeface="Trebuchet MS"/>
                <a:cs typeface="Trebuchet MS"/>
              </a:rPr>
              <a:t>After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merging</a:t>
            </a:r>
            <a:r>
              <a:rPr dirty="0" sz="1200" spc="-2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and</a:t>
            </a:r>
            <a:r>
              <a:rPr dirty="0" sz="1200" spc="-20">
                <a:solidFill>
                  <a:srgbClr val="15203F"/>
                </a:solidFill>
                <a:latin typeface="Trebuchet MS"/>
                <a:cs typeface="Trebuchet MS"/>
              </a:rPr>
              <a:t> cleaning, </a:t>
            </a:r>
            <a:r>
              <a:rPr dirty="0" sz="1200" spc="-30">
                <a:solidFill>
                  <a:srgbClr val="15203F"/>
                </a:solidFill>
                <a:latin typeface="Trebuchet MS"/>
                <a:cs typeface="Trebuchet MS"/>
              </a:rPr>
              <a:t>the</a:t>
            </a:r>
            <a:r>
              <a:rPr dirty="0" sz="1200" spc="-20">
                <a:solidFill>
                  <a:srgbClr val="15203F"/>
                </a:solidFill>
                <a:latin typeface="Trebuchet MS"/>
                <a:cs typeface="Trebuchet MS"/>
              </a:rPr>
              <a:t> final 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structured</a:t>
            </a:r>
            <a:r>
              <a:rPr dirty="0" sz="1200" spc="-2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dataset</a:t>
            </a:r>
            <a:r>
              <a:rPr dirty="0" sz="1200" spc="-2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captures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complete</a:t>
            </a:r>
            <a:r>
              <a:rPr dirty="0" sz="1200" spc="-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55" b="1">
                <a:solidFill>
                  <a:srgbClr val="15203F"/>
                </a:solidFill>
                <a:latin typeface="Trebuchet MS"/>
                <a:cs typeface="Trebuchet MS"/>
              </a:rPr>
              <a:t>user–</a:t>
            </a:r>
            <a:r>
              <a:rPr dirty="0" sz="1200" b="1">
                <a:solidFill>
                  <a:srgbClr val="15203F"/>
                </a:solidFill>
                <a:latin typeface="Trebuchet MS"/>
                <a:cs typeface="Trebuchet MS"/>
              </a:rPr>
              <a:t>movie–</a:t>
            </a:r>
            <a:r>
              <a:rPr dirty="0" sz="1200" spc="-25" b="1">
                <a:solidFill>
                  <a:srgbClr val="15203F"/>
                </a:solidFill>
                <a:latin typeface="Trebuchet MS"/>
                <a:cs typeface="Trebuchet MS"/>
              </a:rPr>
              <a:t>rating</a:t>
            </a:r>
            <a:r>
              <a:rPr dirty="0" sz="1200" spc="-5" b="1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30" b="1">
                <a:solidFill>
                  <a:srgbClr val="15203F"/>
                </a:solidFill>
                <a:latin typeface="Trebuchet MS"/>
                <a:cs typeface="Trebuchet MS"/>
              </a:rPr>
              <a:t>relationships</a:t>
            </a:r>
            <a:r>
              <a:rPr dirty="0" sz="1200" spc="-30">
                <a:solidFill>
                  <a:srgbClr val="15203F"/>
                </a:solidFill>
                <a:latin typeface="Trebuchet MS"/>
                <a:cs typeface="Trebuchet MS"/>
              </a:rPr>
              <a:t>,</a:t>
            </a:r>
            <a:r>
              <a:rPr dirty="0" sz="1200" spc="-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ready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for</a:t>
            </a:r>
            <a:r>
              <a:rPr dirty="0" sz="1200" spc="-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matrix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construction and model 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training.</a:t>
            </a:r>
            <a:endParaRPr sz="1200">
              <a:latin typeface="Trebuchet MS"/>
              <a:cs typeface="Trebuchet MS"/>
            </a:endParaRPr>
          </a:p>
        </p:txBody>
      </p:sp>
      <p:pic>
        <p:nvPicPr>
          <p:cNvPr id="26" name="object 26">
            <a:hlinkClick r:id="rId8"/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7466" y="990377"/>
            <a:ext cx="4798695" cy="2482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50" spc="60">
                <a:solidFill>
                  <a:srgbClr val="3257B8"/>
                </a:solidFill>
                <a:latin typeface="Palatino Linotype"/>
                <a:cs typeface="Palatino Linotype"/>
              </a:rPr>
              <a:t>Exploratory</a:t>
            </a:r>
            <a:r>
              <a:rPr dirty="0" sz="3050" spc="5">
                <a:solidFill>
                  <a:srgbClr val="3257B8"/>
                </a:solidFill>
                <a:latin typeface="Palatino Linotype"/>
                <a:cs typeface="Palatino Linotype"/>
              </a:rPr>
              <a:t> </a:t>
            </a:r>
            <a:r>
              <a:rPr dirty="0" sz="3050">
                <a:solidFill>
                  <a:srgbClr val="3257B8"/>
                </a:solidFill>
                <a:latin typeface="Palatino Linotype"/>
                <a:cs typeface="Palatino Linotype"/>
              </a:rPr>
              <a:t>Data</a:t>
            </a:r>
            <a:r>
              <a:rPr dirty="0" sz="3050" spc="5">
                <a:solidFill>
                  <a:srgbClr val="3257B8"/>
                </a:solidFill>
                <a:latin typeface="Palatino Linotype"/>
                <a:cs typeface="Palatino Linotype"/>
              </a:rPr>
              <a:t> </a:t>
            </a:r>
            <a:r>
              <a:rPr dirty="0" sz="3050" spc="100">
                <a:solidFill>
                  <a:srgbClr val="3257B8"/>
                </a:solidFill>
                <a:latin typeface="Palatino Linotype"/>
                <a:cs typeface="Palatino Linotype"/>
              </a:rPr>
              <a:t>Analysis</a:t>
            </a:r>
            <a:endParaRPr sz="305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3215"/>
              </a:spcBef>
            </a:pPr>
            <a:r>
              <a:rPr dirty="0" sz="1500" spc="55">
                <a:solidFill>
                  <a:srgbClr val="3257B8"/>
                </a:solidFill>
                <a:latin typeface="Palatino Linotype"/>
                <a:cs typeface="Palatino Linotype"/>
              </a:rPr>
              <a:t>Rating</a:t>
            </a:r>
            <a:r>
              <a:rPr dirty="0" sz="1500">
                <a:solidFill>
                  <a:srgbClr val="3257B8"/>
                </a:solidFill>
                <a:latin typeface="Palatino Linotype"/>
                <a:cs typeface="Palatino Linotype"/>
              </a:rPr>
              <a:t> </a:t>
            </a:r>
            <a:r>
              <a:rPr dirty="0" sz="1500" spc="-10">
                <a:solidFill>
                  <a:srgbClr val="3257B8"/>
                </a:solidFill>
                <a:latin typeface="Palatino Linotype"/>
                <a:cs typeface="Palatino Linotype"/>
              </a:rPr>
              <a:t>Distribution</a:t>
            </a:r>
            <a:endParaRPr sz="1500">
              <a:latin typeface="Palatino Linotype"/>
              <a:cs typeface="Palatino Linotype"/>
            </a:endParaRPr>
          </a:p>
          <a:p>
            <a:pPr marL="12700" marR="64769">
              <a:lnSpc>
                <a:spcPct val="135400"/>
              </a:lnSpc>
              <a:spcBef>
                <a:spcPts val="915"/>
              </a:spcBef>
            </a:pP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Analysis</a:t>
            </a:r>
            <a:r>
              <a:rPr dirty="0" sz="1200" spc="-1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of</a:t>
            </a:r>
            <a:r>
              <a:rPr dirty="0" sz="1200" spc="-1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user</a:t>
            </a:r>
            <a:r>
              <a:rPr dirty="0" sz="1200" spc="-1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rating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behaviour</a:t>
            </a:r>
            <a:r>
              <a:rPr dirty="0" sz="1200" spc="-1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20">
                <a:solidFill>
                  <a:srgbClr val="15203F"/>
                </a:solidFill>
                <a:latin typeface="Trebuchet MS"/>
                <a:cs typeface="Trebuchet MS"/>
              </a:rPr>
              <a:t>revealed</a:t>
            </a:r>
            <a:r>
              <a:rPr dirty="0" sz="1200" spc="-1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a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 clear</a:t>
            </a:r>
            <a:r>
              <a:rPr dirty="0" sz="1200" spc="-1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20" b="1">
                <a:solidFill>
                  <a:srgbClr val="15203F"/>
                </a:solidFill>
                <a:latin typeface="Trebuchet MS"/>
                <a:cs typeface="Trebuchet MS"/>
              </a:rPr>
              <a:t>positive</a:t>
            </a:r>
            <a:r>
              <a:rPr dirty="0" sz="1200" spc="-15" b="1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20" b="1">
                <a:solidFill>
                  <a:srgbClr val="15203F"/>
                </a:solidFill>
                <a:latin typeface="Trebuchet MS"/>
                <a:cs typeface="Trebuchet MS"/>
              </a:rPr>
              <a:t>bias</a:t>
            </a:r>
            <a:r>
              <a:rPr dirty="0" sz="1200" spc="-20">
                <a:solidFill>
                  <a:srgbClr val="15203F"/>
                </a:solidFill>
                <a:latin typeface="Trebuchet MS"/>
                <a:cs typeface="Trebuchet MS"/>
              </a:rPr>
              <a:t>: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25">
                <a:solidFill>
                  <a:srgbClr val="15203F"/>
                </a:solidFill>
                <a:latin typeface="Trebuchet MS"/>
                <a:cs typeface="Trebuchet MS"/>
              </a:rPr>
              <a:t>the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overwhelming</a:t>
            </a:r>
            <a:r>
              <a:rPr dirty="0" sz="1200" spc="-4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30">
                <a:solidFill>
                  <a:srgbClr val="15203F"/>
                </a:solidFill>
                <a:latin typeface="Trebuchet MS"/>
                <a:cs typeface="Trebuchet MS"/>
              </a:rPr>
              <a:t>majority</a:t>
            </a:r>
            <a:r>
              <a:rPr dirty="0" sz="1200" spc="-4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of</a:t>
            </a:r>
            <a:r>
              <a:rPr dirty="0" sz="1200" spc="-4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ratings</a:t>
            </a:r>
            <a:r>
              <a:rPr dirty="0" sz="1200" spc="-4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cluster</a:t>
            </a:r>
            <a:r>
              <a:rPr dirty="0" sz="1200" spc="-4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between</a:t>
            </a:r>
            <a:r>
              <a:rPr dirty="0" sz="1200" spc="-4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b="1">
                <a:solidFill>
                  <a:srgbClr val="15203F"/>
                </a:solidFill>
                <a:latin typeface="Trebuchet MS"/>
                <a:cs typeface="Trebuchet MS"/>
              </a:rPr>
              <a:t>3</a:t>
            </a:r>
            <a:r>
              <a:rPr dirty="0" sz="1200" spc="-45" b="1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10" b="1">
                <a:solidFill>
                  <a:srgbClr val="15203F"/>
                </a:solidFill>
                <a:latin typeface="Trebuchet MS"/>
                <a:cs typeface="Trebuchet MS"/>
              </a:rPr>
              <a:t>and</a:t>
            </a:r>
            <a:r>
              <a:rPr dirty="0" sz="1200" spc="-45" b="1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b="1">
                <a:solidFill>
                  <a:srgbClr val="15203F"/>
                </a:solidFill>
                <a:latin typeface="Trebuchet MS"/>
                <a:cs typeface="Trebuchet MS"/>
              </a:rPr>
              <a:t>5</a:t>
            </a:r>
            <a:r>
              <a:rPr dirty="0" sz="1200" spc="-40" b="1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10" b="1">
                <a:solidFill>
                  <a:srgbClr val="15203F"/>
                </a:solidFill>
                <a:latin typeface="Trebuchet MS"/>
                <a:cs typeface="Trebuchet MS"/>
              </a:rPr>
              <a:t>stars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.</a:t>
            </a:r>
            <a:r>
              <a:rPr dirty="0" sz="1200" spc="-4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20">
                <a:solidFill>
                  <a:srgbClr val="15203F"/>
                </a:solidFill>
                <a:latin typeface="Trebuchet MS"/>
                <a:cs typeface="Trebuchet MS"/>
              </a:rPr>
              <a:t>Very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few</a:t>
            </a:r>
            <a:r>
              <a:rPr dirty="0" sz="1200" spc="2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users</a:t>
            </a:r>
            <a:r>
              <a:rPr dirty="0" sz="1200" spc="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submit</a:t>
            </a:r>
            <a:r>
              <a:rPr dirty="0" sz="1200" spc="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low</a:t>
            </a:r>
            <a:r>
              <a:rPr dirty="0" sz="1200" spc="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20">
                <a:solidFill>
                  <a:srgbClr val="15203F"/>
                </a:solidFill>
                <a:latin typeface="Trebuchet MS"/>
                <a:cs typeface="Trebuchet MS"/>
              </a:rPr>
              <a:t>ratings,</a:t>
            </a:r>
            <a:r>
              <a:rPr dirty="0" sz="1200" spc="2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suggesting</a:t>
            </a:r>
            <a:r>
              <a:rPr dirty="0" sz="1200" spc="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35">
                <a:solidFill>
                  <a:srgbClr val="15203F"/>
                </a:solidFill>
                <a:latin typeface="Trebuchet MS"/>
                <a:cs typeface="Trebuchet MS"/>
              </a:rPr>
              <a:t>that</a:t>
            </a:r>
            <a:r>
              <a:rPr dirty="0" sz="1200" spc="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users</a:t>
            </a:r>
            <a:r>
              <a:rPr dirty="0" sz="1200" spc="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tend</a:t>
            </a:r>
            <a:r>
              <a:rPr dirty="0" sz="1200" spc="2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20">
                <a:solidFill>
                  <a:srgbClr val="15203F"/>
                </a:solidFill>
                <a:latin typeface="Trebuchet MS"/>
                <a:cs typeface="Trebuchet MS"/>
              </a:rPr>
              <a:t>to</a:t>
            </a:r>
            <a:r>
              <a:rPr dirty="0" sz="1200" spc="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35">
                <a:solidFill>
                  <a:srgbClr val="15203F"/>
                </a:solidFill>
                <a:latin typeface="Trebuchet MS"/>
                <a:cs typeface="Trebuchet MS"/>
              </a:rPr>
              <a:t>rate</a:t>
            </a:r>
            <a:r>
              <a:rPr dirty="0" sz="1200" spc="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20">
                <a:solidFill>
                  <a:srgbClr val="15203F"/>
                </a:solidFill>
                <a:latin typeface="Trebuchet MS"/>
                <a:cs typeface="Trebuchet MS"/>
              </a:rPr>
              <a:t>only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films</a:t>
            </a:r>
            <a:r>
              <a:rPr dirty="0" sz="1200" spc="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25">
                <a:solidFill>
                  <a:srgbClr val="15203F"/>
                </a:solidFill>
                <a:latin typeface="Trebuchet MS"/>
                <a:cs typeface="Trebuchet MS"/>
              </a:rPr>
              <a:t>they</a:t>
            </a:r>
            <a:r>
              <a:rPr dirty="0" sz="1200" spc="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have</a:t>
            </a:r>
            <a:r>
              <a:rPr dirty="0" sz="1200" spc="1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chosen</a:t>
            </a:r>
            <a:r>
              <a:rPr dirty="0" sz="1200" spc="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20">
                <a:solidFill>
                  <a:srgbClr val="15203F"/>
                </a:solidFill>
                <a:latin typeface="Trebuchet MS"/>
                <a:cs typeface="Trebuchet MS"/>
              </a:rPr>
              <a:t>to</a:t>
            </a:r>
            <a:r>
              <a:rPr dirty="0" sz="1200" spc="1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watch</a:t>
            </a:r>
            <a:r>
              <a:rPr dirty="0" sz="1200" spc="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and</a:t>
            </a:r>
            <a:r>
              <a:rPr dirty="0" sz="1200" spc="1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are</a:t>
            </a:r>
            <a:r>
              <a:rPr dirty="0" sz="1200" spc="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thus</a:t>
            </a:r>
            <a:r>
              <a:rPr dirty="0" sz="1200" spc="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already</a:t>
            </a:r>
            <a:r>
              <a:rPr dirty="0" sz="1200" spc="1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predisposed</a:t>
            </a:r>
            <a:r>
              <a:rPr dirty="0" sz="1200" spc="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25">
                <a:solidFill>
                  <a:srgbClr val="15203F"/>
                </a:solidFill>
                <a:latin typeface="Trebuchet MS"/>
                <a:cs typeface="Trebuchet MS"/>
              </a:rPr>
              <a:t>to 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enjoy.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00985" y="1860486"/>
            <a:ext cx="4852035" cy="16122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>
                <a:solidFill>
                  <a:srgbClr val="3257B8"/>
                </a:solidFill>
                <a:latin typeface="Palatino Linotype"/>
                <a:cs typeface="Palatino Linotype"/>
              </a:rPr>
              <a:t>Long-</a:t>
            </a:r>
            <a:r>
              <a:rPr dirty="0" sz="1500" spc="50">
                <a:solidFill>
                  <a:srgbClr val="3257B8"/>
                </a:solidFill>
                <a:latin typeface="Palatino Linotype"/>
                <a:cs typeface="Palatino Linotype"/>
              </a:rPr>
              <a:t>Tail</a:t>
            </a:r>
            <a:r>
              <a:rPr dirty="0" sz="1500" spc="215">
                <a:solidFill>
                  <a:srgbClr val="3257B8"/>
                </a:solidFill>
                <a:latin typeface="Palatino Linotype"/>
                <a:cs typeface="Palatino Linotype"/>
              </a:rPr>
              <a:t> </a:t>
            </a:r>
            <a:r>
              <a:rPr dirty="0" sz="1500" spc="-10">
                <a:solidFill>
                  <a:srgbClr val="3257B8"/>
                </a:solidFill>
                <a:latin typeface="Palatino Linotype"/>
                <a:cs typeface="Palatino Linotype"/>
              </a:rPr>
              <a:t>Distribution</a:t>
            </a:r>
            <a:endParaRPr sz="1500">
              <a:latin typeface="Palatino Linotype"/>
              <a:cs typeface="Palatino Linotype"/>
            </a:endParaRPr>
          </a:p>
          <a:p>
            <a:pPr marL="12700" marR="5080">
              <a:lnSpc>
                <a:spcPct val="135400"/>
              </a:lnSpc>
              <a:spcBef>
                <a:spcPts val="915"/>
              </a:spcBef>
            </a:pP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Movie</a:t>
            </a:r>
            <a:r>
              <a:rPr dirty="0" sz="1200" spc="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20">
                <a:solidFill>
                  <a:srgbClr val="15203F"/>
                </a:solidFill>
                <a:latin typeface="Trebuchet MS"/>
                <a:cs typeface="Trebuchet MS"/>
              </a:rPr>
              <a:t>popularity</a:t>
            </a:r>
            <a:r>
              <a:rPr dirty="0" sz="1200" spc="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follows</a:t>
            </a:r>
            <a:r>
              <a:rPr dirty="0" sz="1200" spc="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a</a:t>
            </a:r>
            <a:r>
              <a:rPr dirty="0" sz="1200" spc="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classic</a:t>
            </a:r>
            <a:r>
              <a:rPr dirty="0" sz="1200" spc="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b="1">
                <a:solidFill>
                  <a:srgbClr val="15203F"/>
                </a:solidFill>
                <a:latin typeface="Trebuchet MS"/>
                <a:cs typeface="Trebuchet MS"/>
              </a:rPr>
              <a:t>long-</a:t>
            </a:r>
            <a:r>
              <a:rPr dirty="0" sz="1200" spc="-35" b="1">
                <a:solidFill>
                  <a:srgbClr val="15203F"/>
                </a:solidFill>
                <a:latin typeface="Trebuchet MS"/>
                <a:cs typeface="Trebuchet MS"/>
              </a:rPr>
              <a:t>tail</a:t>
            </a:r>
            <a:r>
              <a:rPr dirty="0" sz="1200" spc="30" b="1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55" b="1">
                <a:solidFill>
                  <a:srgbClr val="15203F"/>
                </a:solidFill>
                <a:latin typeface="Trebuchet MS"/>
                <a:cs typeface="Trebuchet MS"/>
              </a:rPr>
              <a:t>pattern</a:t>
            </a:r>
            <a:r>
              <a:rPr dirty="0" sz="1200" spc="-55">
                <a:solidFill>
                  <a:srgbClr val="15203F"/>
                </a:solidFill>
                <a:latin typeface="Trebuchet MS"/>
                <a:cs typeface="Trebuchet MS"/>
              </a:rPr>
              <a:t>.</a:t>
            </a:r>
            <a:r>
              <a:rPr dirty="0" sz="1200" spc="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75">
                <a:solidFill>
                  <a:srgbClr val="15203F"/>
                </a:solidFill>
                <a:latin typeface="Trebuchet MS"/>
                <a:cs typeface="Trebuchet MS"/>
              </a:rPr>
              <a:t>A</a:t>
            </a:r>
            <a:r>
              <a:rPr dirty="0" sz="1200" spc="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small</a:t>
            </a:r>
            <a:r>
              <a:rPr dirty="0" sz="1200" spc="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number</a:t>
            </a:r>
            <a:r>
              <a:rPr dirty="0" sz="1200" spc="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25">
                <a:solidFill>
                  <a:srgbClr val="15203F"/>
                </a:solidFill>
                <a:latin typeface="Trebuchet MS"/>
                <a:cs typeface="Trebuchet MS"/>
              </a:rPr>
              <a:t>of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blockbuster</a:t>
            </a:r>
            <a:r>
              <a:rPr dirty="0" sz="1200" spc="-1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25">
                <a:solidFill>
                  <a:srgbClr val="15203F"/>
                </a:solidFill>
                <a:latin typeface="Trebuchet MS"/>
                <a:cs typeface="Trebuchet MS"/>
              </a:rPr>
              <a:t>titles</a:t>
            </a:r>
            <a:r>
              <a:rPr dirty="0" sz="1200" spc="-1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accumulate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an</a:t>
            </a:r>
            <a:r>
              <a:rPr dirty="0" sz="1200" spc="-1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outsized</a:t>
            </a:r>
            <a:r>
              <a:rPr dirty="0" sz="1200" spc="-1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proportion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of</a:t>
            </a:r>
            <a:r>
              <a:rPr dirty="0" sz="1200" spc="-1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35">
                <a:solidFill>
                  <a:srgbClr val="15203F"/>
                </a:solidFill>
                <a:latin typeface="Trebuchet MS"/>
                <a:cs typeface="Trebuchet MS"/>
              </a:rPr>
              <a:t>all</a:t>
            </a:r>
            <a:r>
              <a:rPr dirty="0" sz="1200" spc="-1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ratings, </a:t>
            </a:r>
            <a:r>
              <a:rPr dirty="0" sz="1200" spc="-20">
                <a:solidFill>
                  <a:srgbClr val="15203F"/>
                </a:solidFill>
                <a:latin typeface="Trebuchet MS"/>
                <a:cs typeface="Trebuchet MS"/>
              </a:rPr>
              <a:t>while</a:t>
            </a:r>
            <a:r>
              <a:rPr dirty="0" sz="1200" spc="-30">
                <a:solidFill>
                  <a:srgbClr val="15203F"/>
                </a:solidFill>
                <a:latin typeface="Trebuchet MS"/>
                <a:cs typeface="Trebuchet MS"/>
              </a:rPr>
              <a:t> the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vast</a:t>
            </a:r>
            <a:r>
              <a:rPr dirty="0" sz="1200" spc="-30">
                <a:solidFill>
                  <a:srgbClr val="15203F"/>
                </a:solidFill>
                <a:latin typeface="Trebuchet MS"/>
                <a:cs typeface="Trebuchet MS"/>
              </a:rPr>
              <a:t> majority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of</a:t>
            </a:r>
            <a:r>
              <a:rPr dirty="0" sz="1200" spc="-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films</a:t>
            </a:r>
            <a:r>
              <a:rPr dirty="0" sz="1200" spc="-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20">
                <a:solidFill>
                  <a:srgbClr val="15203F"/>
                </a:solidFill>
                <a:latin typeface="Trebuchet MS"/>
                <a:cs typeface="Trebuchet MS"/>
              </a:rPr>
              <a:t>receive</a:t>
            </a:r>
            <a:r>
              <a:rPr dirty="0" sz="1200" spc="-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20">
                <a:solidFill>
                  <a:srgbClr val="15203F"/>
                </a:solidFill>
                <a:latin typeface="Trebuchet MS"/>
                <a:cs typeface="Trebuchet MS"/>
              </a:rPr>
              <a:t>very</a:t>
            </a:r>
            <a:r>
              <a:rPr dirty="0" sz="1200" spc="-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few</a:t>
            </a:r>
            <a:r>
              <a:rPr dirty="0" sz="1200" spc="-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20">
                <a:solidFill>
                  <a:srgbClr val="15203F"/>
                </a:solidFill>
                <a:latin typeface="Trebuchet MS"/>
                <a:cs typeface="Trebuchet MS"/>
              </a:rPr>
              <a:t>reviews.</a:t>
            </a:r>
            <a:r>
              <a:rPr dirty="0" sz="1200" spc="-5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20">
                <a:solidFill>
                  <a:srgbClr val="15203F"/>
                </a:solidFill>
                <a:latin typeface="Trebuchet MS"/>
                <a:cs typeface="Trebuchet MS"/>
              </a:rPr>
              <a:t>This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imbalance</a:t>
            </a:r>
            <a:r>
              <a:rPr dirty="0" sz="1200" spc="-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60">
                <a:solidFill>
                  <a:srgbClr val="15203F"/>
                </a:solidFill>
                <a:latin typeface="Trebuchet MS"/>
                <a:cs typeface="Trebuchet MS"/>
              </a:rPr>
              <a:t>poses</a:t>
            </a:r>
            <a:r>
              <a:rPr dirty="0" sz="1200" spc="-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a</a:t>
            </a:r>
            <a:r>
              <a:rPr dirty="0" sz="1200" spc="-30">
                <a:solidFill>
                  <a:srgbClr val="15203F"/>
                </a:solidFill>
                <a:latin typeface="Trebuchet MS"/>
                <a:cs typeface="Trebuchet MS"/>
              </a:rPr>
              <a:t> direct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challenge</a:t>
            </a:r>
            <a:r>
              <a:rPr dirty="0" sz="1200" spc="-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for</a:t>
            </a:r>
            <a:r>
              <a:rPr dirty="0" sz="1200" spc="-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20">
                <a:solidFill>
                  <a:srgbClr val="15203F"/>
                </a:solidFill>
                <a:latin typeface="Trebuchet MS"/>
                <a:cs typeface="Trebuchet MS"/>
              </a:rPr>
              <a:t>fair</a:t>
            </a:r>
            <a:r>
              <a:rPr dirty="0" sz="1200" spc="-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and</a:t>
            </a:r>
            <a:r>
              <a:rPr dirty="0" sz="1200" spc="-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diverse recommendations.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2722" y="3762023"/>
            <a:ext cx="3002280" cy="1644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4000" spc="445">
                <a:solidFill>
                  <a:srgbClr val="15203F"/>
                </a:solidFill>
                <a:latin typeface="Palatino Linotype"/>
                <a:cs typeface="Palatino Linotype"/>
              </a:rPr>
              <a:t>3–</a:t>
            </a:r>
            <a:r>
              <a:rPr dirty="0" sz="4000" spc="-25">
                <a:solidFill>
                  <a:srgbClr val="15203F"/>
                </a:solidFill>
                <a:latin typeface="Palatino Linotype"/>
                <a:cs typeface="Palatino Linotype"/>
              </a:rPr>
              <a:t>5</a:t>
            </a:r>
            <a:r>
              <a:rPr dirty="0" sz="4550" spc="-25">
                <a:solidFill>
                  <a:srgbClr val="15203F"/>
                </a:solidFill>
                <a:latin typeface="SimSun"/>
                <a:cs typeface="SimSun"/>
              </a:rPr>
              <a:t>★</a:t>
            </a:r>
            <a:endParaRPr sz="4550">
              <a:latin typeface="SimSun"/>
              <a:cs typeface="SimSun"/>
            </a:endParaRPr>
          </a:p>
          <a:p>
            <a:pPr algn="ctr">
              <a:lnSpc>
                <a:spcPct val="100000"/>
              </a:lnSpc>
              <a:spcBef>
                <a:spcPts val="1115"/>
              </a:spcBef>
            </a:pPr>
            <a:r>
              <a:rPr dirty="0" sz="1500" spc="45">
                <a:solidFill>
                  <a:srgbClr val="15203F"/>
                </a:solidFill>
                <a:latin typeface="Palatino Linotype"/>
                <a:cs typeface="Palatino Linotype"/>
              </a:rPr>
              <a:t>Dominant</a:t>
            </a:r>
            <a:r>
              <a:rPr dirty="0" sz="1500">
                <a:solidFill>
                  <a:srgbClr val="15203F"/>
                </a:solidFill>
                <a:latin typeface="Palatino Linotype"/>
                <a:cs typeface="Palatino Linotype"/>
              </a:rPr>
              <a:t> </a:t>
            </a:r>
            <a:r>
              <a:rPr dirty="0" sz="1500" spc="55">
                <a:solidFill>
                  <a:srgbClr val="15203F"/>
                </a:solidFill>
                <a:latin typeface="Palatino Linotype"/>
                <a:cs typeface="Palatino Linotype"/>
              </a:rPr>
              <a:t>Rating</a:t>
            </a:r>
            <a:r>
              <a:rPr dirty="0" sz="1500">
                <a:solidFill>
                  <a:srgbClr val="15203F"/>
                </a:solidFill>
                <a:latin typeface="Palatino Linotype"/>
                <a:cs typeface="Palatino Linotype"/>
              </a:rPr>
              <a:t> </a:t>
            </a:r>
            <a:r>
              <a:rPr dirty="0" sz="1500" spc="40">
                <a:solidFill>
                  <a:srgbClr val="15203F"/>
                </a:solidFill>
                <a:latin typeface="Palatino Linotype"/>
                <a:cs typeface="Palatino Linotype"/>
              </a:rPr>
              <a:t>Range</a:t>
            </a:r>
            <a:endParaRPr sz="1500">
              <a:latin typeface="Palatino Linotype"/>
              <a:cs typeface="Palatino Linotype"/>
            </a:endParaRPr>
          </a:p>
          <a:p>
            <a:pPr algn="ctr" marL="12065" marR="5080">
              <a:lnSpc>
                <a:spcPct val="135400"/>
              </a:lnSpc>
              <a:spcBef>
                <a:spcPts val="465"/>
              </a:spcBef>
            </a:pP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The</a:t>
            </a:r>
            <a:r>
              <a:rPr dirty="0" sz="1200" spc="-1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most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25">
                <a:solidFill>
                  <a:srgbClr val="15203F"/>
                </a:solidFill>
                <a:latin typeface="Trebuchet MS"/>
                <a:cs typeface="Trebuchet MS"/>
              </a:rPr>
              <a:t>frequently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submitted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 rating </a:t>
            </a:r>
            <a:r>
              <a:rPr dirty="0" sz="1200" spc="-20">
                <a:solidFill>
                  <a:srgbClr val="15203F"/>
                </a:solidFill>
                <a:latin typeface="Trebuchet MS"/>
                <a:cs typeface="Trebuchet MS"/>
              </a:rPr>
              <a:t>range </a:t>
            </a:r>
            <a:r>
              <a:rPr dirty="0" sz="1200" spc="50">
                <a:solidFill>
                  <a:srgbClr val="15203F"/>
                </a:solidFill>
                <a:latin typeface="Trebuchet MS"/>
                <a:cs typeface="Trebuchet MS"/>
              </a:rPr>
              <a:t>across</a:t>
            </a:r>
            <a:r>
              <a:rPr dirty="0" sz="1200" spc="-4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35">
                <a:solidFill>
                  <a:srgbClr val="15203F"/>
                </a:solidFill>
                <a:latin typeface="Trebuchet MS"/>
                <a:cs typeface="Trebuchet MS"/>
              </a:rPr>
              <a:t>all</a:t>
            </a:r>
            <a:r>
              <a:rPr dirty="0" sz="1200" spc="-4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20">
                <a:solidFill>
                  <a:srgbClr val="15203F"/>
                </a:solidFill>
                <a:latin typeface="Trebuchet MS"/>
                <a:cs typeface="Trebuchet MS"/>
              </a:rPr>
              <a:t>users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69060" y="3828541"/>
            <a:ext cx="3292475" cy="157797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dirty="0" sz="4000" spc="85">
                <a:solidFill>
                  <a:srgbClr val="15203F"/>
                </a:solidFill>
                <a:latin typeface="Palatino Linotype"/>
                <a:cs typeface="Palatino Linotype"/>
              </a:rPr>
              <a:t>~5%</a:t>
            </a:r>
            <a:endParaRPr sz="4000">
              <a:latin typeface="Palatino Linotype"/>
              <a:cs typeface="Palatino Linotype"/>
            </a:endParaRPr>
          </a:p>
          <a:p>
            <a:pPr algn="ctr">
              <a:lnSpc>
                <a:spcPct val="100000"/>
              </a:lnSpc>
              <a:spcBef>
                <a:spcPts val="1225"/>
              </a:spcBef>
            </a:pPr>
            <a:r>
              <a:rPr dirty="0" sz="1500">
                <a:solidFill>
                  <a:srgbClr val="15203F"/>
                </a:solidFill>
                <a:latin typeface="Palatino Linotype"/>
                <a:cs typeface="Palatino Linotype"/>
              </a:rPr>
              <a:t>Low-Rated</a:t>
            </a:r>
            <a:r>
              <a:rPr dirty="0" sz="1500" spc="375">
                <a:solidFill>
                  <a:srgbClr val="15203F"/>
                </a:solidFill>
                <a:latin typeface="Palatino Linotype"/>
                <a:cs typeface="Palatino Linotype"/>
              </a:rPr>
              <a:t> </a:t>
            </a:r>
            <a:r>
              <a:rPr dirty="0" sz="1500" spc="65">
                <a:solidFill>
                  <a:srgbClr val="15203F"/>
                </a:solidFill>
                <a:latin typeface="Palatino Linotype"/>
                <a:cs typeface="Palatino Linotype"/>
              </a:rPr>
              <a:t>Films</a:t>
            </a:r>
            <a:endParaRPr sz="1500">
              <a:latin typeface="Palatino Linotype"/>
              <a:cs typeface="Palatino Linotype"/>
            </a:endParaRPr>
          </a:p>
          <a:p>
            <a:pPr algn="ctr" marL="12700" marR="5080">
              <a:lnSpc>
                <a:spcPct val="135400"/>
              </a:lnSpc>
              <a:spcBef>
                <a:spcPts val="470"/>
              </a:spcBef>
            </a:pP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Proportion</a:t>
            </a:r>
            <a:r>
              <a:rPr dirty="0" sz="1200" spc="-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of</a:t>
            </a:r>
            <a:r>
              <a:rPr dirty="0" sz="1200" spc="-2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ratings</a:t>
            </a:r>
            <a:r>
              <a:rPr dirty="0" sz="1200" spc="-2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falling</a:t>
            </a:r>
            <a:r>
              <a:rPr dirty="0" sz="1200" spc="-2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below</a:t>
            </a:r>
            <a:r>
              <a:rPr dirty="0" sz="1200" spc="-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55">
                <a:solidFill>
                  <a:srgbClr val="15203F"/>
                </a:solidFill>
                <a:latin typeface="Trebuchet MS"/>
                <a:cs typeface="Trebuchet MS"/>
              </a:rPr>
              <a:t>2</a:t>
            </a:r>
            <a:r>
              <a:rPr dirty="0" sz="1200" spc="-2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stars</a:t>
            </a:r>
            <a:r>
              <a:rPr dirty="0" sz="1200" spc="-2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in</a:t>
            </a:r>
            <a:r>
              <a:rPr dirty="0" sz="1200" spc="-25">
                <a:solidFill>
                  <a:srgbClr val="15203F"/>
                </a:solidFill>
                <a:latin typeface="Trebuchet MS"/>
                <a:cs typeface="Trebuchet MS"/>
              </a:rPr>
              <a:t> the 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dataset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44941" y="3828541"/>
            <a:ext cx="3262629" cy="13303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dirty="0" sz="4000" spc="-20">
                <a:solidFill>
                  <a:srgbClr val="15203F"/>
                </a:solidFill>
                <a:latin typeface="Palatino Linotype"/>
                <a:cs typeface="Palatino Linotype"/>
              </a:rPr>
              <a:t>High</a:t>
            </a:r>
            <a:endParaRPr sz="4000">
              <a:latin typeface="Palatino Linotype"/>
              <a:cs typeface="Palatino Linotype"/>
            </a:endParaRPr>
          </a:p>
          <a:p>
            <a:pPr algn="ctr">
              <a:lnSpc>
                <a:spcPct val="100000"/>
              </a:lnSpc>
              <a:spcBef>
                <a:spcPts val="1225"/>
              </a:spcBef>
            </a:pPr>
            <a:r>
              <a:rPr dirty="0" sz="1500">
                <a:solidFill>
                  <a:srgbClr val="15203F"/>
                </a:solidFill>
                <a:latin typeface="Palatino Linotype"/>
                <a:cs typeface="Palatino Linotype"/>
              </a:rPr>
              <a:t>Popularity</a:t>
            </a:r>
            <a:r>
              <a:rPr dirty="0" sz="1500" spc="365">
                <a:solidFill>
                  <a:srgbClr val="15203F"/>
                </a:solidFill>
                <a:latin typeface="Palatino Linotype"/>
                <a:cs typeface="Palatino Linotype"/>
              </a:rPr>
              <a:t> </a:t>
            </a:r>
            <a:r>
              <a:rPr dirty="0" sz="1500" spc="60">
                <a:solidFill>
                  <a:srgbClr val="15203F"/>
                </a:solidFill>
                <a:latin typeface="Palatino Linotype"/>
                <a:cs typeface="Palatino Linotype"/>
              </a:rPr>
              <a:t>Skew</a:t>
            </a:r>
            <a:endParaRPr sz="1500">
              <a:latin typeface="Palatino Linotype"/>
              <a:cs typeface="Palatino Linotype"/>
            </a:endParaRPr>
          </a:p>
          <a:p>
            <a:pPr algn="ctr">
              <a:lnSpc>
                <a:spcPct val="100000"/>
              </a:lnSpc>
              <a:spcBef>
                <a:spcPts val="975"/>
              </a:spcBef>
            </a:pPr>
            <a:r>
              <a:rPr dirty="0" sz="1200" spc="75">
                <a:solidFill>
                  <a:srgbClr val="15203F"/>
                </a:solidFill>
                <a:latin typeface="Trebuchet MS"/>
                <a:cs typeface="Trebuchet MS"/>
              </a:rPr>
              <a:t>A</a:t>
            </a:r>
            <a:r>
              <a:rPr dirty="0" sz="1200" spc="-4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handful</a:t>
            </a:r>
            <a:r>
              <a:rPr dirty="0" sz="1200" spc="-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of</a:t>
            </a:r>
            <a:r>
              <a:rPr dirty="0" sz="1200" spc="-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films</a:t>
            </a:r>
            <a:r>
              <a:rPr dirty="0" sz="1200" spc="-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dominate</a:t>
            </a:r>
            <a:r>
              <a:rPr dirty="0" sz="1200" spc="-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40">
                <a:solidFill>
                  <a:srgbClr val="15203F"/>
                </a:solidFill>
                <a:latin typeface="Trebuchet MS"/>
                <a:cs typeface="Trebuchet MS"/>
              </a:rPr>
              <a:t>total</a:t>
            </a:r>
            <a:r>
              <a:rPr dirty="0" sz="1200" spc="-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rating</a:t>
            </a:r>
            <a:r>
              <a:rPr dirty="0" sz="1200" spc="-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volume</a:t>
            </a:r>
            <a:endParaRPr sz="1200">
              <a:latin typeface="Trebuchet MS"/>
              <a:cs typeface="Trebuchet MS"/>
            </a:endParaRPr>
          </a:p>
        </p:txBody>
      </p:sp>
      <p:pic>
        <p:nvPicPr>
          <p:cNvPr id="7" name="object 7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07466" y="535463"/>
            <a:ext cx="4159885" cy="328295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45">
                <a:solidFill>
                  <a:srgbClr val="3257B8"/>
                </a:solidFill>
              </a:rPr>
              <a:t>Utility</a:t>
            </a:r>
            <a:r>
              <a:rPr dirty="0" sz="1950" spc="15">
                <a:solidFill>
                  <a:srgbClr val="3257B8"/>
                </a:solidFill>
              </a:rPr>
              <a:t> </a:t>
            </a:r>
            <a:r>
              <a:rPr dirty="0" sz="1950" spc="75">
                <a:solidFill>
                  <a:srgbClr val="3257B8"/>
                </a:solidFill>
              </a:rPr>
              <a:t>Matrix</a:t>
            </a:r>
            <a:r>
              <a:rPr dirty="0" sz="1950" spc="15">
                <a:solidFill>
                  <a:srgbClr val="3257B8"/>
                </a:solidFill>
              </a:rPr>
              <a:t> </a:t>
            </a:r>
            <a:r>
              <a:rPr dirty="0" sz="1950" spc="-275">
                <a:solidFill>
                  <a:srgbClr val="3257B8"/>
                </a:solidFill>
              </a:rPr>
              <a:t>&amp;</a:t>
            </a:r>
            <a:r>
              <a:rPr dirty="0" sz="1950" spc="15">
                <a:solidFill>
                  <a:srgbClr val="3257B8"/>
                </a:solidFill>
              </a:rPr>
              <a:t> </a:t>
            </a:r>
            <a:r>
              <a:rPr dirty="0" sz="1950" spc="70">
                <a:solidFill>
                  <a:srgbClr val="3257B8"/>
                </a:solidFill>
              </a:rPr>
              <a:t>Sparsity</a:t>
            </a:r>
            <a:r>
              <a:rPr dirty="0" sz="1950" spc="20">
                <a:solidFill>
                  <a:srgbClr val="3257B8"/>
                </a:solidFill>
              </a:rPr>
              <a:t> </a:t>
            </a:r>
            <a:r>
              <a:rPr dirty="0" sz="1950" spc="45">
                <a:solidFill>
                  <a:srgbClr val="3257B8"/>
                </a:solidFill>
              </a:rPr>
              <a:t>Challenge</a:t>
            </a:r>
            <a:endParaRPr sz="1950"/>
          </a:p>
        </p:txBody>
      </p:sp>
      <p:grpSp>
        <p:nvGrpSpPr>
          <p:cNvPr id="3" name="object 3"/>
          <p:cNvGrpSpPr/>
          <p:nvPr/>
        </p:nvGrpSpPr>
        <p:grpSpPr>
          <a:xfrm>
            <a:off x="542924" y="962024"/>
            <a:ext cx="4600575" cy="4933950"/>
            <a:chOff x="542924" y="962024"/>
            <a:chExt cx="4600575" cy="4933950"/>
          </a:xfrm>
        </p:grpSpPr>
        <p:sp>
          <p:nvSpPr>
            <p:cNvPr id="4" name="object 4"/>
            <p:cNvSpPr/>
            <p:nvPr/>
          </p:nvSpPr>
          <p:spPr>
            <a:xfrm>
              <a:off x="542924" y="962024"/>
              <a:ext cx="4600575" cy="4933950"/>
            </a:xfrm>
            <a:custGeom>
              <a:avLst/>
              <a:gdLst/>
              <a:ahLst/>
              <a:cxnLst/>
              <a:rect l="l" t="t" r="r" b="b"/>
              <a:pathLst>
                <a:path w="4600575" h="4933950">
                  <a:moveTo>
                    <a:pt x="4589646" y="4933949"/>
                  </a:moveTo>
                  <a:lnTo>
                    <a:pt x="10927" y="4933949"/>
                  </a:lnTo>
                  <a:lnTo>
                    <a:pt x="9320" y="4933629"/>
                  </a:lnTo>
                  <a:lnTo>
                    <a:pt x="0" y="4923021"/>
                  </a:lnTo>
                  <a:lnTo>
                    <a:pt x="0" y="4921350"/>
                  </a:lnTo>
                  <a:lnTo>
                    <a:pt x="0" y="10927"/>
                  </a:lnTo>
                  <a:lnTo>
                    <a:pt x="10927" y="0"/>
                  </a:lnTo>
                  <a:lnTo>
                    <a:pt x="4589646" y="0"/>
                  </a:lnTo>
                  <a:lnTo>
                    <a:pt x="4600574" y="10927"/>
                  </a:lnTo>
                  <a:lnTo>
                    <a:pt x="4600574" y="4923021"/>
                  </a:lnTo>
                  <a:lnTo>
                    <a:pt x="4591253" y="4933629"/>
                  </a:lnTo>
                  <a:lnTo>
                    <a:pt x="4589646" y="4933949"/>
                  </a:lnTo>
                  <a:close/>
                </a:path>
              </a:pathLst>
            </a:custGeom>
            <a:solidFill>
              <a:srgbClr val="3257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47687" y="1628774"/>
              <a:ext cx="28575" cy="342900"/>
            </a:xfrm>
            <a:custGeom>
              <a:avLst/>
              <a:gdLst/>
              <a:ahLst/>
              <a:cxnLst/>
              <a:rect l="l" t="t" r="r" b="b"/>
              <a:pathLst>
                <a:path w="28575" h="342900">
                  <a:moveTo>
                    <a:pt x="28575" y="326720"/>
                  </a:moveTo>
                  <a:lnTo>
                    <a:pt x="16192" y="314325"/>
                  </a:lnTo>
                  <a:lnTo>
                    <a:pt x="12395" y="314325"/>
                  </a:lnTo>
                  <a:lnTo>
                    <a:pt x="0" y="326720"/>
                  </a:lnTo>
                  <a:lnTo>
                    <a:pt x="0" y="330517"/>
                  </a:lnTo>
                  <a:lnTo>
                    <a:pt x="12395" y="342900"/>
                  </a:lnTo>
                  <a:lnTo>
                    <a:pt x="16192" y="342900"/>
                  </a:lnTo>
                  <a:lnTo>
                    <a:pt x="28575" y="330517"/>
                  </a:lnTo>
                  <a:lnTo>
                    <a:pt x="28575" y="328612"/>
                  </a:lnTo>
                  <a:lnTo>
                    <a:pt x="28575" y="326720"/>
                  </a:lnTo>
                  <a:close/>
                </a:path>
                <a:path w="28575" h="342900">
                  <a:moveTo>
                    <a:pt x="28575" y="174320"/>
                  </a:moveTo>
                  <a:lnTo>
                    <a:pt x="16192" y="161925"/>
                  </a:lnTo>
                  <a:lnTo>
                    <a:pt x="12395" y="161925"/>
                  </a:lnTo>
                  <a:lnTo>
                    <a:pt x="0" y="174320"/>
                  </a:lnTo>
                  <a:lnTo>
                    <a:pt x="0" y="178117"/>
                  </a:lnTo>
                  <a:lnTo>
                    <a:pt x="12395" y="190500"/>
                  </a:lnTo>
                  <a:lnTo>
                    <a:pt x="16192" y="190500"/>
                  </a:lnTo>
                  <a:lnTo>
                    <a:pt x="28575" y="178117"/>
                  </a:lnTo>
                  <a:lnTo>
                    <a:pt x="28575" y="176212"/>
                  </a:lnTo>
                  <a:lnTo>
                    <a:pt x="28575" y="174320"/>
                  </a:lnTo>
                  <a:close/>
                </a:path>
                <a:path w="28575" h="342900">
                  <a:moveTo>
                    <a:pt x="28575" y="12395"/>
                  </a:moveTo>
                  <a:lnTo>
                    <a:pt x="16192" y="0"/>
                  </a:lnTo>
                  <a:lnTo>
                    <a:pt x="12395" y="0"/>
                  </a:lnTo>
                  <a:lnTo>
                    <a:pt x="0" y="12395"/>
                  </a:lnTo>
                  <a:lnTo>
                    <a:pt x="0" y="16192"/>
                  </a:lnTo>
                  <a:lnTo>
                    <a:pt x="12395" y="28575"/>
                  </a:lnTo>
                  <a:lnTo>
                    <a:pt x="16192" y="28575"/>
                  </a:lnTo>
                  <a:lnTo>
                    <a:pt x="28575" y="16192"/>
                  </a:lnTo>
                  <a:lnTo>
                    <a:pt x="28575" y="14287"/>
                  </a:lnTo>
                  <a:lnTo>
                    <a:pt x="28575" y="1239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542924" y="962024"/>
            <a:ext cx="4600575" cy="4933950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104775">
              <a:lnSpc>
                <a:spcPct val="100000"/>
              </a:lnSpc>
              <a:spcBef>
                <a:spcPts val="500"/>
              </a:spcBef>
            </a:pPr>
            <a:r>
              <a:rPr dirty="0" sz="1000">
                <a:solidFill>
                  <a:srgbClr val="FFFFFF"/>
                </a:solidFill>
                <a:latin typeface="Palatino Linotype"/>
                <a:cs typeface="Palatino Linotype"/>
              </a:rPr>
              <a:t>What</a:t>
            </a:r>
            <a:r>
              <a:rPr dirty="0" sz="1000" spc="9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1000">
                <a:solidFill>
                  <a:srgbClr val="FFFFFF"/>
                </a:solidFill>
                <a:latin typeface="Palatino Linotype"/>
                <a:cs typeface="Palatino Linotype"/>
              </a:rPr>
              <a:t>Is</a:t>
            </a:r>
            <a:r>
              <a:rPr dirty="0" sz="1000" spc="9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1000">
                <a:solidFill>
                  <a:srgbClr val="FFFFFF"/>
                </a:solidFill>
                <a:latin typeface="Palatino Linotype"/>
                <a:cs typeface="Palatino Linotype"/>
              </a:rPr>
              <a:t>the</a:t>
            </a:r>
            <a:r>
              <a:rPr dirty="0" sz="1000" spc="9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1000">
                <a:solidFill>
                  <a:srgbClr val="FFFFFF"/>
                </a:solidFill>
                <a:latin typeface="Palatino Linotype"/>
                <a:cs typeface="Palatino Linotype"/>
              </a:rPr>
              <a:t>Utility</a:t>
            </a:r>
            <a:r>
              <a:rPr dirty="0" sz="1000" spc="9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Palatino Linotype"/>
                <a:cs typeface="Palatino Linotype"/>
              </a:rPr>
              <a:t>Matrix?</a:t>
            </a:r>
            <a:endParaRPr sz="1000">
              <a:latin typeface="Palatino Linotype"/>
              <a:cs typeface="Palatino Linotype"/>
            </a:endParaRPr>
          </a:p>
          <a:p>
            <a:pPr marL="104775" marR="285115">
              <a:lnSpc>
                <a:spcPct val="109400"/>
              </a:lnSpc>
              <a:spcBef>
                <a:spcPts val="409"/>
              </a:spcBef>
            </a:pPr>
            <a:r>
              <a:rPr dirty="0" sz="800" spc="-10">
                <a:solidFill>
                  <a:srgbClr val="FFFFFF"/>
                </a:solidFill>
                <a:latin typeface="Trebuchet MS"/>
                <a:cs typeface="Trebuchet MS"/>
              </a:rPr>
              <a:t>The </a:t>
            </a:r>
            <a:r>
              <a:rPr dirty="0" sz="800" spc="-40">
                <a:solidFill>
                  <a:srgbClr val="FFFFFF"/>
                </a:solidFill>
                <a:latin typeface="Trebuchet MS"/>
                <a:cs typeface="Trebuchet MS"/>
              </a:rPr>
              <a:t>utility</a:t>
            </a:r>
            <a:r>
              <a:rPr dirty="0" sz="800" spc="-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00" spc="-25">
                <a:solidFill>
                  <a:srgbClr val="FFFFFF"/>
                </a:solidFill>
                <a:latin typeface="Trebuchet MS"/>
                <a:cs typeface="Trebuchet MS"/>
              </a:rPr>
              <a:t>matrix</a:t>
            </a:r>
            <a:r>
              <a:rPr dirty="0" sz="800" spc="-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dirty="0" sz="800" spc="-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800" spc="-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00" spc="-40">
                <a:solidFill>
                  <a:srgbClr val="FFFFFF"/>
                </a:solidFill>
                <a:latin typeface="Trebuchet MS"/>
                <a:cs typeface="Trebuchet MS"/>
              </a:rPr>
              <a:t>two-</a:t>
            </a:r>
            <a:r>
              <a:rPr dirty="0" sz="800" spc="-10">
                <a:solidFill>
                  <a:srgbClr val="FFFFFF"/>
                </a:solidFill>
                <a:latin typeface="Trebuchet MS"/>
                <a:cs typeface="Trebuchet MS"/>
              </a:rPr>
              <a:t>dimensional </a:t>
            </a:r>
            <a:r>
              <a:rPr dirty="0" sz="800" spc="-25">
                <a:solidFill>
                  <a:srgbClr val="FFFFFF"/>
                </a:solidFill>
                <a:latin typeface="Trebuchet MS"/>
                <a:cs typeface="Trebuchet MS"/>
              </a:rPr>
              <a:t>structure</a:t>
            </a:r>
            <a:r>
              <a:rPr dirty="0" sz="800" spc="-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00" spc="-35">
                <a:solidFill>
                  <a:srgbClr val="FFFFFF"/>
                </a:solidFill>
                <a:latin typeface="Trebuchet MS"/>
                <a:cs typeface="Trebuchet MS"/>
              </a:rPr>
              <a:t>that</a:t>
            </a:r>
            <a:r>
              <a:rPr dirty="0" sz="800" spc="-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FFFF"/>
                </a:solidFill>
                <a:latin typeface="Trebuchet MS"/>
                <a:cs typeface="Trebuchet MS"/>
              </a:rPr>
              <a:t>forms</a:t>
            </a:r>
            <a:r>
              <a:rPr dirty="0" sz="800" spc="-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00" spc="-3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800" spc="-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00" spc="-30" b="1">
                <a:solidFill>
                  <a:srgbClr val="FFFFFF"/>
                </a:solidFill>
                <a:latin typeface="Trebuchet MS"/>
                <a:cs typeface="Trebuchet MS"/>
              </a:rPr>
              <a:t>core</a:t>
            </a:r>
            <a:r>
              <a:rPr dirty="0" sz="800" spc="-1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00" spc="-25" b="1">
                <a:solidFill>
                  <a:srgbClr val="FFFFFF"/>
                </a:solidFill>
                <a:latin typeface="Trebuchet MS"/>
                <a:cs typeface="Trebuchet MS"/>
              </a:rPr>
              <a:t>data</a:t>
            </a:r>
            <a:r>
              <a:rPr dirty="0" sz="800" spc="-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00" spc="-35" b="1">
                <a:solidFill>
                  <a:srgbClr val="FFFFFF"/>
                </a:solidFill>
                <a:latin typeface="Trebuchet MS"/>
                <a:cs typeface="Trebuchet MS"/>
              </a:rPr>
              <a:t>representation</a:t>
            </a:r>
            <a:r>
              <a:rPr dirty="0" sz="800" spc="-1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dirty="0" sz="800" spc="-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00" spc="-25">
                <a:solidFill>
                  <a:srgbClr val="FFFFFF"/>
                </a:solidFill>
                <a:latin typeface="Trebuchet MS"/>
                <a:cs typeface="Trebuchet MS"/>
              </a:rPr>
              <a:t>the </a:t>
            </a:r>
            <a:r>
              <a:rPr dirty="0" sz="800" spc="-10">
                <a:solidFill>
                  <a:srgbClr val="FFFFFF"/>
                </a:solidFill>
                <a:latin typeface="Trebuchet MS"/>
                <a:cs typeface="Trebuchet MS"/>
              </a:rPr>
              <a:t>recommendation</a:t>
            </a:r>
            <a:r>
              <a:rPr dirty="0" sz="8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Trebuchet MS"/>
                <a:cs typeface="Trebuchet MS"/>
              </a:rPr>
              <a:t>system:</a:t>
            </a:r>
            <a:endParaRPr sz="800">
              <a:latin typeface="Trebuchet MS"/>
              <a:cs typeface="Trebuchet MS"/>
            </a:endParaRPr>
          </a:p>
          <a:p>
            <a:pPr marL="266065">
              <a:lnSpc>
                <a:spcPct val="100000"/>
              </a:lnSpc>
              <a:spcBef>
                <a:spcPts val="540"/>
              </a:spcBef>
            </a:pPr>
            <a:r>
              <a:rPr dirty="0" sz="800" b="1">
                <a:solidFill>
                  <a:srgbClr val="FFFFFF"/>
                </a:solidFill>
                <a:latin typeface="Trebuchet MS"/>
                <a:cs typeface="Trebuchet MS"/>
              </a:rPr>
              <a:t>Rows</a:t>
            </a:r>
            <a:r>
              <a:rPr dirty="0" sz="800" spc="-1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FFFF"/>
                </a:solidFill>
                <a:latin typeface="Trebuchet MS"/>
                <a:cs typeface="Trebuchet MS"/>
              </a:rPr>
              <a:t>—</a:t>
            </a:r>
            <a:r>
              <a:rPr dirty="0" sz="800" spc="-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00" spc="-25">
                <a:solidFill>
                  <a:srgbClr val="FFFFFF"/>
                </a:solidFill>
                <a:latin typeface="Trebuchet MS"/>
                <a:cs typeface="Trebuchet MS"/>
              </a:rPr>
              <a:t>individual</a:t>
            </a:r>
            <a:r>
              <a:rPr dirty="0" sz="800" spc="-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00" spc="-20">
                <a:solidFill>
                  <a:srgbClr val="FFFFFF"/>
                </a:solidFill>
                <a:latin typeface="Trebuchet MS"/>
                <a:cs typeface="Trebuchet MS"/>
              </a:rPr>
              <a:t>users</a:t>
            </a:r>
            <a:endParaRPr sz="800">
              <a:latin typeface="Trebuchet MS"/>
              <a:cs typeface="Trebuchet MS"/>
            </a:endParaRPr>
          </a:p>
          <a:p>
            <a:pPr marL="266065">
              <a:lnSpc>
                <a:spcPct val="100000"/>
              </a:lnSpc>
              <a:spcBef>
                <a:spcPts val="315"/>
              </a:spcBef>
            </a:pPr>
            <a:r>
              <a:rPr dirty="0" sz="800" spc="-10" b="1">
                <a:solidFill>
                  <a:srgbClr val="FFFFFF"/>
                </a:solidFill>
                <a:latin typeface="Trebuchet MS"/>
                <a:cs typeface="Trebuchet MS"/>
              </a:rPr>
              <a:t>Columns </a:t>
            </a:r>
            <a:r>
              <a:rPr dirty="0" sz="800">
                <a:solidFill>
                  <a:srgbClr val="FFFFFF"/>
                </a:solidFill>
                <a:latin typeface="Trebuchet MS"/>
                <a:cs typeface="Trebuchet MS"/>
              </a:rPr>
              <a:t>—</a:t>
            </a:r>
            <a:r>
              <a:rPr dirty="0" sz="800" spc="-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00" spc="-25">
                <a:solidFill>
                  <a:srgbClr val="FFFFFF"/>
                </a:solidFill>
                <a:latin typeface="Trebuchet MS"/>
                <a:cs typeface="Trebuchet MS"/>
              </a:rPr>
              <a:t>individual</a:t>
            </a:r>
            <a:r>
              <a:rPr dirty="0" sz="8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Trebuchet MS"/>
                <a:cs typeface="Trebuchet MS"/>
              </a:rPr>
              <a:t>movie titles</a:t>
            </a:r>
            <a:endParaRPr sz="800">
              <a:latin typeface="Trebuchet MS"/>
              <a:cs typeface="Trebuchet MS"/>
            </a:endParaRPr>
          </a:p>
          <a:p>
            <a:pPr marL="266065">
              <a:lnSpc>
                <a:spcPct val="100000"/>
              </a:lnSpc>
              <a:spcBef>
                <a:spcPts val="240"/>
              </a:spcBef>
            </a:pPr>
            <a:r>
              <a:rPr dirty="0" sz="800" spc="-20" b="1">
                <a:solidFill>
                  <a:srgbClr val="FFFFFF"/>
                </a:solidFill>
                <a:latin typeface="Trebuchet MS"/>
                <a:cs typeface="Trebuchet MS"/>
              </a:rPr>
              <a:t>Values </a:t>
            </a:r>
            <a:r>
              <a:rPr dirty="0" sz="800">
                <a:solidFill>
                  <a:srgbClr val="FFFFFF"/>
                </a:solidFill>
                <a:latin typeface="Trebuchet MS"/>
                <a:cs typeface="Trebuchet MS"/>
              </a:rPr>
              <a:t>—</a:t>
            </a:r>
            <a:r>
              <a:rPr dirty="0" sz="800" spc="-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Trebuchet MS"/>
                <a:cs typeface="Trebuchet MS"/>
              </a:rPr>
              <a:t>ratings</a:t>
            </a:r>
            <a:r>
              <a:rPr dirty="0" sz="800" spc="-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00" spc="-20">
                <a:solidFill>
                  <a:srgbClr val="FFFFFF"/>
                </a:solidFill>
                <a:latin typeface="Trebuchet MS"/>
                <a:cs typeface="Trebuchet MS"/>
              </a:rPr>
              <a:t>(or</a:t>
            </a:r>
            <a:r>
              <a:rPr dirty="0" sz="800" spc="-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00" spc="-20">
                <a:solidFill>
                  <a:srgbClr val="FFFFFF"/>
                </a:solidFill>
                <a:latin typeface="Trebuchet MS"/>
                <a:cs typeface="Trebuchet MS"/>
              </a:rPr>
              <a:t>blank</a:t>
            </a:r>
            <a:r>
              <a:rPr dirty="0" sz="800" spc="-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00" spc="-25">
                <a:solidFill>
                  <a:srgbClr val="FFFFFF"/>
                </a:solidFill>
                <a:latin typeface="Trebuchet MS"/>
                <a:cs typeface="Trebuchet MS"/>
              </a:rPr>
              <a:t>where</a:t>
            </a:r>
            <a:r>
              <a:rPr dirty="0" sz="800" spc="-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FFFF"/>
                </a:solidFill>
                <a:latin typeface="Trebuchet MS"/>
                <a:cs typeface="Trebuchet MS"/>
              </a:rPr>
              <a:t>no</a:t>
            </a:r>
            <a:r>
              <a:rPr dirty="0" sz="800" spc="-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00" spc="-25">
                <a:solidFill>
                  <a:srgbClr val="FFFFFF"/>
                </a:solidFill>
                <a:latin typeface="Trebuchet MS"/>
                <a:cs typeface="Trebuchet MS"/>
              </a:rPr>
              <a:t>rating</a:t>
            </a:r>
            <a:r>
              <a:rPr dirty="0" sz="80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Trebuchet MS"/>
                <a:cs typeface="Trebuchet MS"/>
              </a:rPr>
              <a:t>exists)</a:t>
            </a:r>
            <a:endParaRPr sz="800">
              <a:latin typeface="Trebuchet MS"/>
              <a:cs typeface="Trebuchet MS"/>
            </a:endParaRPr>
          </a:p>
          <a:p>
            <a:pPr marL="104775" marR="175260">
              <a:lnSpc>
                <a:spcPct val="109400"/>
              </a:lnSpc>
              <a:spcBef>
                <a:spcPts val="450"/>
              </a:spcBef>
            </a:pPr>
            <a:r>
              <a:rPr dirty="0" sz="800">
                <a:solidFill>
                  <a:srgbClr val="FFFFFF"/>
                </a:solidFill>
                <a:latin typeface="Trebuchet MS"/>
                <a:cs typeface="Trebuchet MS"/>
              </a:rPr>
              <a:t>This</a:t>
            </a:r>
            <a:r>
              <a:rPr dirty="0" sz="8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00" spc="-25">
                <a:solidFill>
                  <a:srgbClr val="FFFFFF"/>
                </a:solidFill>
                <a:latin typeface="Trebuchet MS"/>
                <a:cs typeface="Trebuchet MS"/>
              </a:rPr>
              <a:t>matrix</a:t>
            </a:r>
            <a:r>
              <a:rPr dirty="0" sz="800">
                <a:solidFill>
                  <a:srgbClr val="FFFFFF"/>
                </a:solidFill>
                <a:latin typeface="Trebuchet MS"/>
                <a:cs typeface="Trebuchet MS"/>
              </a:rPr>
              <a:t> encapsulates</a:t>
            </a:r>
            <a:r>
              <a:rPr dirty="0" sz="8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00" spc="-30">
                <a:solidFill>
                  <a:srgbClr val="FFFFFF"/>
                </a:solidFill>
                <a:latin typeface="Trebuchet MS"/>
                <a:cs typeface="Trebuchet MS"/>
              </a:rPr>
              <a:t>every</a:t>
            </a:r>
            <a:r>
              <a:rPr dirty="0" sz="800">
                <a:solidFill>
                  <a:srgbClr val="FFFFFF"/>
                </a:solidFill>
                <a:latin typeface="Trebuchet MS"/>
                <a:cs typeface="Trebuchet MS"/>
              </a:rPr>
              <a:t> known user–</a:t>
            </a:r>
            <a:r>
              <a:rPr dirty="0" sz="800" spc="-10">
                <a:solidFill>
                  <a:srgbClr val="FFFFFF"/>
                </a:solidFill>
                <a:latin typeface="Trebuchet MS"/>
                <a:cs typeface="Trebuchet MS"/>
              </a:rPr>
              <a:t>movie</a:t>
            </a:r>
            <a:r>
              <a:rPr dirty="0" sz="8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00" spc="-30">
                <a:solidFill>
                  <a:srgbClr val="FFFFFF"/>
                </a:solidFill>
                <a:latin typeface="Trebuchet MS"/>
                <a:cs typeface="Trebuchet MS"/>
              </a:rPr>
              <a:t>interaction</a:t>
            </a:r>
            <a:r>
              <a:rPr dirty="0" sz="800">
                <a:solidFill>
                  <a:srgbClr val="FFFFFF"/>
                </a:solidFill>
                <a:latin typeface="Trebuchet MS"/>
                <a:cs typeface="Trebuchet MS"/>
              </a:rPr>
              <a:t> and </a:t>
            </a:r>
            <a:r>
              <a:rPr dirty="0" sz="800" spc="-10">
                <a:solidFill>
                  <a:srgbClr val="FFFFFF"/>
                </a:solidFill>
                <a:latin typeface="Trebuchet MS"/>
                <a:cs typeface="Trebuchet MS"/>
              </a:rPr>
              <a:t>provides</a:t>
            </a:r>
            <a:r>
              <a:rPr dirty="0" sz="8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00" spc="-3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8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00" spc="-25">
                <a:solidFill>
                  <a:srgbClr val="FFFFFF"/>
                </a:solidFill>
                <a:latin typeface="Trebuchet MS"/>
                <a:cs typeface="Trebuchet MS"/>
              </a:rPr>
              <a:t>input</a:t>
            </a:r>
            <a:r>
              <a:rPr dirty="0" sz="8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Trebuchet MS"/>
                <a:cs typeface="Trebuchet MS"/>
              </a:rPr>
              <a:t>from</a:t>
            </a:r>
            <a:r>
              <a:rPr dirty="0" sz="8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Trebuchet MS"/>
                <a:cs typeface="Trebuchet MS"/>
              </a:rPr>
              <a:t>which </a:t>
            </a:r>
            <a:r>
              <a:rPr dirty="0" sz="800" spc="-25">
                <a:solidFill>
                  <a:srgbClr val="FFFFFF"/>
                </a:solidFill>
                <a:latin typeface="Trebuchet MS"/>
                <a:cs typeface="Trebuchet MS"/>
              </a:rPr>
              <a:t>similarity</a:t>
            </a:r>
            <a:r>
              <a:rPr dirty="0" sz="80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FFFF"/>
                </a:solidFill>
                <a:latin typeface="Trebuchet MS"/>
                <a:cs typeface="Trebuchet MS"/>
              </a:rPr>
              <a:t>computations</a:t>
            </a:r>
            <a:r>
              <a:rPr dirty="0" sz="800" spc="-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00" spc="-25">
                <a:solidFill>
                  <a:srgbClr val="FFFFFF"/>
                </a:solidFill>
                <a:latin typeface="Trebuchet MS"/>
                <a:cs typeface="Trebuchet MS"/>
              </a:rPr>
              <a:t>are</a:t>
            </a:r>
            <a:r>
              <a:rPr dirty="0" sz="80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Trebuchet MS"/>
                <a:cs typeface="Trebuchet MS"/>
              </a:rPr>
              <a:t>performed.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12965" y="933258"/>
            <a:ext cx="5420995" cy="709930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dirty="0" sz="1000">
                <a:solidFill>
                  <a:srgbClr val="3257B8"/>
                </a:solidFill>
                <a:latin typeface="Palatino Linotype"/>
                <a:cs typeface="Palatino Linotype"/>
              </a:rPr>
              <a:t>The</a:t>
            </a:r>
            <a:r>
              <a:rPr dirty="0" sz="1000" spc="170">
                <a:solidFill>
                  <a:srgbClr val="3257B8"/>
                </a:solidFill>
                <a:latin typeface="Palatino Linotype"/>
                <a:cs typeface="Palatino Linotype"/>
              </a:rPr>
              <a:t> </a:t>
            </a:r>
            <a:r>
              <a:rPr dirty="0" sz="1000">
                <a:solidFill>
                  <a:srgbClr val="3257B8"/>
                </a:solidFill>
                <a:latin typeface="Palatino Linotype"/>
                <a:cs typeface="Palatino Linotype"/>
              </a:rPr>
              <a:t>Sparsity</a:t>
            </a:r>
            <a:r>
              <a:rPr dirty="0" sz="1000" spc="170">
                <a:solidFill>
                  <a:srgbClr val="3257B8"/>
                </a:solidFill>
                <a:latin typeface="Palatino Linotype"/>
                <a:cs typeface="Palatino Linotype"/>
              </a:rPr>
              <a:t> </a:t>
            </a:r>
            <a:r>
              <a:rPr dirty="0" sz="1000" spc="-10">
                <a:solidFill>
                  <a:srgbClr val="3257B8"/>
                </a:solidFill>
                <a:latin typeface="Palatino Linotype"/>
                <a:cs typeface="Palatino Linotype"/>
              </a:rPr>
              <a:t>Problem</a:t>
            </a:r>
            <a:endParaRPr sz="1000">
              <a:latin typeface="Palatino Linotype"/>
              <a:cs typeface="Palatino Linotype"/>
            </a:endParaRPr>
          </a:p>
          <a:p>
            <a:pPr marL="12700" marR="5080">
              <a:lnSpc>
                <a:spcPct val="109400"/>
              </a:lnSpc>
              <a:spcBef>
                <a:spcPts val="409"/>
              </a:spcBef>
            </a:pPr>
            <a:r>
              <a:rPr dirty="0" sz="800">
                <a:solidFill>
                  <a:srgbClr val="15203F"/>
                </a:solidFill>
                <a:latin typeface="Trebuchet MS"/>
                <a:cs typeface="Trebuchet MS"/>
              </a:rPr>
              <a:t>Because</a:t>
            </a:r>
            <a:r>
              <a:rPr dirty="0" sz="800" spc="-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15203F"/>
                </a:solidFill>
                <a:latin typeface="Trebuchet MS"/>
                <a:cs typeface="Trebuchet MS"/>
              </a:rPr>
              <a:t>no user can </a:t>
            </a:r>
            <a:r>
              <a:rPr dirty="0" sz="800" spc="-30">
                <a:solidFill>
                  <a:srgbClr val="15203F"/>
                </a:solidFill>
                <a:latin typeface="Trebuchet MS"/>
                <a:cs typeface="Trebuchet MS"/>
              </a:rPr>
              <a:t>realistically</a:t>
            </a:r>
            <a:r>
              <a:rPr dirty="0" sz="800" spc="-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800" spc="-40">
                <a:solidFill>
                  <a:srgbClr val="15203F"/>
                </a:solidFill>
                <a:latin typeface="Trebuchet MS"/>
                <a:cs typeface="Trebuchet MS"/>
              </a:rPr>
              <a:t>rate</a:t>
            </a:r>
            <a:r>
              <a:rPr dirty="0" sz="800">
                <a:solidFill>
                  <a:srgbClr val="15203F"/>
                </a:solidFill>
                <a:latin typeface="Trebuchet MS"/>
                <a:cs typeface="Trebuchet MS"/>
              </a:rPr>
              <a:t> thousands of </a:t>
            </a:r>
            <a:r>
              <a:rPr dirty="0" sz="800" spc="-30">
                <a:solidFill>
                  <a:srgbClr val="15203F"/>
                </a:solidFill>
                <a:latin typeface="Trebuchet MS"/>
                <a:cs typeface="Trebuchet MS"/>
              </a:rPr>
              <a:t>films,</a:t>
            </a:r>
            <a:r>
              <a:rPr dirty="0" sz="800" spc="-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800" spc="-30">
                <a:solidFill>
                  <a:srgbClr val="15203F"/>
                </a:solidFill>
                <a:latin typeface="Trebuchet MS"/>
                <a:cs typeface="Trebuchet MS"/>
              </a:rPr>
              <a:t>the</a:t>
            </a:r>
            <a:r>
              <a:rPr dirty="0" sz="80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800" spc="-40">
                <a:solidFill>
                  <a:srgbClr val="15203F"/>
                </a:solidFill>
                <a:latin typeface="Trebuchet MS"/>
                <a:cs typeface="Trebuchet MS"/>
              </a:rPr>
              <a:t>utility</a:t>
            </a:r>
            <a:r>
              <a:rPr dirty="0" sz="80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800" spc="-25">
                <a:solidFill>
                  <a:srgbClr val="15203F"/>
                </a:solidFill>
                <a:latin typeface="Trebuchet MS"/>
                <a:cs typeface="Trebuchet MS"/>
              </a:rPr>
              <a:t>matrix</a:t>
            </a:r>
            <a:r>
              <a:rPr dirty="0" sz="800">
                <a:solidFill>
                  <a:srgbClr val="15203F"/>
                </a:solidFill>
                <a:latin typeface="Trebuchet MS"/>
                <a:cs typeface="Trebuchet MS"/>
              </a:rPr>
              <a:t> is </a:t>
            </a:r>
            <a:r>
              <a:rPr dirty="0" sz="800" b="1">
                <a:solidFill>
                  <a:srgbClr val="15203F"/>
                </a:solidFill>
                <a:latin typeface="Trebuchet MS"/>
                <a:cs typeface="Trebuchet MS"/>
              </a:rPr>
              <a:t>96–</a:t>
            </a:r>
            <a:r>
              <a:rPr dirty="0" sz="800" spc="-10" b="1">
                <a:solidFill>
                  <a:srgbClr val="15203F"/>
                </a:solidFill>
                <a:latin typeface="Trebuchet MS"/>
                <a:cs typeface="Trebuchet MS"/>
              </a:rPr>
              <a:t>98%</a:t>
            </a:r>
            <a:r>
              <a:rPr dirty="0" sz="800" spc="-5" b="1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800" spc="-50" b="1">
                <a:solidFill>
                  <a:srgbClr val="15203F"/>
                </a:solidFill>
                <a:latin typeface="Trebuchet MS"/>
                <a:cs typeface="Trebuchet MS"/>
              </a:rPr>
              <a:t>empty</a:t>
            </a:r>
            <a:r>
              <a:rPr dirty="0" sz="800" spc="-50">
                <a:solidFill>
                  <a:srgbClr val="15203F"/>
                </a:solidFill>
                <a:latin typeface="Trebuchet MS"/>
                <a:cs typeface="Trebuchet MS"/>
              </a:rPr>
              <a:t>.</a:t>
            </a:r>
            <a:r>
              <a:rPr dirty="0" sz="800" spc="-2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15203F"/>
                </a:solidFill>
                <a:latin typeface="Trebuchet MS"/>
                <a:cs typeface="Trebuchet MS"/>
              </a:rPr>
              <a:t>This </a:t>
            </a:r>
            <a:r>
              <a:rPr dirty="0" sz="800" spc="-30">
                <a:solidFill>
                  <a:srgbClr val="15203F"/>
                </a:solidFill>
                <a:latin typeface="Trebuchet MS"/>
                <a:cs typeface="Trebuchet MS"/>
              </a:rPr>
              <a:t>extreme</a:t>
            </a:r>
            <a:r>
              <a:rPr dirty="0" sz="800">
                <a:solidFill>
                  <a:srgbClr val="15203F"/>
                </a:solidFill>
                <a:latin typeface="Trebuchet MS"/>
                <a:cs typeface="Trebuchet MS"/>
              </a:rPr>
              <a:t> sparsity is </a:t>
            </a:r>
            <a:r>
              <a:rPr dirty="0" sz="800" spc="-25">
                <a:solidFill>
                  <a:srgbClr val="15203F"/>
                </a:solidFill>
                <a:latin typeface="Trebuchet MS"/>
                <a:cs typeface="Trebuchet MS"/>
              </a:rPr>
              <a:t>one </a:t>
            </a:r>
            <a:r>
              <a:rPr dirty="0" sz="800">
                <a:solidFill>
                  <a:srgbClr val="15203F"/>
                </a:solidFill>
                <a:latin typeface="Trebuchet MS"/>
                <a:cs typeface="Trebuchet MS"/>
              </a:rPr>
              <a:t>of</a:t>
            </a:r>
            <a:r>
              <a:rPr dirty="0" sz="800" spc="-1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800" spc="-30">
                <a:solidFill>
                  <a:srgbClr val="15203F"/>
                </a:solidFill>
                <a:latin typeface="Trebuchet MS"/>
                <a:cs typeface="Trebuchet MS"/>
              </a:rPr>
              <a:t>the</a:t>
            </a:r>
            <a:r>
              <a:rPr dirty="0" sz="800" spc="-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800" spc="-30">
                <a:solidFill>
                  <a:srgbClr val="15203F"/>
                </a:solidFill>
                <a:latin typeface="Trebuchet MS"/>
                <a:cs typeface="Trebuchet MS"/>
              </a:rPr>
              <a:t>central</a:t>
            </a:r>
            <a:r>
              <a:rPr dirty="0" sz="800" spc="-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800" spc="-25">
                <a:solidFill>
                  <a:srgbClr val="15203F"/>
                </a:solidFill>
                <a:latin typeface="Trebuchet MS"/>
                <a:cs typeface="Trebuchet MS"/>
              </a:rPr>
              <a:t>technical</a:t>
            </a:r>
            <a:r>
              <a:rPr dirty="0" sz="800" spc="-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800" spc="-10">
                <a:solidFill>
                  <a:srgbClr val="15203F"/>
                </a:solidFill>
                <a:latin typeface="Trebuchet MS"/>
                <a:cs typeface="Trebuchet MS"/>
              </a:rPr>
              <a:t>challenges</a:t>
            </a:r>
            <a:r>
              <a:rPr dirty="0" sz="800" spc="-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800" spc="-20">
                <a:solidFill>
                  <a:srgbClr val="15203F"/>
                </a:solidFill>
                <a:latin typeface="Trebuchet MS"/>
                <a:cs typeface="Trebuchet MS"/>
              </a:rPr>
              <a:t>in</a:t>
            </a:r>
            <a:r>
              <a:rPr dirty="0" sz="800" spc="-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800" spc="-25">
                <a:solidFill>
                  <a:srgbClr val="15203F"/>
                </a:solidFill>
                <a:latin typeface="Trebuchet MS"/>
                <a:cs typeface="Trebuchet MS"/>
              </a:rPr>
              <a:t>collaborative</a:t>
            </a:r>
            <a:r>
              <a:rPr dirty="0" sz="800" spc="-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800" spc="-40">
                <a:solidFill>
                  <a:srgbClr val="15203F"/>
                </a:solidFill>
                <a:latin typeface="Trebuchet MS"/>
                <a:cs typeface="Trebuchet MS"/>
              </a:rPr>
              <a:t>filtering.</a:t>
            </a:r>
            <a:r>
              <a:rPr dirty="0" sz="800" spc="-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15203F"/>
                </a:solidFill>
                <a:latin typeface="Trebuchet MS"/>
                <a:cs typeface="Trebuchet MS"/>
              </a:rPr>
              <a:t>Most</a:t>
            </a:r>
            <a:r>
              <a:rPr dirty="0" sz="800" spc="-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800" spc="-10">
                <a:solidFill>
                  <a:srgbClr val="15203F"/>
                </a:solidFill>
                <a:latin typeface="Trebuchet MS"/>
                <a:cs typeface="Trebuchet MS"/>
              </a:rPr>
              <a:t>cells</a:t>
            </a:r>
            <a:r>
              <a:rPr dirty="0" sz="800" spc="-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800" spc="-10">
                <a:solidFill>
                  <a:srgbClr val="15203F"/>
                </a:solidFill>
                <a:latin typeface="Trebuchet MS"/>
                <a:cs typeface="Trebuchet MS"/>
              </a:rPr>
              <a:t>contain </a:t>
            </a:r>
            <a:r>
              <a:rPr dirty="0" sz="800">
                <a:solidFill>
                  <a:srgbClr val="15203F"/>
                </a:solidFill>
                <a:latin typeface="Trebuchet MS"/>
                <a:cs typeface="Trebuchet MS"/>
              </a:rPr>
              <a:t>no</a:t>
            </a:r>
            <a:r>
              <a:rPr dirty="0" sz="800" spc="-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800" spc="-45">
                <a:solidFill>
                  <a:srgbClr val="15203F"/>
                </a:solidFill>
                <a:latin typeface="Trebuchet MS"/>
                <a:cs typeface="Trebuchet MS"/>
              </a:rPr>
              <a:t>data,</a:t>
            </a:r>
            <a:r>
              <a:rPr dirty="0" sz="800" spc="-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15203F"/>
                </a:solidFill>
                <a:latin typeface="Trebuchet MS"/>
                <a:cs typeface="Trebuchet MS"/>
              </a:rPr>
              <a:t>making</a:t>
            </a:r>
            <a:r>
              <a:rPr dirty="0" sz="800" spc="-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800" spc="-45">
                <a:solidFill>
                  <a:srgbClr val="15203F"/>
                </a:solidFill>
                <a:latin typeface="Trebuchet MS"/>
                <a:cs typeface="Trebuchet MS"/>
              </a:rPr>
              <a:t>it</a:t>
            </a:r>
            <a:r>
              <a:rPr dirty="0" sz="800" spc="-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800" spc="-30">
                <a:solidFill>
                  <a:srgbClr val="15203F"/>
                </a:solidFill>
                <a:latin typeface="Trebuchet MS"/>
                <a:cs typeface="Trebuchet MS"/>
              </a:rPr>
              <a:t>difficult</a:t>
            </a:r>
            <a:r>
              <a:rPr dirty="0" sz="800" spc="-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800" spc="-20">
                <a:solidFill>
                  <a:srgbClr val="15203F"/>
                </a:solidFill>
                <a:latin typeface="Trebuchet MS"/>
                <a:cs typeface="Trebuchet MS"/>
              </a:rPr>
              <a:t>to</a:t>
            </a:r>
            <a:r>
              <a:rPr dirty="0" sz="800" spc="-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800" spc="-10">
                <a:solidFill>
                  <a:srgbClr val="15203F"/>
                </a:solidFill>
                <a:latin typeface="Trebuchet MS"/>
                <a:cs typeface="Trebuchet MS"/>
              </a:rPr>
              <a:t>infer </a:t>
            </a:r>
            <a:r>
              <a:rPr dirty="0" sz="800" spc="-20">
                <a:solidFill>
                  <a:srgbClr val="15203F"/>
                </a:solidFill>
                <a:latin typeface="Trebuchet MS"/>
                <a:cs typeface="Trebuchet MS"/>
              </a:rPr>
              <a:t>preferences</a:t>
            </a:r>
            <a:r>
              <a:rPr dirty="0" sz="800" spc="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800" spc="-25">
                <a:solidFill>
                  <a:srgbClr val="15203F"/>
                </a:solidFill>
                <a:latin typeface="Trebuchet MS"/>
                <a:cs typeface="Trebuchet MS"/>
              </a:rPr>
              <a:t>without</a:t>
            </a:r>
            <a:r>
              <a:rPr dirty="0" sz="800" spc="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800" spc="-10">
                <a:solidFill>
                  <a:srgbClr val="15203F"/>
                </a:solidFill>
                <a:latin typeface="Trebuchet MS"/>
                <a:cs typeface="Trebuchet MS"/>
              </a:rPr>
              <a:t>robust</a:t>
            </a:r>
            <a:r>
              <a:rPr dirty="0" sz="800" spc="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800" spc="-20">
                <a:solidFill>
                  <a:srgbClr val="15203F"/>
                </a:solidFill>
                <a:latin typeface="Trebuchet MS"/>
                <a:cs typeface="Trebuchet MS"/>
              </a:rPr>
              <a:t>mathematical</a:t>
            </a:r>
            <a:r>
              <a:rPr dirty="0" sz="800" spc="1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800" spc="-10">
                <a:solidFill>
                  <a:srgbClr val="15203F"/>
                </a:solidFill>
                <a:latin typeface="Trebuchet MS"/>
                <a:cs typeface="Trebuchet MS"/>
              </a:rPr>
              <a:t>techniques.</a:t>
            </a:r>
            <a:endParaRPr sz="800">
              <a:latin typeface="Trebuchet MS"/>
              <a:cs typeface="Trebuchet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15199" y="1743074"/>
            <a:ext cx="1511796" cy="151179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829500" y="2326163"/>
            <a:ext cx="485775" cy="3282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25">
                <a:solidFill>
                  <a:srgbClr val="15203F"/>
                </a:solidFill>
                <a:latin typeface="Palatino Linotype"/>
                <a:cs typeface="Palatino Linotype"/>
              </a:rPr>
              <a:t>97%</a:t>
            </a:r>
            <a:endParaRPr sz="1950">
              <a:latin typeface="Palatino Linotype"/>
              <a:cs typeface="Palatino Linotyp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02747" y="3257358"/>
            <a:ext cx="2339340" cy="443230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25"/>
              </a:spcBef>
            </a:pPr>
            <a:r>
              <a:rPr dirty="0" sz="1000">
                <a:solidFill>
                  <a:srgbClr val="15203F"/>
                </a:solidFill>
                <a:latin typeface="Palatino Linotype"/>
                <a:cs typeface="Palatino Linotype"/>
              </a:rPr>
              <a:t>Matrix</a:t>
            </a:r>
            <a:r>
              <a:rPr dirty="0" sz="1000" spc="160">
                <a:solidFill>
                  <a:srgbClr val="15203F"/>
                </a:solidFill>
                <a:latin typeface="Palatino Linotype"/>
                <a:cs typeface="Palatino Linotype"/>
              </a:rPr>
              <a:t> </a:t>
            </a:r>
            <a:r>
              <a:rPr dirty="0" sz="1000" spc="-10">
                <a:solidFill>
                  <a:srgbClr val="15203F"/>
                </a:solidFill>
                <a:latin typeface="Palatino Linotype"/>
                <a:cs typeface="Palatino Linotype"/>
              </a:rPr>
              <a:t>Sparsity</a:t>
            </a:r>
            <a:endParaRPr sz="1000">
              <a:latin typeface="Palatino Linotype"/>
              <a:cs typeface="Palatino Linotype"/>
            </a:endParaRPr>
          </a:p>
          <a:p>
            <a:pPr algn="ctr">
              <a:lnSpc>
                <a:spcPct val="100000"/>
              </a:lnSpc>
              <a:spcBef>
                <a:spcPts val="500"/>
              </a:spcBef>
            </a:pPr>
            <a:r>
              <a:rPr dirty="0" sz="800" spc="-25">
                <a:solidFill>
                  <a:srgbClr val="15203F"/>
                </a:solidFill>
                <a:latin typeface="Trebuchet MS"/>
                <a:cs typeface="Trebuchet MS"/>
              </a:rPr>
              <a:t>Typical </a:t>
            </a:r>
            <a:r>
              <a:rPr dirty="0" sz="800" spc="-20">
                <a:solidFill>
                  <a:srgbClr val="15203F"/>
                </a:solidFill>
                <a:latin typeface="Trebuchet MS"/>
                <a:cs typeface="Trebuchet MS"/>
              </a:rPr>
              <a:t>proportion </a:t>
            </a:r>
            <a:r>
              <a:rPr dirty="0" sz="800">
                <a:solidFill>
                  <a:srgbClr val="15203F"/>
                </a:solidFill>
                <a:latin typeface="Trebuchet MS"/>
                <a:cs typeface="Trebuchet MS"/>
              </a:rPr>
              <a:t>of</a:t>
            </a:r>
            <a:r>
              <a:rPr dirty="0" sz="800" spc="-20">
                <a:solidFill>
                  <a:srgbClr val="15203F"/>
                </a:solidFill>
                <a:latin typeface="Trebuchet MS"/>
                <a:cs typeface="Trebuchet MS"/>
              </a:rPr>
              <a:t> empty</a:t>
            </a:r>
            <a:r>
              <a:rPr dirty="0" sz="800" spc="-2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800" spc="-10">
                <a:solidFill>
                  <a:srgbClr val="15203F"/>
                </a:solidFill>
                <a:latin typeface="Trebuchet MS"/>
                <a:cs typeface="Trebuchet MS"/>
              </a:rPr>
              <a:t>cells</a:t>
            </a:r>
            <a:r>
              <a:rPr dirty="0" sz="800" spc="-20">
                <a:solidFill>
                  <a:srgbClr val="15203F"/>
                </a:solidFill>
                <a:latin typeface="Trebuchet MS"/>
                <a:cs typeface="Trebuchet MS"/>
              </a:rPr>
              <a:t> in </a:t>
            </a:r>
            <a:r>
              <a:rPr dirty="0" sz="800" spc="-30">
                <a:solidFill>
                  <a:srgbClr val="15203F"/>
                </a:solidFill>
                <a:latin typeface="Trebuchet MS"/>
                <a:cs typeface="Trebuchet MS"/>
              </a:rPr>
              <a:t>the</a:t>
            </a:r>
            <a:r>
              <a:rPr dirty="0" sz="800" spc="-2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800" spc="-40">
                <a:solidFill>
                  <a:srgbClr val="15203F"/>
                </a:solidFill>
                <a:latin typeface="Trebuchet MS"/>
                <a:cs typeface="Trebuchet MS"/>
              </a:rPr>
              <a:t>utility</a:t>
            </a:r>
            <a:r>
              <a:rPr dirty="0" sz="800" spc="-2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800" spc="-10">
                <a:solidFill>
                  <a:srgbClr val="15203F"/>
                </a:solidFill>
                <a:latin typeface="Trebuchet MS"/>
                <a:cs typeface="Trebuchet MS"/>
              </a:rPr>
              <a:t>matrix</a:t>
            </a:r>
            <a:endParaRPr sz="80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315199" y="3857624"/>
            <a:ext cx="1511935" cy="1511300"/>
            <a:chOff x="7315199" y="3857624"/>
            <a:chExt cx="1511935" cy="1511300"/>
          </a:xfrm>
        </p:grpSpPr>
        <p:sp>
          <p:nvSpPr>
            <p:cNvPr id="12" name="object 12"/>
            <p:cNvSpPr/>
            <p:nvPr/>
          </p:nvSpPr>
          <p:spPr>
            <a:xfrm>
              <a:off x="7315199" y="3857624"/>
              <a:ext cx="1511935" cy="1511300"/>
            </a:xfrm>
            <a:custGeom>
              <a:avLst/>
              <a:gdLst/>
              <a:ahLst/>
              <a:cxnLst/>
              <a:rect l="l" t="t" r="r" b="b"/>
              <a:pathLst>
                <a:path w="1511934" h="1511300">
                  <a:moveTo>
                    <a:pt x="903366" y="12700"/>
                  </a:moveTo>
                  <a:lnTo>
                    <a:pt x="608429" y="12700"/>
                  </a:lnTo>
                  <a:lnTo>
                    <a:pt x="626673" y="0"/>
                  </a:lnTo>
                  <a:lnTo>
                    <a:pt x="885122" y="0"/>
                  </a:lnTo>
                  <a:lnTo>
                    <a:pt x="903366" y="12700"/>
                  </a:lnTo>
                  <a:close/>
                </a:path>
                <a:path w="1511934" h="1511300">
                  <a:moveTo>
                    <a:pt x="957500" y="25400"/>
                  </a:moveTo>
                  <a:lnTo>
                    <a:pt x="554295" y="25400"/>
                  </a:lnTo>
                  <a:lnTo>
                    <a:pt x="572229" y="12700"/>
                  </a:lnTo>
                  <a:lnTo>
                    <a:pt x="939566" y="12700"/>
                  </a:lnTo>
                  <a:lnTo>
                    <a:pt x="957500" y="25400"/>
                  </a:lnTo>
                  <a:close/>
                </a:path>
                <a:path w="1511934" h="1511300">
                  <a:moveTo>
                    <a:pt x="993014" y="38100"/>
                  </a:moveTo>
                  <a:lnTo>
                    <a:pt x="518781" y="38100"/>
                  </a:lnTo>
                  <a:lnTo>
                    <a:pt x="536472" y="25400"/>
                  </a:lnTo>
                  <a:lnTo>
                    <a:pt x="975323" y="25400"/>
                  </a:lnTo>
                  <a:lnTo>
                    <a:pt x="993014" y="38100"/>
                  </a:lnTo>
                  <a:close/>
                </a:path>
                <a:path w="1511934" h="1511300">
                  <a:moveTo>
                    <a:pt x="1062224" y="63500"/>
                  </a:moveTo>
                  <a:lnTo>
                    <a:pt x="449571" y="63500"/>
                  </a:lnTo>
                  <a:lnTo>
                    <a:pt x="483859" y="38100"/>
                  </a:lnTo>
                  <a:lnTo>
                    <a:pt x="1027936" y="38100"/>
                  </a:lnTo>
                  <a:lnTo>
                    <a:pt x="1062224" y="63500"/>
                  </a:lnTo>
                  <a:close/>
                </a:path>
                <a:path w="1511934" h="1511300">
                  <a:moveTo>
                    <a:pt x="1112225" y="88900"/>
                  </a:moveTo>
                  <a:lnTo>
                    <a:pt x="399570" y="88900"/>
                  </a:lnTo>
                  <a:lnTo>
                    <a:pt x="432709" y="63500"/>
                  </a:lnTo>
                  <a:lnTo>
                    <a:pt x="1079086" y="63500"/>
                  </a:lnTo>
                  <a:lnTo>
                    <a:pt x="1112225" y="88900"/>
                  </a:lnTo>
                  <a:close/>
                </a:path>
                <a:path w="1511934" h="1511300">
                  <a:moveTo>
                    <a:pt x="1175852" y="127000"/>
                  </a:moveTo>
                  <a:lnTo>
                    <a:pt x="335943" y="127000"/>
                  </a:lnTo>
                  <a:lnTo>
                    <a:pt x="351498" y="114300"/>
                  </a:lnTo>
                  <a:lnTo>
                    <a:pt x="367288" y="101600"/>
                  </a:lnTo>
                  <a:lnTo>
                    <a:pt x="383312" y="88900"/>
                  </a:lnTo>
                  <a:lnTo>
                    <a:pt x="1128483" y="88900"/>
                  </a:lnTo>
                  <a:lnTo>
                    <a:pt x="1144507" y="101600"/>
                  </a:lnTo>
                  <a:lnTo>
                    <a:pt x="1160297" y="114300"/>
                  </a:lnTo>
                  <a:lnTo>
                    <a:pt x="1175852" y="127000"/>
                  </a:lnTo>
                  <a:close/>
                </a:path>
                <a:path w="1511934" h="1511300">
                  <a:moveTo>
                    <a:pt x="1175852" y="1384300"/>
                  </a:moveTo>
                  <a:lnTo>
                    <a:pt x="335943" y="1384300"/>
                  </a:lnTo>
                  <a:lnTo>
                    <a:pt x="320640" y="1371600"/>
                  </a:lnTo>
                  <a:lnTo>
                    <a:pt x="290849" y="1346200"/>
                  </a:lnTo>
                  <a:lnTo>
                    <a:pt x="262161" y="1320800"/>
                  </a:lnTo>
                  <a:lnTo>
                    <a:pt x="221397" y="1282700"/>
                  </a:lnTo>
                  <a:lnTo>
                    <a:pt x="183528" y="1244600"/>
                  </a:lnTo>
                  <a:lnTo>
                    <a:pt x="148754" y="1193800"/>
                  </a:lnTo>
                  <a:lnTo>
                    <a:pt x="137890" y="1181100"/>
                  </a:lnTo>
                  <a:lnTo>
                    <a:pt x="127391" y="1168400"/>
                  </a:lnTo>
                  <a:lnTo>
                    <a:pt x="117271" y="1155700"/>
                  </a:lnTo>
                  <a:lnTo>
                    <a:pt x="107542" y="1143000"/>
                  </a:lnTo>
                  <a:lnTo>
                    <a:pt x="98203" y="1117600"/>
                  </a:lnTo>
                  <a:lnTo>
                    <a:pt x="89255" y="1104900"/>
                  </a:lnTo>
                  <a:lnTo>
                    <a:pt x="80708" y="1092200"/>
                  </a:lnTo>
                  <a:lnTo>
                    <a:pt x="72573" y="1066800"/>
                  </a:lnTo>
                  <a:lnTo>
                    <a:pt x="64850" y="1054100"/>
                  </a:lnTo>
                  <a:lnTo>
                    <a:pt x="57539" y="1041400"/>
                  </a:lnTo>
                  <a:lnTo>
                    <a:pt x="50648" y="1016000"/>
                  </a:lnTo>
                  <a:lnTo>
                    <a:pt x="44186" y="1003300"/>
                  </a:lnTo>
                  <a:lnTo>
                    <a:pt x="38153" y="990600"/>
                  </a:lnTo>
                  <a:lnTo>
                    <a:pt x="32548" y="965200"/>
                  </a:lnTo>
                  <a:lnTo>
                    <a:pt x="27379" y="952500"/>
                  </a:lnTo>
                  <a:lnTo>
                    <a:pt x="22652" y="927100"/>
                  </a:lnTo>
                  <a:lnTo>
                    <a:pt x="18367" y="914400"/>
                  </a:lnTo>
                  <a:lnTo>
                    <a:pt x="14524" y="901700"/>
                  </a:lnTo>
                  <a:lnTo>
                    <a:pt x="11127" y="876300"/>
                  </a:lnTo>
                  <a:lnTo>
                    <a:pt x="8180" y="863600"/>
                  </a:lnTo>
                  <a:lnTo>
                    <a:pt x="5685" y="838200"/>
                  </a:lnTo>
                  <a:lnTo>
                    <a:pt x="3639" y="825500"/>
                  </a:lnTo>
                  <a:lnTo>
                    <a:pt x="2047" y="800100"/>
                  </a:lnTo>
                  <a:lnTo>
                    <a:pt x="909" y="787400"/>
                  </a:lnTo>
                  <a:lnTo>
                    <a:pt x="227" y="762000"/>
                  </a:lnTo>
                  <a:lnTo>
                    <a:pt x="0" y="749300"/>
                  </a:lnTo>
                  <a:lnTo>
                    <a:pt x="227" y="736600"/>
                  </a:lnTo>
                  <a:lnTo>
                    <a:pt x="909" y="711200"/>
                  </a:lnTo>
                  <a:lnTo>
                    <a:pt x="2047" y="698500"/>
                  </a:lnTo>
                  <a:lnTo>
                    <a:pt x="3639" y="673100"/>
                  </a:lnTo>
                  <a:lnTo>
                    <a:pt x="5685" y="660400"/>
                  </a:lnTo>
                  <a:lnTo>
                    <a:pt x="8180" y="635000"/>
                  </a:lnTo>
                  <a:lnTo>
                    <a:pt x="11127" y="622300"/>
                  </a:lnTo>
                  <a:lnTo>
                    <a:pt x="14524" y="596900"/>
                  </a:lnTo>
                  <a:lnTo>
                    <a:pt x="18367" y="584200"/>
                  </a:lnTo>
                  <a:lnTo>
                    <a:pt x="22652" y="571500"/>
                  </a:lnTo>
                  <a:lnTo>
                    <a:pt x="27379" y="546100"/>
                  </a:lnTo>
                  <a:lnTo>
                    <a:pt x="32548" y="533400"/>
                  </a:lnTo>
                  <a:lnTo>
                    <a:pt x="38152" y="508000"/>
                  </a:lnTo>
                  <a:lnTo>
                    <a:pt x="44186" y="495300"/>
                  </a:lnTo>
                  <a:lnTo>
                    <a:pt x="50648" y="482600"/>
                  </a:lnTo>
                  <a:lnTo>
                    <a:pt x="57539" y="457200"/>
                  </a:lnTo>
                  <a:lnTo>
                    <a:pt x="64850" y="444500"/>
                  </a:lnTo>
                  <a:lnTo>
                    <a:pt x="72573" y="431800"/>
                  </a:lnTo>
                  <a:lnTo>
                    <a:pt x="80708" y="406400"/>
                  </a:lnTo>
                  <a:lnTo>
                    <a:pt x="89255" y="393700"/>
                  </a:lnTo>
                  <a:lnTo>
                    <a:pt x="98203" y="381000"/>
                  </a:lnTo>
                  <a:lnTo>
                    <a:pt x="107542" y="355600"/>
                  </a:lnTo>
                  <a:lnTo>
                    <a:pt x="117271" y="342900"/>
                  </a:lnTo>
                  <a:lnTo>
                    <a:pt x="127391" y="330200"/>
                  </a:lnTo>
                  <a:lnTo>
                    <a:pt x="137890" y="317500"/>
                  </a:lnTo>
                  <a:lnTo>
                    <a:pt x="148754" y="304800"/>
                  </a:lnTo>
                  <a:lnTo>
                    <a:pt x="159984" y="279400"/>
                  </a:lnTo>
                  <a:lnTo>
                    <a:pt x="195814" y="241300"/>
                  </a:lnTo>
                  <a:lnTo>
                    <a:pt x="234679" y="203200"/>
                  </a:lnTo>
                  <a:lnTo>
                    <a:pt x="276361" y="165100"/>
                  </a:lnTo>
                  <a:lnTo>
                    <a:pt x="305609" y="139700"/>
                  </a:lnTo>
                  <a:lnTo>
                    <a:pt x="320640" y="127000"/>
                  </a:lnTo>
                  <a:lnTo>
                    <a:pt x="695129" y="127000"/>
                  </a:lnTo>
                  <a:lnTo>
                    <a:pt x="680000" y="139700"/>
                  </a:lnTo>
                  <a:lnTo>
                    <a:pt x="620052" y="139700"/>
                  </a:lnTo>
                  <a:lnTo>
                    <a:pt x="605251" y="152400"/>
                  </a:lnTo>
                  <a:lnTo>
                    <a:pt x="575921" y="152400"/>
                  </a:lnTo>
                  <a:lnTo>
                    <a:pt x="561410" y="165100"/>
                  </a:lnTo>
                  <a:lnTo>
                    <a:pt x="532765" y="165100"/>
                  </a:lnTo>
                  <a:lnTo>
                    <a:pt x="518631" y="177800"/>
                  </a:lnTo>
                  <a:lnTo>
                    <a:pt x="504640" y="177800"/>
                  </a:lnTo>
                  <a:lnTo>
                    <a:pt x="490808" y="190500"/>
                  </a:lnTo>
                  <a:lnTo>
                    <a:pt x="477136" y="190500"/>
                  </a:lnTo>
                  <a:lnTo>
                    <a:pt x="463624" y="203200"/>
                  </a:lnTo>
                  <a:lnTo>
                    <a:pt x="450288" y="215900"/>
                  </a:lnTo>
                  <a:lnTo>
                    <a:pt x="437144" y="215900"/>
                  </a:lnTo>
                  <a:lnTo>
                    <a:pt x="424192" y="228600"/>
                  </a:lnTo>
                  <a:lnTo>
                    <a:pt x="411432" y="228600"/>
                  </a:lnTo>
                  <a:lnTo>
                    <a:pt x="398879" y="241300"/>
                  </a:lnTo>
                  <a:lnTo>
                    <a:pt x="386549" y="254000"/>
                  </a:lnTo>
                  <a:lnTo>
                    <a:pt x="374442" y="266700"/>
                  </a:lnTo>
                  <a:lnTo>
                    <a:pt x="362557" y="266700"/>
                  </a:lnTo>
                  <a:lnTo>
                    <a:pt x="350908" y="279400"/>
                  </a:lnTo>
                  <a:lnTo>
                    <a:pt x="339511" y="292100"/>
                  </a:lnTo>
                  <a:lnTo>
                    <a:pt x="328364" y="304800"/>
                  </a:lnTo>
                  <a:lnTo>
                    <a:pt x="317469" y="317500"/>
                  </a:lnTo>
                  <a:lnTo>
                    <a:pt x="306837" y="317500"/>
                  </a:lnTo>
                  <a:lnTo>
                    <a:pt x="276603" y="355600"/>
                  </a:lnTo>
                  <a:lnTo>
                    <a:pt x="248965" y="393700"/>
                  </a:lnTo>
                  <a:lnTo>
                    <a:pt x="224070" y="431800"/>
                  </a:lnTo>
                  <a:lnTo>
                    <a:pt x="202057" y="469900"/>
                  </a:lnTo>
                  <a:lnTo>
                    <a:pt x="183050" y="508000"/>
                  </a:lnTo>
                  <a:lnTo>
                    <a:pt x="172096" y="546100"/>
                  </a:lnTo>
                  <a:lnTo>
                    <a:pt x="167146" y="558800"/>
                  </a:lnTo>
                  <a:lnTo>
                    <a:pt x="154431" y="596900"/>
                  </a:lnTo>
                  <a:lnTo>
                    <a:pt x="144976" y="647700"/>
                  </a:lnTo>
                  <a:lnTo>
                    <a:pt x="142558" y="660400"/>
                  </a:lnTo>
                  <a:lnTo>
                    <a:pt x="140511" y="673100"/>
                  </a:lnTo>
                  <a:lnTo>
                    <a:pt x="138833" y="685800"/>
                  </a:lnTo>
                  <a:lnTo>
                    <a:pt x="137527" y="698500"/>
                  </a:lnTo>
                  <a:lnTo>
                    <a:pt x="136594" y="723900"/>
                  </a:lnTo>
                  <a:lnTo>
                    <a:pt x="136034" y="736600"/>
                  </a:lnTo>
                  <a:lnTo>
                    <a:pt x="135847" y="749300"/>
                  </a:lnTo>
                  <a:lnTo>
                    <a:pt x="136034" y="762000"/>
                  </a:lnTo>
                  <a:lnTo>
                    <a:pt x="136594" y="774700"/>
                  </a:lnTo>
                  <a:lnTo>
                    <a:pt x="137527" y="800100"/>
                  </a:lnTo>
                  <a:lnTo>
                    <a:pt x="138833" y="812800"/>
                  </a:lnTo>
                  <a:lnTo>
                    <a:pt x="140511" y="825500"/>
                  </a:lnTo>
                  <a:lnTo>
                    <a:pt x="142558" y="838200"/>
                  </a:lnTo>
                  <a:lnTo>
                    <a:pt x="144976" y="850900"/>
                  </a:lnTo>
                  <a:lnTo>
                    <a:pt x="147762" y="876300"/>
                  </a:lnTo>
                  <a:lnTo>
                    <a:pt x="158308" y="914400"/>
                  </a:lnTo>
                  <a:lnTo>
                    <a:pt x="172096" y="952500"/>
                  </a:lnTo>
                  <a:lnTo>
                    <a:pt x="177397" y="977900"/>
                  </a:lnTo>
                  <a:lnTo>
                    <a:pt x="195383" y="1016000"/>
                  </a:lnTo>
                  <a:lnTo>
                    <a:pt x="216409" y="1054100"/>
                  </a:lnTo>
                  <a:lnTo>
                    <a:pt x="240353" y="1092200"/>
                  </a:lnTo>
                  <a:lnTo>
                    <a:pt x="267090" y="1130300"/>
                  </a:lnTo>
                  <a:lnTo>
                    <a:pt x="296482" y="1168400"/>
                  </a:lnTo>
                  <a:lnTo>
                    <a:pt x="317469" y="1193800"/>
                  </a:lnTo>
                  <a:lnTo>
                    <a:pt x="328364" y="1193800"/>
                  </a:lnTo>
                  <a:lnTo>
                    <a:pt x="339511" y="1206500"/>
                  </a:lnTo>
                  <a:lnTo>
                    <a:pt x="350908" y="1219200"/>
                  </a:lnTo>
                  <a:lnTo>
                    <a:pt x="362557" y="1231900"/>
                  </a:lnTo>
                  <a:lnTo>
                    <a:pt x="374442" y="1244600"/>
                  </a:lnTo>
                  <a:lnTo>
                    <a:pt x="386549" y="1244600"/>
                  </a:lnTo>
                  <a:lnTo>
                    <a:pt x="398879" y="1257300"/>
                  </a:lnTo>
                  <a:lnTo>
                    <a:pt x="411432" y="1270000"/>
                  </a:lnTo>
                  <a:lnTo>
                    <a:pt x="424192" y="1270000"/>
                  </a:lnTo>
                  <a:lnTo>
                    <a:pt x="437144" y="1282700"/>
                  </a:lnTo>
                  <a:lnTo>
                    <a:pt x="450288" y="1282700"/>
                  </a:lnTo>
                  <a:lnTo>
                    <a:pt x="463624" y="1295400"/>
                  </a:lnTo>
                  <a:lnTo>
                    <a:pt x="477136" y="1308100"/>
                  </a:lnTo>
                  <a:lnTo>
                    <a:pt x="490808" y="1308100"/>
                  </a:lnTo>
                  <a:lnTo>
                    <a:pt x="504640" y="1320800"/>
                  </a:lnTo>
                  <a:lnTo>
                    <a:pt x="518631" y="1320800"/>
                  </a:lnTo>
                  <a:lnTo>
                    <a:pt x="532765" y="1333500"/>
                  </a:lnTo>
                  <a:lnTo>
                    <a:pt x="561410" y="1333500"/>
                  </a:lnTo>
                  <a:lnTo>
                    <a:pt x="575921" y="1346200"/>
                  </a:lnTo>
                  <a:lnTo>
                    <a:pt x="605251" y="1346200"/>
                  </a:lnTo>
                  <a:lnTo>
                    <a:pt x="620052" y="1358900"/>
                  </a:lnTo>
                  <a:lnTo>
                    <a:pt x="680000" y="1358900"/>
                  </a:lnTo>
                  <a:lnTo>
                    <a:pt x="695129" y="1371600"/>
                  </a:lnTo>
                  <a:lnTo>
                    <a:pt x="1191155" y="1371600"/>
                  </a:lnTo>
                  <a:lnTo>
                    <a:pt x="1175852" y="1384300"/>
                  </a:lnTo>
                  <a:close/>
                </a:path>
                <a:path w="1511934" h="1511300">
                  <a:moveTo>
                    <a:pt x="1191155" y="1371600"/>
                  </a:moveTo>
                  <a:lnTo>
                    <a:pt x="816666" y="1371600"/>
                  </a:lnTo>
                  <a:lnTo>
                    <a:pt x="831795" y="1358900"/>
                  </a:lnTo>
                  <a:lnTo>
                    <a:pt x="891744" y="1358900"/>
                  </a:lnTo>
                  <a:lnTo>
                    <a:pt x="906544" y="1346200"/>
                  </a:lnTo>
                  <a:lnTo>
                    <a:pt x="935874" y="1346200"/>
                  </a:lnTo>
                  <a:lnTo>
                    <a:pt x="950385" y="1333500"/>
                  </a:lnTo>
                  <a:lnTo>
                    <a:pt x="979030" y="1333500"/>
                  </a:lnTo>
                  <a:lnTo>
                    <a:pt x="993164" y="1320800"/>
                  </a:lnTo>
                  <a:lnTo>
                    <a:pt x="1007155" y="1320800"/>
                  </a:lnTo>
                  <a:lnTo>
                    <a:pt x="1020987" y="1308100"/>
                  </a:lnTo>
                  <a:lnTo>
                    <a:pt x="1034659" y="1308100"/>
                  </a:lnTo>
                  <a:lnTo>
                    <a:pt x="1048171" y="1295400"/>
                  </a:lnTo>
                  <a:lnTo>
                    <a:pt x="1061507" y="1282700"/>
                  </a:lnTo>
                  <a:lnTo>
                    <a:pt x="1074651" y="1282700"/>
                  </a:lnTo>
                  <a:lnTo>
                    <a:pt x="1087603" y="1270000"/>
                  </a:lnTo>
                  <a:lnTo>
                    <a:pt x="1100363" y="1270000"/>
                  </a:lnTo>
                  <a:lnTo>
                    <a:pt x="1112916" y="1257300"/>
                  </a:lnTo>
                  <a:lnTo>
                    <a:pt x="1125246" y="1244600"/>
                  </a:lnTo>
                  <a:lnTo>
                    <a:pt x="1137353" y="1244600"/>
                  </a:lnTo>
                  <a:lnTo>
                    <a:pt x="1149239" y="1231900"/>
                  </a:lnTo>
                  <a:lnTo>
                    <a:pt x="1160887" y="1219200"/>
                  </a:lnTo>
                  <a:lnTo>
                    <a:pt x="1172284" y="1206500"/>
                  </a:lnTo>
                  <a:lnTo>
                    <a:pt x="1183431" y="1193800"/>
                  </a:lnTo>
                  <a:lnTo>
                    <a:pt x="1194326" y="1193800"/>
                  </a:lnTo>
                  <a:lnTo>
                    <a:pt x="1225391" y="1155700"/>
                  </a:lnTo>
                  <a:lnTo>
                    <a:pt x="1253917" y="1117600"/>
                  </a:lnTo>
                  <a:lnTo>
                    <a:pt x="1279744" y="1079500"/>
                  </a:lnTo>
                  <a:lnTo>
                    <a:pt x="1302727" y="1041400"/>
                  </a:lnTo>
                  <a:lnTo>
                    <a:pt x="1322747" y="1003300"/>
                  </a:lnTo>
                  <a:lnTo>
                    <a:pt x="1339699" y="952500"/>
                  </a:lnTo>
                  <a:lnTo>
                    <a:pt x="1344649" y="939800"/>
                  </a:lnTo>
                  <a:lnTo>
                    <a:pt x="1357365" y="901700"/>
                  </a:lnTo>
                  <a:lnTo>
                    <a:pt x="1366819" y="850900"/>
                  </a:lnTo>
                  <a:lnTo>
                    <a:pt x="1369237" y="838200"/>
                  </a:lnTo>
                  <a:lnTo>
                    <a:pt x="1371284" y="825500"/>
                  </a:lnTo>
                  <a:lnTo>
                    <a:pt x="1372962" y="812800"/>
                  </a:lnTo>
                  <a:lnTo>
                    <a:pt x="1374268" y="800100"/>
                  </a:lnTo>
                  <a:lnTo>
                    <a:pt x="1375201" y="774700"/>
                  </a:lnTo>
                  <a:lnTo>
                    <a:pt x="1375761" y="762000"/>
                  </a:lnTo>
                  <a:lnTo>
                    <a:pt x="1375948" y="749300"/>
                  </a:lnTo>
                  <a:lnTo>
                    <a:pt x="1375761" y="736600"/>
                  </a:lnTo>
                  <a:lnTo>
                    <a:pt x="1375201" y="723900"/>
                  </a:lnTo>
                  <a:lnTo>
                    <a:pt x="1374268" y="698500"/>
                  </a:lnTo>
                  <a:lnTo>
                    <a:pt x="1372962" y="685800"/>
                  </a:lnTo>
                  <a:lnTo>
                    <a:pt x="1371284" y="673100"/>
                  </a:lnTo>
                  <a:lnTo>
                    <a:pt x="1369237" y="660400"/>
                  </a:lnTo>
                  <a:lnTo>
                    <a:pt x="1366819" y="647700"/>
                  </a:lnTo>
                  <a:lnTo>
                    <a:pt x="1364033" y="622300"/>
                  </a:lnTo>
                  <a:lnTo>
                    <a:pt x="1353487" y="584200"/>
                  </a:lnTo>
                  <a:lnTo>
                    <a:pt x="1339699" y="546100"/>
                  </a:lnTo>
                  <a:lnTo>
                    <a:pt x="1334398" y="520700"/>
                  </a:lnTo>
                  <a:lnTo>
                    <a:pt x="1316412" y="482600"/>
                  </a:lnTo>
                  <a:lnTo>
                    <a:pt x="1295386" y="444500"/>
                  </a:lnTo>
                  <a:lnTo>
                    <a:pt x="1271442" y="406400"/>
                  </a:lnTo>
                  <a:lnTo>
                    <a:pt x="1244705" y="368300"/>
                  </a:lnTo>
                  <a:lnTo>
                    <a:pt x="1215313" y="330200"/>
                  </a:lnTo>
                  <a:lnTo>
                    <a:pt x="1204958" y="317500"/>
                  </a:lnTo>
                  <a:lnTo>
                    <a:pt x="1194326" y="317500"/>
                  </a:lnTo>
                  <a:lnTo>
                    <a:pt x="1183431" y="304800"/>
                  </a:lnTo>
                  <a:lnTo>
                    <a:pt x="1172284" y="292100"/>
                  </a:lnTo>
                  <a:lnTo>
                    <a:pt x="1160887" y="279400"/>
                  </a:lnTo>
                  <a:lnTo>
                    <a:pt x="1149239" y="266700"/>
                  </a:lnTo>
                  <a:lnTo>
                    <a:pt x="1137353" y="266700"/>
                  </a:lnTo>
                  <a:lnTo>
                    <a:pt x="1125246" y="254000"/>
                  </a:lnTo>
                  <a:lnTo>
                    <a:pt x="1112916" y="241300"/>
                  </a:lnTo>
                  <a:lnTo>
                    <a:pt x="1100363" y="228600"/>
                  </a:lnTo>
                  <a:lnTo>
                    <a:pt x="1087603" y="228600"/>
                  </a:lnTo>
                  <a:lnTo>
                    <a:pt x="1074651" y="215900"/>
                  </a:lnTo>
                  <a:lnTo>
                    <a:pt x="1061507" y="215900"/>
                  </a:lnTo>
                  <a:lnTo>
                    <a:pt x="1048171" y="203200"/>
                  </a:lnTo>
                  <a:lnTo>
                    <a:pt x="1034659" y="190500"/>
                  </a:lnTo>
                  <a:lnTo>
                    <a:pt x="1020987" y="190500"/>
                  </a:lnTo>
                  <a:lnTo>
                    <a:pt x="1007155" y="177800"/>
                  </a:lnTo>
                  <a:lnTo>
                    <a:pt x="993164" y="177800"/>
                  </a:lnTo>
                  <a:lnTo>
                    <a:pt x="979030" y="165100"/>
                  </a:lnTo>
                  <a:lnTo>
                    <a:pt x="950385" y="165100"/>
                  </a:lnTo>
                  <a:lnTo>
                    <a:pt x="935874" y="152400"/>
                  </a:lnTo>
                  <a:lnTo>
                    <a:pt x="906544" y="152400"/>
                  </a:lnTo>
                  <a:lnTo>
                    <a:pt x="891744" y="139700"/>
                  </a:lnTo>
                  <a:lnTo>
                    <a:pt x="831795" y="139700"/>
                  </a:lnTo>
                  <a:lnTo>
                    <a:pt x="816666" y="127000"/>
                  </a:lnTo>
                  <a:lnTo>
                    <a:pt x="1191155" y="127000"/>
                  </a:lnTo>
                  <a:lnTo>
                    <a:pt x="1220946" y="152400"/>
                  </a:lnTo>
                  <a:lnTo>
                    <a:pt x="1249634" y="177800"/>
                  </a:lnTo>
                  <a:lnTo>
                    <a:pt x="1290398" y="215900"/>
                  </a:lnTo>
                  <a:lnTo>
                    <a:pt x="1328267" y="254000"/>
                  </a:lnTo>
                  <a:lnTo>
                    <a:pt x="1363041" y="304800"/>
                  </a:lnTo>
                  <a:lnTo>
                    <a:pt x="1373905" y="317500"/>
                  </a:lnTo>
                  <a:lnTo>
                    <a:pt x="1384404" y="330200"/>
                  </a:lnTo>
                  <a:lnTo>
                    <a:pt x="1394524" y="342900"/>
                  </a:lnTo>
                  <a:lnTo>
                    <a:pt x="1404253" y="355600"/>
                  </a:lnTo>
                  <a:lnTo>
                    <a:pt x="1413592" y="381000"/>
                  </a:lnTo>
                  <a:lnTo>
                    <a:pt x="1422540" y="393700"/>
                  </a:lnTo>
                  <a:lnTo>
                    <a:pt x="1431087" y="406400"/>
                  </a:lnTo>
                  <a:lnTo>
                    <a:pt x="1439222" y="431800"/>
                  </a:lnTo>
                  <a:lnTo>
                    <a:pt x="1446945" y="444500"/>
                  </a:lnTo>
                  <a:lnTo>
                    <a:pt x="1454256" y="457200"/>
                  </a:lnTo>
                  <a:lnTo>
                    <a:pt x="1461147" y="482600"/>
                  </a:lnTo>
                  <a:lnTo>
                    <a:pt x="1467609" y="495300"/>
                  </a:lnTo>
                  <a:lnTo>
                    <a:pt x="1473643" y="508000"/>
                  </a:lnTo>
                  <a:lnTo>
                    <a:pt x="1479247" y="533400"/>
                  </a:lnTo>
                  <a:lnTo>
                    <a:pt x="1484416" y="546100"/>
                  </a:lnTo>
                  <a:lnTo>
                    <a:pt x="1489143" y="571500"/>
                  </a:lnTo>
                  <a:lnTo>
                    <a:pt x="1493428" y="584200"/>
                  </a:lnTo>
                  <a:lnTo>
                    <a:pt x="1497271" y="596900"/>
                  </a:lnTo>
                  <a:lnTo>
                    <a:pt x="1500668" y="622300"/>
                  </a:lnTo>
                  <a:lnTo>
                    <a:pt x="1503615" y="635000"/>
                  </a:lnTo>
                  <a:lnTo>
                    <a:pt x="1506110" y="660400"/>
                  </a:lnTo>
                  <a:lnTo>
                    <a:pt x="1508156" y="673100"/>
                  </a:lnTo>
                  <a:lnTo>
                    <a:pt x="1509748" y="698500"/>
                  </a:lnTo>
                  <a:lnTo>
                    <a:pt x="1510886" y="711200"/>
                  </a:lnTo>
                  <a:lnTo>
                    <a:pt x="1511568" y="736600"/>
                  </a:lnTo>
                  <a:lnTo>
                    <a:pt x="1511796" y="749300"/>
                  </a:lnTo>
                  <a:lnTo>
                    <a:pt x="1511568" y="762000"/>
                  </a:lnTo>
                  <a:lnTo>
                    <a:pt x="1510886" y="787400"/>
                  </a:lnTo>
                  <a:lnTo>
                    <a:pt x="1509748" y="800100"/>
                  </a:lnTo>
                  <a:lnTo>
                    <a:pt x="1508156" y="825500"/>
                  </a:lnTo>
                  <a:lnTo>
                    <a:pt x="1506110" y="838200"/>
                  </a:lnTo>
                  <a:lnTo>
                    <a:pt x="1503615" y="863600"/>
                  </a:lnTo>
                  <a:lnTo>
                    <a:pt x="1500668" y="876300"/>
                  </a:lnTo>
                  <a:lnTo>
                    <a:pt x="1497271" y="901700"/>
                  </a:lnTo>
                  <a:lnTo>
                    <a:pt x="1493428" y="914400"/>
                  </a:lnTo>
                  <a:lnTo>
                    <a:pt x="1489143" y="927100"/>
                  </a:lnTo>
                  <a:lnTo>
                    <a:pt x="1484416" y="952500"/>
                  </a:lnTo>
                  <a:lnTo>
                    <a:pt x="1479247" y="965200"/>
                  </a:lnTo>
                  <a:lnTo>
                    <a:pt x="1473642" y="990600"/>
                  </a:lnTo>
                  <a:lnTo>
                    <a:pt x="1467609" y="1003300"/>
                  </a:lnTo>
                  <a:lnTo>
                    <a:pt x="1461147" y="1016000"/>
                  </a:lnTo>
                  <a:lnTo>
                    <a:pt x="1454256" y="1041400"/>
                  </a:lnTo>
                  <a:lnTo>
                    <a:pt x="1446945" y="1054100"/>
                  </a:lnTo>
                  <a:lnTo>
                    <a:pt x="1439222" y="1066800"/>
                  </a:lnTo>
                  <a:lnTo>
                    <a:pt x="1431087" y="1092200"/>
                  </a:lnTo>
                  <a:lnTo>
                    <a:pt x="1422540" y="1104900"/>
                  </a:lnTo>
                  <a:lnTo>
                    <a:pt x="1413592" y="1117600"/>
                  </a:lnTo>
                  <a:lnTo>
                    <a:pt x="1404253" y="1143000"/>
                  </a:lnTo>
                  <a:lnTo>
                    <a:pt x="1394524" y="1155700"/>
                  </a:lnTo>
                  <a:lnTo>
                    <a:pt x="1384404" y="1168400"/>
                  </a:lnTo>
                  <a:lnTo>
                    <a:pt x="1373905" y="1181100"/>
                  </a:lnTo>
                  <a:lnTo>
                    <a:pt x="1363041" y="1193800"/>
                  </a:lnTo>
                  <a:lnTo>
                    <a:pt x="1351811" y="1219200"/>
                  </a:lnTo>
                  <a:lnTo>
                    <a:pt x="1315981" y="1257300"/>
                  </a:lnTo>
                  <a:lnTo>
                    <a:pt x="1277116" y="1295400"/>
                  </a:lnTo>
                  <a:lnTo>
                    <a:pt x="1235434" y="1333500"/>
                  </a:lnTo>
                  <a:lnTo>
                    <a:pt x="1206186" y="1358900"/>
                  </a:lnTo>
                  <a:lnTo>
                    <a:pt x="1191155" y="1371600"/>
                  </a:lnTo>
                  <a:close/>
                </a:path>
                <a:path w="1511934" h="1511300">
                  <a:moveTo>
                    <a:pt x="1112225" y="1422400"/>
                  </a:moveTo>
                  <a:lnTo>
                    <a:pt x="399570" y="1422400"/>
                  </a:lnTo>
                  <a:lnTo>
                    <a:pt x="383312" y="1409700"/>
                  </a:lnTo>
                  <a:lnTo>
                    <a:pt x="367288" y="1397000"/>
                  </a:lnTo>
                  <a:lnTo>
                    <a:pt x="351498" y="1384300"/>
                  </a:lnTo>
                  <a:lnTo>
                    <a:pt x="1160297" y="1384300"/>
                  </a:lnTo>
                  <a:lnTo>
                    <a:pt x="1144507" y="1397000"/>
                  </a:lnTo>
                  <a:lnTo>
                    <a:pt x="1128483" y="1409700"/>
                  </a:lnTo>
                  <a:lnTo>
                    <a:pt x="1112225" y="1422400"/>
                  </a:lnTo>
                  <a:close/>
                </a:path>
                <a:path w="1511934" h="1511300">
                  <a:moveTo>
                    <a:pt x="1079086" y="1435100"/>
                  </a:moveTo>
                  <a:lnTo>
                    <a:pt x="432709" y="1435100"/>
                  </a:lnTo>
                  <a:lnTo>
                    <a:pt x="416042" y="1422400"/>
                  </a:lnTo>
                  <a:lnTo>
                    <a:pt x="1095753" y="1422400"/>
                  </a:lnTo>
                  <a:lnTo>
                    <a:pt x="1079086" y="1435100"/>
                  </a:lnTo>
                  <a:close/>
                </a:path>
                <a:path w="1511934" h="1511300">
                  <a:moveTo>
                    <a:pt x="1027936" y="1460500"/>
                  </a:moveTo>
                  <a:lnTo>
                    <a:pt x="483859" y="1460500"/>
                  </a:lnTo>
                  <a:lnTo>
                    <a:pt x="449571" y="1435100"/>
                  </a:lnTo>
                  <a:lnTo>
                    <a:pt x="1062224" y="1435100"/>
                  </a:lnTo>
                  <a:lnTo>
                    <a:pt x="1027936" y="1460500"/>
                  </a:lnTo>
                  <a:close/>
                </a:path>
                <a:path w="1511934" h="1511300">
                  <a:moveTo>
                    <a:pt x="993014" y="1473200"/>
                  </a:moveTo>
                  <a:lnTo>
                    <a:pt x="518781" y="1473200"/>
                  </a:lnTo>
                  <a:lnTo>
                    <a:pt x="501243" y="1460500"/>
                  </a:lnTo>
                  <a:lnTo>
                    <a:pt x="1010552" y="1460500"/>
                  </a:lnTo>
                  <a:lnTo>
                    <a:pt x="993014" y="1473200"/>
                  </a:lnTo>
                  <a:close/>
                </a:path>
                <a:path w="1511934" h="1511300">
                  <a:moveTo>
                    <a:pt x="939566" y="1485900"/>
                  </a:moveTo>
                  <a:lnTo>
                    <a:pt x="572229" y="1485900"/>
                  </a:lnTo>
                  <a:lnTo>
                    <a:pt x="554295" y="1473200"/>
                  </a:lnTo>
                  <a:lnTo>
                    <a:pt x="957500" y="1473200"/>
                  </a:lnTo>
                  <a:lnTo>
                    <a:pt x="939566" y="1485900"/>
                  </a:lnTo>
                  <a:close/>
                </a:path>
                <a:path w="1511934" h="1511300">
                  <a:moveTo>
                    <a:pt x="885122" y="1498600"/>
                  </a:moveTo>
                  <a:lnTo>
                    <a:pt x="626673" y="1498600"/>
                  </a:lnTo>
                  <a:lnTo>
                    <a:pt x="608429" y="1485900"/>
                  </a:lnTo>
                  <a:lnTo>
                    <a:pt x="903366" y="1485900"/>
                  </a:lnTo>
                  <a:lnTo>
                    <a:pt x="885122" y="1498600"/>
                  </a:lnTo>
                  <a:close/>
                </a:path>
                <a:path w="1511934" h="1511300">
                  <a:moveTo>
                    <a:pt x="774454" y="1511300"/>
                  </a:moveTo>
                  <a:lnTo>
                    <a:pt x="737341" y="1511300"/>
                  </a:lnTo>
                  <a:lnTo>
                    <a:pt x="718807" y="1498600"/>
                  </a:lnTo>
                  <a:lnTo>
                    <a:pt x="792988" y="1498600"/>
                  </a:lnTo>
                  <a:lnTo>
                    <a:pt x="774454" y="1511300"/>
                  </a:lnTo>
                  <a:close/>
                </a:path>
              </a:pathLst>
            </a:custGeom>
            <a:solidFill>
              <a:srgbClr val="E8EC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71097" y="3857872"/>
              <a:ext cx="43226" cy="13716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7832774" y="4440713"/>
            <a:ext cx="479425" cy="3282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25">
                <a:solidFill>
                  <a:srgbClr val="15203F"/>
                </a:solidFill>
                <a:latin typeface="Palatino Linotype"/>
                <a:cs typeface="Palatino Linotype"/>
              </a:rPr>
              <a:t>~1%</a:t>
            </a:r>
            <a:endParaRPr sz="1950">
              <a:latin typeface="Palatino Linotype"/>
              <a:cs typeface="Palatino Linotyp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778178" y="5371907"/>
            <a:ext cx="2588895" cy="443230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25"/>
              </a:spcBef>
            </a:pPr>
            <a:r>
              <a:rPr dirty="0" sz="1000">
                <a:solidFill>
                  <a:srgbClr val="15203F"/>
                </a:solidFill>
                <a:latin typeface="Palatino Linotype"/>
                <a:cs typeface="Palatino Linotype"/>
              </a:rPr>
              <a:t>Movies</a:t>
            </a:r>
            <a:r>
              <a:rPr dirty="0" sz="1000" spc="105">
                <a:solidFill>
                  <a:srgbClr val="15203F"/>
                </a:solidFill>
                <a:latin typeface="Palatino Linotype"/>
                <a:cs typeface="Palatino Linotype"/>
              </a:rPr>
              <a:t> </a:t>
            </a:r>
            <a:r>
              <a:rPr dirty="0" sz="1000" spc="-10">
                <a:solidFill>
                  <a:srgbClr val="15203F"/>
                </a:solidFill>
                <a:latin typeface="Palatino Linotype"/>
                <a:cs typeface="Palatino Linotype"/>
              </a:rPr>
              <a:t>Rated</a:t>
            </a:r>
            <a:endParaRPr sz="1000">
              <a:latin typeface="Palatino Linotype"/>
              <a:cs typeface="Palatino Linotype"/>
            </a:endParaRPr>
          </a:p>
          <a:p>
            <a:pPr algn="ctr">
              <a:lnSpc>
                <a:spcPct val="100000"/>
              </a:lnSpc>
              <a:spcBef>
                <a:spcPts val="500"/>
              </a:spcBef>
            </a:pPr>
            <a:r>
              <a:rPr dirty="0" sz="800" spc="-10">
                <a:solidFill>
                  <a:srgbClr val="15203F"/>
                </a:solidFill>
                <a:latin typeface="Trebuchet MS"/>
                <a:cs typeface="Trebuchet MS"/>
              </a:rPr>
              <a:t>Average</a:t>
            </a:r>
            <a:r>
              <a:rPr dirty="0" sz="800" spc="-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800" spc="-25">
                <a:solidFill>
                  <a:srgbClr val="15203F"/>
                </a:solidFill>
                <a:latin typeface="Trebuchet MS"/>
                <a:cs typeface="Trebuchet MS"/>
              </a:rPr>
              <a:t>fraction</a:t>
            </a:r>
            <a:r>
              <a:rPr dirty="0" sz="800" spc="-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15203F"/>
                </a:solidFill>
                <a:latin typeface="Trebuchet MS"/>
                <a:cs typeface="Trebuchet MS"/>
              </a:rPr>
              <a:t>of</a:t>
            </a:r>
            <a:r>
              <a:rPr dirty="0" sz="800" spc="-30">
                <a:solidFill>
                  <a:srgbClr val="15203F"/>
                </a:solidFill>
                <a:latin typeface="Trebuchet MS"/>
                <a:cs typeface="Trebuchet MS"/>
              </a:rPr>
              <a:t> the </a:t>
            </a:r>
            <a:r>
              <a:rPr dirty="0" sz="800" spc="-10">
                <a:solidFill>
                  <a:srgbClr val="15203F"/>
                </a:solidFill>
                <a:latin typeface="Trebuchet MS"/>
                <a:cs typeface="Trebuchet MS"/>
              </a:rPr>
              <a:t>catalogue</a:t>
            </a:r>
            <a:r>
              <a:rPr dirty="0" sz="800" spc="-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800" spc="-35">
                <a:solidFill>
                  <a:srgbClr val="15203F"/>
                </a:solidFill>
                <a:latin typeface="Trebuchet MS"/>
                <a:cs typeface="Trebuchet MS"/>
              </a:rPr>
              <a:t>rated</a:t>
            </a:r>
            <a:r>
              <a:rPr dirty="0" sz="800" spc="-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800" spc="-20">
                <a:solidFill>
                  <a:srgbClr val="15203F"/>
                </a:solidFill>
                <a:latin typeface="Trebuchet MS"/>
                <a:cs typeface="Trebuchet MS"/>
              </a:rPr>
              <a:t>by</a:t>
            </a:r>
            <a:r>
              <a:rPr dirty="0" sz="800" spc="-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800" spc="-10">
                <a:solidFill>
                  <a:srgbClr val="15203F"/>
                </a:solidFill>
                <a:latin typeface="Trebuchet MS"/>
                <a:cs typeface="Trebuchet MS"/>
              </a:rPr>
              <a:t>any</a:t>
            </a:r>
            <a:r>
              <a:rPr dirty="0" sz="800" spc="-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15203F"/>
                </a:solidFill>
                <a:latin typeface="Trebuchet MS"/>
                <a:cs typeface="Trebuchet MS"/>
              </a:rPr>
              <a:t>single</a:t>
            </a:r>
            <a:r>
              <a:rPr dirty="0" sz="800" spc="-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800" spc="-20">
                <a:solidFill>
                  <a:srgbClr val="15203F"/>
                </a:solidFill>
                <a:latin typeface="Trebuchet MS"/>
                <a:cs typeface="Trebuchet MS"/>
              </a:rPr>
              <a:t>user</a:t>
            </a:r>
            <a:endParaRPr sz="800">
              <a:latin typeface="Trebuchet MS"/>
              <a:cs typeface="Trebuchet MS"/>
            </a:endParaRPr>
          </a:p>
        </p:txBody>
      </p:sp>
      <p:pic>
        <p:nvPicPr>
          <p:cNvPr id="16" name="object 16">
            <a:hlinkClick r:id="rId4"/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9525"/>
            <a:ext cx="11430000" cy="6429375"/>
          </a:xfrm>
          <a:custGeom>
            <a:avLst/>
            <a:gdLst/>
            <a:ahLst/>
            <a:cxnLst/>
            <a:rect l="l" t="t" r="r" b="b"/>
            <a:pathLst>
              <a:path w="11430000" h="6429375">
                <a:moveTo>
                  <a:pt x="11430000" y="0"/>
                </a:moveTo>
                <a:lnTo>
                  <a:pt x="0" y="0"/>
                </a:lnTo>
                <a:lnTo>
                  <a:pt x="0" y="6429375"/>
                </a:lnTo>
                <a:lnTo>
                  <a:pt x="11430000" y="6429375"/>
                </a:lnTo>
                <a:lnTo>
                  <a:pt x="11430000" y="0"/>
                </a:lnTo>
                <a:close/>
              </a:path>
            </a:pathLst>
          </a:custGeom>
          <a:solidFill>
            <a:srgbClr val="FBFCF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965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/>
              <a:t>Collaborative</a:t>
            </a:r>
            <a:r>
              <a:rPr dirty="0" sz="2900" spc="275"/>
              <a:t> </a:t>
            </a:r>
            <a:r>
              <a:rPr dirty="0" sz="2900" spc="80"/>
              <a:t>Filtering</a:t>
            </a:r>
            <a:r>
              <a:rPr dirty="0" sz="2900" spc="280"/>
              <a:t> </a:t>
            </a:r>
            <a:r>
              <a:rPr dirty="0" sz="2900" spc="35"/>
              <a:t>Approach</a:t>
            </a:r>
            <a:endParaRPr sz="2900"/>
          </a:p>
        </p:txBody>
      </p:sp>
      <p:sp>
        <p:nvSpPr>
          <p:cNvPr id="4" name="object 4"/>
          <p:cNvSpPr txBox="1"/>
          <p:nvPr/>
        </p:nvSpPr>
        <p:spPr>
          <a:xfrm>
            <a:off x="607466" y="1178801"/>
            <a:ext cx="9942195" cy="482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0400"/>
              </a:lnSpc>
              <a:spcBef>
                <a:spcPts val="95"/>
              </a:spcBef>
            </a:pPr>
            <a:r>
              <a:rPr dirty="0" sz="1150" spc="-20">
                <a:solidFill>
                  <a:srgbClr val="15203F"/>
                </a:solidFill>
                <a:latin typeface="Trebuchet MS"/>
                <a:cs typeface="Trebuchet MS"/>
              </a:rPr>
              <a:t>Collaborative</a:t>
            </a:r>
            <a:r>
              <a:rPr dirty="0" sz="1150" spc="-1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 spc="-35">
                <a:solidFill>
                  <a:srgbClr val="15203F"/>
                </a:solidFill>
                <a:latin typeface="Trebuchet MS"/>
                <a:cs typeface="Trebuchet MS"/>
              </a:rPr>
              <a:t>filtering</a:t>
            </a:r>
            <a:r>
              <a:rPr dirty="0" sz="1150" spc="-1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15203F"/>
                </a:solidFill>
                <a:latin typeface="Trebuchet MS"/>
                <a:cs typeface="Trebuchet MS"/>
              </a:rPr>
              <a:t>generates</a:t>
            </a:r>
            <a:r>
              <a:rPr dirty="0" sz="1150" spc="-1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15203F"/>
                </a:solidFill>
                <a:latin typeface="Trebuchet MS"/>
                <a:cs typeface="Trebuchet MS"/>
              </a:rPr>
              <a:t>recommendations</a:t>
            </a:r>
            <a:r>
              <a:rPr dirty="0" sz="1150" spc="-1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15203F"/>
                </a:solidFill>
                <a:latin typeface="Trebuchet MS"/>
                <a:cs typeface="Trebuchet MS"/>
              </a:rPr>
              <a:t>by</a:t>
            </a:r>
            <a:r>
              <a:rPr dirty="0" sz="1150" spc="-1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 spc="-20">
                <a:solidFill>
                  <a:srgbClr val="15203F"/>
                </a:solidFill>
                <a:latin typeface="Trebuchet MS"/>
                <a:cs typeface="Trebuchet MS"/>
              </a:rPr>
              <a:t>identifying</a:t>
            </a:r>
            <a:r>
              <a:rPr dirty="0" sz="1150" spc="-1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 spc="-10">
                <a:solidFill>
                  <a:srgbClr val="15203F"/>
                </a:solidFill>
                <a:latin typeface="Trebuchet MS"/>
                <a:cs typeface="Trebuchet MS"/>
              </a:rPr>
              <a:t>patterns</a:t>
            </a:r>
            <a:r>
              <a:rPr dirty="0" sz="1150" spc="-1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 spc="-20">
                <a:solidFill>
                  <a:srgbClr val="15203F"/>
                </a:solidFill>
                <a:latin typeface="Trebuchet MS"/>
                <a:cs typeface="Trebuchet MS"/>
              </a:rPr>
              <a:t>in</a:t>
            </a:r>
            <a:r>
              <a:rPr dirty="0" sz="1150" spc="-1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 spc="-25">
                <a:solidFill>
                  <a:srgbClr val="15203F"/>
                </a:solidFill>
                <a:latin typeface="Trebuchet MS"/>
                <a:cs typeface="Trebuchet MS"/>
              </a:rPr>
              <a:t>collective</a:t>
            </a:r>
            <a:r>
              <a:rPr dirty="0" sz="1150" spc="-1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15203F"/>
                </a:solidFill>
                <a:latin typeface="Trebuchet MS"/>
                <a:cs typeface="Trebuchet MS"/>
              </a:rPr>
              <a:t>user</a:t>
            </a:r>
            <a:r>
              <a:rPr dirty="0" sz="1150" spc="-1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 spc="-10">
                <a:solidFill>
                  <a:srgbClr val="15203F"/>
                </a:solidFill>
                <a:latin typeface="Trebuchet MS"/>
                <a:cs typeface="Trebuchet MS"/>
              </a:rPr>
              <a:t>behaviour</a:t>
            </a:r>
            <a:r>
              <a:rPr dirty="0" sz="1150" spc="-1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 spc="50">
                <a:solidFill>
                  <a:srgbClr val="15203F"/>
                </a:solidFill>
                <a:latin typeface="Trebuchet MS"/>
                <a:cs typeface="Trebuchet MS"/>
              </a:rPr>
              <a:t>—</a:t>
            </a:r>
            <a:r>
              <a:rPr dirty="0" sz="1150" spc="-1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15203F"/>
                </a:solidFill>
                <a:latin typeface="Trebuchet MS"/>
                <a:cs typeface="Trebuchet MS"/>
              </a:rPr>
              <a:t>no</a:t>
            </a:r>
            <a:r>
              <a:rPr dirty="0" sz="1150" spc="-1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15203F"/>
                </a:solidFill>
                <a:latin typeface="Trebuchet MS"/>
                <a:cs typeface="Trebuchet MS"/>
              </a:rPr>
              <a:t>knowledge</a:t>
            </a:r>
            <a:r>
              <a:rPr dirty="0" sz="1150" spc="-1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15203F"/>
                </a:solidFill>
                <a:latin typeface="Trebuchet MS"/>
                <a:cs typeface="Trebuchet MS"/>
              </a:rPr>
              <a:t>of</a:t>
            </a:r>
            <a:r>
              <a:rPr dirty="0" sz="1150" spc="-1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15203F"/>
                </a:solidFill>
                <a:latin typeface="Trebuchet MS"/>
                <a:cs typeface="Trebuchet MS"/>
              </a:rPr>
              <a:t>movie</a:t>
            </a:r>
            <a:r>
              <a:rPr dirty="0" sz="1150" spc="-1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 spc="-20">
                <a:solidFill>
                  <a:srgbClr val="15203F"/>
                </a:solidFill>
                <a:latin typeface="Trebuchet MS"/>
                <a:cs typeface="Trebuchet MS"/>
              </a:rPr>
              <a:t>content</a:t>
            </a:r>
            <a:r>
              <a:rPr dirty="0" sz="1150" spc="-1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15203F"/>
                </a:solidFill>
                <a:latin typeface="Trebuchet MS"/>
                <a:cs typeface="Trebuchet MS"/>
              </a:rPr>
              <a:t>is</a:t>
            </a:r>
            <a:r>
              <a:rPr dirty="0" sz="1150" spc="-1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 spc="-45">
                <a:solidFill>
                  <a:srgbClr val="15203F"/>
                </a:solidFill>
                <a:latin typeface="Trebuchet MS"/>
                <a:cs typeface="Trebuchet MS"/>
              </a:rPr>
              <a:t>required. </a:t>
            </a:r>
            <a:r>
              <a:rPr dirty="0" sz="1150" spc="-25">
                <a:solidFill>
                  <a:srgbClr val="15203F"/>
                </a:solidFill>
                <a:latin typeface="Trebuchet MS"/>
                <a:cs typeface="Trebuchet MS"/>
              </a:rPr>
              <a:t>Two </a:t>
            </a:r>
            <a:r>
              <a:rPr dirty="0" sz="1150">
                <a:solidFill>
                  <a:srgbClr val="15203F"/>
                </a:solidFill>
                <a:latin typeface="Trebuchet MS"/>
                <a:cs typeface="Trebuchet MS"/>
              </a:rPr>
              <a:t>complementary</a:t>
            </a:r>
            <a:r>
              <a:rPr dirty="0" sz="1150" spc="-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15203F"/>
                </a:solidFill>
                <a:latin typeface="Trebuchet MS"/>
                <a:cs typeface="Trebuchet MS"/>
              </a:rPr>
              <a:t>strategies</a:t>
            </a:r>
            <a:r>
              <a:rPr dirty="0" sz="1150" spc="-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 spc="-25">
                <a:solidFill>
                  <a:srgbClr val="15203F"/>
                </a:solidFill>
                <a:latin typeface="Trebuchet MS"/>
                <a:cs typeface="Trebuchet MS"/>
              </a:rPr>
              <a:t>were</a:t>
            </a:r>
            <a:r>
              <a:rPr dirty="0" sz="1150" spc="-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 spc="-10">
                <a:solidFill>
                  <a:srgbClr val="15203F"/>
                </a:solidFill>
                <a:latin typeface="Trebuchet MS"/>
                <a:cs typeface="Trebuchet MS"/>
              </a:rPr>
              <a:t>implemented</a:t>
            </a:r>
            <a:r>
              <a:rPr dirty="0" sz="1150" spc="-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15203F"/>
                </a:solidFill>
                <a:latin typeface="Trebuchet MS"/>
                <a:cs typeface="Trebuchet MS"/>
              </a:rPr>
              <a:t>and</a:t>
            </a:r>
            <a:r>
              <a:rPr dirty="0" sz="1150" spc="-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15203F"/>
                </a:solidFill>
                <a:latin typeface="Trebuchet MS"/>
                <a:cs typeface="Trebuchet MS"/>
              </a:rPr>
              <a:t>compared</a:t>
            </a:r>
            <a:r>
              <a:rPr dirty="0" sz="1150" spc="-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 spc="-25">
                <a:solidFill>
                  <a:srgbClr val="15203F"/>
                </a:solidFill>
                <a:latin typeface="Trebuchet MS"/>
                <a:cs typeface="Trebuchet MS"/>
              </a:rPr>
              <a:t>within</a:t>
            </a:r>
            <a:r>
              <a:rPr dirty="0" sz="1150" spc="-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 spc="-10">
                <a:solidFill>
                  <a:srgbClr val="15203F"/>
                </a:solidFill>
                <a:latin typeface="Trebuchet MS"/>
                <a:cs typeface="Trebuchet MS"/>
              </a:rPr>
              <a:t>CineMatch.</a:t>
            </a:r>
            <a:endParaRPr sz="115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9125" y="1847850"/>
            <a:ext cx="2762250" cy="170497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07463" y="3708431"/>
            <a:ext cx="4954905" cy="1220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>
                <a:solidFill>
                  <a:srgbClr val="15203F"/>
                </a:solidFill>
                <a:latin typeface="Palatino Linotype"/>
                <a:cs typeface="Palatino Linotype"/>
              </a:rPr>
              <a:t>User-</a:t>
            </a:r>
            <a:r>
              <a:rPr dirty="0" sz="1450" spc="50">
                <a:solidFill>
                  <a:srgbClr val="15203F"/>
                </a:solidFill>
                <a:latin typeface="Palatino Linotype"/>
                <a:cs typeface="Palatino Linotype"/>
              </a:rPr>
              <a:t>Based</a:t>
            </a:r>
            <a:r>
              <a:rPr dirty="0" sz="1450" spc="195">
                <a:solidFill>
                  <a:srgbClr val="15203F"/>
                </a:solidFill>
                <a:latin typeface="Palatino Linotype"/>
                <a:cs typeface="Palatino Linotype"/>
              </a:rPr>
              <a:t> </a:t>
            </a:r>
            <a:r>
              <a:rPr dirty="0" sz="1450" spc="-10">
                <a:solidFill>
                  <a:srgbClr val="15203F"/>
                </a:solidFill>
                <a:latin typeface="Palatino Linotype"/>
                <a:cs typeface="Palatino Linotype"/>
              </a:rPr>
              <a:t>Filtering</a:t>
            </a:r>
            <a:endParaRPr sz="1450">
              <a:latin typeface="Palatino Linotype"/>
              <a:cs typeface="Palatino Linotype"/>
            </a:endParaRPr>
          </a:p>
          <a:p>
            <a:pPr marL="12700" marR="5080">
              <a:lnSpc>
                <a:spcPct val="130400"/>
              </a:lnSpc>
              <a:spcBef>
                <a:spcPts val="465"/>
              </a:spcBef>
            </a:pPr>
            <a:r>
              <a:rPr dirty="0" sz="1150" spc="-10">
                <a:solidFill>
                  <a:srgbClr val="15203F"/>
                </a:solidFill>
                <a:latin typeface="Trebuchet MS"/>
                <a:cs typeface="Trebuchet MS"/>
              </a:rPr>
              <a:t>Identifies </a:t>
            </a:r>
            <a:r>
              <a:rPr dirty="0" sz="1150">
                <a:solidFill>
                  <a:srgbClr val="15203F"/>
                </a:solidFill>
                <a:latin typeface="Trebuchet MS"/>
                <a:cs typeface="Trebuchet MS"/>
              </a:rPr>
              <a:t>users</a:t>
            </a:r>
            <a:r>
              <a:rPr dirty="0" sz="1150" spc="-1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15203F"/>
                </a:solidFill>
                <a:latin typeface="Trebuchet MS"/>
                <a:cs typeface="Trebuchet MS"/>
              </a:rPr>
              <a:t>whose</a:t>
            </a:r>
            <a:r>
              <a:rPr dirty="0" sz="1150" spc="-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 spc="-25" b="1">
                <a:solidFill>
                  <a:srgbClr val="15203F"/>
                </a:solidFill>
                <a:latin typeface="Trebuchet MS"/>
                <a:cs typeface="Trebuchet MS"/>
              </a:rPr>
              <a:t>rating</a:t>
            </a:r>
            <a:r>
              <a:rPr dirty="0" sz="1150" spc="-10" b="1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 spc="-20" b="1">
                <a:solidFill>
                  <a:srgbClr val="15203F"/>
                </a:solidFill>
                <a:latin typeface="Trebuchet MS"/>
                <a:cs typeface="Trebuchet MS"/>
              </a:rPr>
              <a:t>histories</a:t>
            </a:r>
            <a:r>
              <a:rPr dirty="0" sz="1150" spc="-5" b="1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 spc="-10" b="1">
                <a:solidFill>
                  <a:srgbClr val="15203F"/>
                </a:solidFill>
                <a:latin typeface="Trebuchet MS"/>
                <a:cs typeface="Trebuchet MS"/>
              </a:rPr>
              <a:t>closely </a:t>
            </a:r>
            <a:r>
              <a:rPr dirty="0" sz="1150" spc="-25" b="1">
                <a:solidFill>
                  <a:srgbClr val="15203F"/>
                </a:solidFill>
                <a:latin typeface="Trebuchet MS"/>
                <a:cs typeface="Trebuchet MS"/>
              </a:rPr>
              <a:t>resemble</a:t>
            </a:r>
            <a:r>
              <a:rPr dirty="0" sz="1150" spc="-5" b="1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 spc="-35">
                <a:solidFill>
                  <a:srgbClr val="15203F"/>
                </a:solidFill>
                <a:latin typeface="Trebuchet MS"/>
                <a:cs typeface="Trebuchet MS"/>
              </a:rPr>
              <a:t>the</a:t>
            </a:r>
            <a:r>
              <a:rPr dirty="0" sz="1150" spc="-1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 spc="-25">
                <a:solidFill>
                  <a:srgbClr val="15203F"/>
                </a:solidFill>
                <a:latin typeface="Trebuchet MS"/>
                <a:cs typeface="Trebuchet MS"/>
              </a:rPr>
              <a:t>target</a:t>
            </a:r>
            <a:r>
              <a:rPr dirty="0" sz="1150" spc="-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 spc="-10">
                <a:solidFill>
                  <a:srgbClr val="15203F"/>
                </a:solidFill>
                <a:latin typeface="Trebuchet MS"/>
                <a:cs typeface="Trebuchet MS"/>
              </a:rPr>
              <a:t>user. </a:t>
            </a:r>
            <a:r>
              <a:rPr dirty="0" sz="1150">
                <a:solidFill>
                  <a:srgbClr val="15203F"/>
                </a:solidFill>
                <a:latin typeface="Trebuchet MS"/>
                <a:cs typeface="Trebuchet MS"/>
              </a:rPr>
              <a:t>Movies</a:t>
            </a:r>
            <a:r>
              <a:rPr dirty="0" sz="1150" spc="-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 spc="-25">
                <a:solidFill>
                  <a:srgbClr val="15203F"/>
                </a:solidFill>
                <a:latin typeface="Trebuchet MS"/>
                <a:cs typeface="Trebuchet MS"/>
              </a:rPr>
              <a:t>enjoyed</a:t>
            </a:r>
            <a:r>
              <a:rPr dirty="0" sz="1150" spc="-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15203F"/>
                </a:solidFill>
                <a:latin typeface="Trebuchet MS"/>
                <a:cs typeface="Trebuchet MS"/>
              </a:rPr>
              <a:t>by</a:t>
            </a:r>
            <a:r>
              <a:rPr dirty="0" sz="1150" spc="-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15203F"/>
                </a:solidFill>
                <a:latin typeface="Trebuchet MS"/>
                <a:cs typeface="Trebuchet MS"/>
              </a:rPr>
              <a:t>similar</a:t>
            </a:r>
            <a:r>
              <a:rPr dirty="0" sz="1150" spc="-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15203F"/>
                </a:solidFill>
                <a:latin typeface="Trebuchet MS"/>
                <a:cs typeface="Trebuchet MS"/>
              </a:rPr>
              <a:t>users,</a:t>
            </a:r>
            <a:r>
              <a:rPr dirty="0" sz="1150" spc="-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 spc="-20">
                <a:solidFill>
                  <a:srgbClr val="15203F"/>
                </a:solidFill>
                <a:latin typeface="Trebuchet MS"/>
                <a:cs typeface="Trebuchet MS"/>
              </a:rPr>
              <a:t>but</a:t>
            </a:r>
            <a:r>
              <a:rPr dirty="0" sz="1150" spc="-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15203F"/>
                </a:solidFill>
                <a:latin typeface="Trebuchet MS"/>
                <a:cs typeface="Trebuchet MS"/>
              </a:rPr>
              <a:t>not</a:t>
            </a:r>
            <a:r>
              <a:rPr dirty="0" sz="1150" spc="-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 spc="-40">
                <a:solidFill>
                  <a:srgbClr val="15203F"/>
                </a:solidFill>
                <a:latin typeface="Trebuchet MS"/>
                <a:cs typeface="Trebuchet MS"/>
              </a:rPr>
              <a:t>yet</a:t>
            </a:r>
            <a:r>
              <a:rPr dirty="0" sz="1150" spc="-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15203F"/>
                </a:solidFill>
                <a:latin typeface="Trebuchet MS"/>
                <a:cs typeface="Trebuchet MS"/>
              </a:rPr>
              <a:t>seen</a:t>
            </a:r>
            <a:r>
              <a:rPr dirty="0" sz="1150" spc="-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15203F"/>
                </a:solidFill>
                <a:latin typeface="Trebuchet MS"/>
                <a:cs typeface="Trebuchet MS"/>
              </a:rPr>
              <a:t>by</a:t>
            </a:r>
            <a:r>
              <a:rPr dirty="0" sz="1150" spc="-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 spc="-35">
                <a:solidFill>
                  <a:srgbClr val="15203F"/>
                </a:solidFill>
                <a:latin typeface="Trebuchet MS"/>
                <a:cs typeface="Trebuchet MS"/>
              </a:rPr>
              <a:t>the </a:t>
            </a:r>
            <a:r>
              <a:rPr dirty="0" sz="1150" spc="-50">
                <a:solidFill>
                  <a:srgbClr val="15203F"/>
                </a:solidFill>
                <a:latin typeface="Trebuchet MS"/>
                <a:cs typeface="Trebuchet MS"/>
              </a:rPr>
              <a:t>target,</a:t>
            </a:r>
            <a:r>
              <a:rPr dirty="0" sz="1150" spc="-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 spc="-20">
                <a:solidFill>
                  <a:srgbClr val="15203F"/>
                </a:solidFill>
                <a:latin typeface="Trebuchet MS"/>
                <a:cs typeface="Trebuchet MS"/>
              </a:rPr>
              <a:t>are</a:t>
            </a:r>
            <a:r>
              <a:rPr dirty="0" sz="1150" spc="-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 spc="-10">
                <a:solidFill>
                  <a:srgbClr val="15203F"/>
                </a:solidFill>
                <a:latin typeface="Trebuchet MS"/>
                <a:cs typeface="Trebuchet MS"/>
              </a:rPr>
              <a:t>surfaced </a:t>
            </a:r>
            <a:r>
              <a:rPr dirty="0" sz="1150" spc="75">
                <a:solidFill>
                  <a:srgbClr val="15203F"/>
                </a:solidFill>
                <a:latin typeface="Trebuchet MS"/>
                <a:cs typeface="Trebuchet MS"/>
              </a:rPr>
              <a:t>as</a:t>
            </a:r>
            <a:r>
              <a:rPr dirty="0" sz="1150" spc="-2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15203F"/>
                </a:solidFill>
                <a:latin typeface="Trebuchet MS"/>
                <a:cs typeface="Trebuchet MS"/>
              </a:rPr>
              <a:t>recommendations.</a:t>
            </a:r>
            <a:r>
              <a:rPr dirty="0" sz="1150" spc="-2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 b="1">
                <a:solidFill>
                  <a:srgbClr val="15203F"/>
                </a:solidFill>
                <a:latin typeface="Trebuchet MS"/>
                <a:cs typeface="Trebuchet MS"/>
              </a:rPr>
              <a:t>Cosine</a:t>
            </a:r>
            <a:r>
              <a:rPr dirty="0" sz="1150" spc="-20" b="1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 spc="-25" b="1">
                <a:solidFill>
                  <a:srgbClr val="15203F"/>
                </a:solidFill>
                <a:latin typeface="Trebuchet MS"/>
                <a:cs typeface="Trebuchet MS"/>
              </a:rPr>
              <a:t>similarity</a:t>
            </a:r>
            <a:r>
              <a:rPr dirty="0" sz="1150" spc="-20" b="1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15203F"/>
                </a:solidFill>
                <a:latin typeface="Trebuchet MS"/>
                <a:cs typeface="Trebuchet MS"/>
              </a:rPr>
              <a:t>is</a:t>
            </a:r>
            <a:r>
              <a:rPr dirty="0" sz="1150" spc="-2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15203F"/>
                </a:solidFill>
                <a:latin typeface="Trebuchet MS"/>
                <a:cs typeface="Trebuchet MS"/>
              </a:rPr>
              <a:t>used</a:t>
            </a:r>
            <a:r>
              <a:rPr dirty="0" sz="1150" spc="-20">
                <a:solidFill>
                  <a:srgbClr val="15203F"/>
                </a:solidFill>
                <a:latin typeface="Trebuchet MS"/>
                <a:cs typeface="Trebuchet MS"/>
              </a:rPr>
              <a:t> to quantify </a:t>
            </a:r>
            <a:r>
              <a:rPr dirty="0" sz="1150">
                <a:solidFill>
                  <a:srgbClr val="15203F"/>
                </a:solidFill>
                <a:latin typeface="Trebuchet MS"/>
                <a:cs typeface="Trebuchet MS"/>
              </a:rPr>
              <a:t>how</a:t>
            </a:r>
            <a:r>
              <a:rPr dirty="0" sz="1150" spc="-20">
                <a:solidFill>
                  <a:srgbClr val="15203F"/>
                </a:solidFill>
                <a:latin typeface="Trebuchet MS"/>
                <a:cs typeface="Trebuchet MS"/>
              </a:rPr>
              <a:t> alike</a:t>
            </a:r>
            <a:r>
              <a:rPr dirty="0" sz="1150" spc="-1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 spc="-25">
                <a:solidFill>
                  <a:srgbClr val="15203F"/>
                </a:solidFill>
                <a:latin typeface="Trebuchet MS"/>
                <a:cs typeface="Trebuchet MS"/>
              </a:rPr>
              <a:t>two </a:t>
            </a:r>
            <a:r>
              <a:rPr dirty="0" sz="1150">
                <a:solidFill>
                  <a:srgbClr val="15203F"/>
                </a:solidFill>
                <a:latin typeface="Trebuchet MS"/>
                <a:cs typeface="Trebuchet MS"/>
              </a:rPr>
              <a:t>users</a:t>
            </a:r>
            <a:r>
              <a:rPr dirty="0" sz="1150" spc="7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 spc="-20">
                <a:solidFill>
                  <a:srgbClr val="15203F"/>
                </a:solidFill>
                <a:latin typeface="Trebuchet MS"/>
                <a:cs typeface="Trebuchet MS"/>
              </a:rPr>
              <a:t>are</a:t>
            </a:r>
            <a:r>
              <a:rPr dirty="0" sz="1150" spc="7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15203F"/>
                </a:solidFill>
                <a:latin typeface="Trebuchet MS"/>
                <a:cs typeface="Trebuchet MS"/>
              </a:rPr>
              <a:t>across</a:t>
            </a:r>
            <a:r>
              <a:rPr dirty="0" sz="1150" spc="8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15203F"/>
                </a:solidFill>
                <a:latin typeface="Trebuchet MS"/>
                <a:cs typeface="Trebuchet MS"/>
              </a:rPr>
              <a:t>shared</a:t>
            </a:r>
            <a:r>
              <a:rPr dirty="0" sz="1150" spc="7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 spc="-10">
                <a:solidFill>
                  <a:srgbClr val="15203F"/>
                </a:solidFill>
                <a:latin typeface="Trebuchet MS"/>
                <a:cs typeface="Trebuchet MS"/>
              </a:rPr>
              <a:t>ratings.</a:t>
            </a:r>
            <a:endParaRPr sz="1150">
              <a:latin typeface="Trebuchet MS"/>
              <a:cs typeface="Trebuchet MS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00725" y="1847850"/>
            <a:ext cx="2762250" cy="170497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789663" y="3708431"/>
            <a:ext cx="4864735" cy="1220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>
                <a:solidFill>
                  <a:srgbClr val="15203F"/>
                </a:solidFill>
                <a:latin typeface="Palatino Linotype"/>
                <a:cs typeface="Palatino Linotype"/>
              </a:rPr>
              <a:t>Item-</a:t>
            </a:r>
            <a:r>
              <a:rPr dirty="0" sz="1450" spc="50">
                <a:solidFill>
                  <a:srgbClr val="15203F"/>
                </a:solidFill>
                <a:latin typeface="Palatino Linotype"/>
                <a:cs typeface="Palatino Linotype"/>
              </a:rPr>
              <a:t>Based</a:t>
            </a:r>
            <a:r>
              <a:rPr dirty="0" sz="1450" spc="235">
                <a:solidFill>
                  <a:srgbClr val="15203F"/>
                </a:solidFill>
                <a:latin typeface="Palatino Linotype"/>
                <a:cs typeface="Palatino Linotype"/>
              </a:rPr>
              <a:t> </a:t>
            </a:r>
            <a:r>
              <a:rPr dirty="0" sz="1450" spc="-10">
                <a:solidFill>
                  <a:srgbClr val="15203F"/>
                </a:solidFill>
                <a:latin typeface="Palatino Linotype"/>
                <a:cs typeface="Palatino Linotype"/>
              </a:rPr>
              <a:t>Filtering</a:t>
            </a:r>
            <a:endParaRPr sz="1450">
              <a:latin typeface="Palatino Linotype"/>
              <a:cs typeface="Palatino Linotype"/>
            </a:endParaRPr>
          </a:p>
          <a:p>
            <a:pPr marL="12700" marR="5080">
              <a:lnSpc>
                <a:spcPct val="130400"/>
              </a:lnSpc>
              <a:spcBef>
                <a:spcPts val="465"/>
              </a:spcBef>
            </a:pPr>
            <a:r>
              <a:rPr dirty="0" sz="1150" spc="-20">
                <a:solidFill>
                  <a:srgbClr val="15203F"/>
                </a:solidFill>
                <a:latin typeface="Trebuchet MS"/>
                <a:cs typeface="Trebuchet MS"/>
              </a:rPr>
              <a:t>Rather</a:t>
            </a:r>
            <a:r>
              <a:rPr dirty="0" sz="1150" spc="-10">
                <a:solidFill>
                  <a:srgbClr val="15203F"/>
                </a:solidFill>
                <a:latin typeface="Trebuchet MS"/>
                <a:cs typeface="Trebuchet MS"/>
              </a:rPr>
              <a:t> than </a:t>
            </a:r>
            <a:r>
              <a:rPr dirty="0" sz="1150">
                <a:solidFill>
                  <a:srgbClr val="15203F"/>
                </a:solidFill>
                <a:latin typeface="Trebuchet MS"/>
                <a:cs typeface="Trebuchet MS"/>
              </a:rPr>
              <a:t>comparing</a:t>
            </a:r>
            <a:r>
              <a:rPr dirty="0" sz="1150" spc="-1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15203F"/>
                </a:solidFill>
                <a:latin typeface="Trebuchet MS"/>
                <a:cs typeface="Trebuchet MS"/>
              </a:rPr>
              <a:t>users,</a:t>
            </a:r>
            <a:r>
              <a:rPr dirty="0" sz="1150" spc="-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15203F"/>
                </a:solidFill>
                <a:latin typeface="Trebuchet MS"/>
                <a:cs typeface="Trebuchet MS"/>
              </a:rPr>
              <a:t>this</a:t>
            </a:r>
            <a:r>
              <a:rPr dirty="0" sz="1150" spc="-1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15203F"/>
                </a:solidFill>
                <a:latin typeface="Trebuchet MS"/>
                <a:cs typeface="Trebuchet MS"/>
              </a:rPr>
              <a:t>approach</a:t>
            </a:r>
            <a:r>
              <a:rPr dirty="0" sz="1150" spc="-1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15203F"/>
                </a:solidFill>
                <a:latin typeface="Trebuchet MS"/>
                <a:cs typeface="Trebuchet MS"/>
              </a:rPr>
              <a:t>compares</a:t>
            </a:r>
            <a:r>
              <a:rPr dirty="0" sz="1150" spc="-1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 spc="-10" b="1">
                <a:solidFill>
                  <a:srgbClr val="15203F"/>
                </a:solidFill>
                <a:latin typeface="Trebuchet MS"/>
                <a:cs typeface="Trebuchet MS"/>
              </a:rPr>
              <a:t>movies</a:t>
            </a:r>
            <a:r>
              <a:rPr dirty="0" sz="1150" spc="-5" b="1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 spc="-45" b="1">
                <a:solidFill>
                  <a:srgbClr val="15203F"/>
                </a:solidFill>
                <a:latin typeface="Trebuchet MS"/>
                <a:cs typeface="Trebuchet MS"/>
              </a:rPr>
              <a:t>to</a:t>
            </a:r>
            <a:r>
              <a:rPr dirty="0" sz="1150" spc="-10" b="1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 spc="-25" b="1">
                <a:solidFill>
                  <a:srgbClr val="15203F"/>
                </a:solidFill>
                <a:latin typeface="Trebuchet MS"/>
                <a:cs typeface="Trebuchet MS"/>
              </a:rPr>
              <a:t>one </a:t>
            </a:r>
            <a:r>
              <a:rPr dirty="0" sz="1150" spc="-40" b="1">
                <a:solidFill>
                  <a:srgbClr val="15203F"/>
                </a:solidFill>
                <a:latin typeface="Trebuchet MS"/>
                <a:cs typeface="Trebuchet MS"/>
              </a:rPr>
              <a:t>another</a:t>
            </a:r>
            <a:r>
              <a:rPr dirty="0" sz="1150" spc="-5" b="1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15203F"/>
                </a:solidFill>
                <a:latin typeface="Trebuchet MS"/>
                <a:cs typeface="Trebuchet MS"/>
              </a:rPr>
              <a:t>based</a:t>
            </a:r>
            <a:r>
              <a:rPr dirty="0" sz="1150" spc="-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15203F"/>
                </a:solidFill>
                <a:latin typeface="Trebuchet MS"/>
                <a:cs typeface="Trebuchet MS"/>
              </a:rPr>
              <a:t>on</a:t>
            </a:r>
            <a:r>
              <a:rPr dirty="0" sz="1150" spc="-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 spc="-35">
                <a:solidFill>
                  <a:srgbClr val="15203F"/>
                </a:solidFill>
                <a:latin typeface="Trebuchet MS"/>
                <a:cs typeface="Trebuchet MS"/>
              </a:rPr>
              <a:t>the</a:t>
            </a:r>
            <a:r>
              <a:rPr dirty="0" sz="1150" spc="-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 spc="-10">
                <a:solidFill>
                  <a:srgbClr val="15203F"/>
                </a:solidFill>
                <a:latin typeface="Trebuchet MS"/>
                <a:cs typeface="Trebuchet MS"/>
              </a:rPr>
              <a:t>profiles</a:t>
            </a:r>
            <a:r>
              <a:rPr dirty="0" sz="1150" spc="-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15203F"/>
                </a:solidFill>
                <a:latin typeface="Trebuchet MS"/>
                <a:cs typeface="Trebuchet MS"/>
              </a:rPr>
              <a:t>of</a:t>
            </a:r>
            <a:r>
              <a:rPr dirty="0" sz="1150" spc="-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15203F"/>
                </a:solidFill>
                <a:latin typeface="Trebuchet MS"/>
                <a:cs typeface="Trebuchet MS"/>
              </a:rPr>
              <a:t>users</a:t>
            </a:r>
            <a:r>
              <a:rPr dirty="0" sz="1150" spc="-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15203F"/>
                </a:solidFill>
                <a:latin typeface="Trebuchet MS"/>
                <a:cs typeface="Trebuchet MS"/>
              </a:rPr>
              <a:t>who</a:t>
            </a:r>
            <a:r>
              <a:rPr dirty="0" sz="1150" spc="-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 spc="-25">
                <a:solidFill>
                  <a:srgbClr val="15203F"/>
                </a:solidFill>
                <a:latin typeface="Trebuchet MS"/>
                <a:cs typeface="Trebuchet MS"/>
              </a:rPr>
              <a:t>rated</a:t>
            </a:r>
            <a:r>
              <a:rPr dirty="0" sz="1150" spc="-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 spc="-30">
                <a:solidFill>
                  <a:srgbClr val="15203F"/>
                </a:solidFill>
                <a:latin typeface="Trebuchet MS"/>
                <a:cs typeface="Trebuchet MS"/>
              </a:rPr>
              <a:t>them.</a:t>
            </a:r>
            <a:r>
              <a:rPr dirty="0" sz="1150" spc="-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15203F"/>
                </a:solidFill>
                <a:latin typeface="Trebuchet MS"/>
                <a:cs typeface="Trebuchet MS"/>
              </a:rPr>
              <a:t>Films</a:t>
            </a:r>
            <a:r>
              <a:rPr dirty="0" sz="1150" spc="-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 spc="-30">
                <a:solidFill>
                  <a:srgbClr val="15203F"/>
                </a:solidFill>
                <a:latin typeface="Trebuchet MS"/>
                <a:cs typeface="Trebuchet MS"/>
              </a:rPr>
              <a:t>that</a:t>
            </a:r>
            <a:r>
              <a:rPr dirty="0" sz="1150" spc="-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 spc="-10">
                <a:solidFill>
                  <a:srgbClr val="15203F"/>
                </a:solidFill>
                <a:latin typeface="Trebuchet MS"/>
                <a:cs typeface="Trebuchet MS"/>
              </a:rPr>
              <a:t>share </a:t>
            </a:r>
            <a:r>
              <a:rPr dirty="0" sz="1150">
                <a:solidFill>
                  <a:srgbClr val="15203F"/>
                </a:solidFill>
                <a:latin typeface="Trebuchet MS"/>
                <a:cs typeface="Trebuchet MS"/>
              </a:rPr>
              <a:t>similar</a:t>
            </a:r>
            <a:r>
              <a:rPr dirty="0" sz="1150" spc="-4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 spc="-20">
                <a:solidFill>
                  <a:srgbClr val="15203F"/>
                </a:solidFill>
                <a:latin typeface="Trebuchet MS"/>
                <a:cs typeface="Trebuchet MS"/>
              </a:rPr>
              <a:t>rating</a:t>
            </a:r>
            <a:r>
              <a:rPr dirty="0" sz="1150" spc="-4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 spc="-10">
                <a:solidFill>
                  <a:srgbClr val="15203F"/>
                </a:solidFill>
                <a:latin typeface="Trebuchet MS"/>
                <a:cs typeface="Trebuchet MS"/>
              </a:rPr>
              <a:t>patterns</a:t>
            </a:r>
            <a:r>
              <a:rPr dirty="0" sz="1150" spc="-4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 spc="-20">
                <a:solidFill>
                  <a:srgbClr val="15203F"/>
                </a:solidFill>
                <a:latin typeface="Trebuchet MS"/>
                <a:cs typeface="Trebuchet MS"/>
              </a:rPr>
              <a:t>to</a:t>
            </a:r>
            <a:r>
              <a:rPr dirty="0" sz="1150" spc="-4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15203F"/>
                </a:solidFill>
                <a:latin typeface="Trebuchet MS"/>
                <a:cs typeface="Trebuchet MS"/>
              </a:rPr>
              <a:t>a</a:t>
            </a:r>
            <a:r>
              <a:rPr dirty="0" sz="1150" spc="-4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15203F"/>
                </a:solidFill>
                <a:latin typeface="Trebuchet MS"/>
                <a:cs typeface="Trebuchet MS"/>
              </a:rPr>
              <a:t>movie</a:t>
            </a:r>
            <a:r>
              <a:rPr dirty="0" sz="1150" spc="-4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 spc="-35">
                <a:solidFill>
                  <a:srgbClr val="15203F"/>
                </a:solidFill>
                <a:latin typeface="Trebuchet MS"/>
                <a:cs typeface="Trebuchet MS"/>
              </a:rPr>
              <a:t>the</a:t>
            </a:r>
            <a:r>
              <a:rPr dirty="0" sz="1150" spc="-4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15203F"/>
                </a:solidFill>
                <a:latin typeface="Trebuchet MS"/>
                <a:cs typeface="Trebuchet MS"/>
              </a:rPr>
              <a:t>user</a:t>
            </a:r>
            <a:r>
              <a:rPr dirty="0" sz="1150" spc="-4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 spc="-20">
                <a:solidFill>
                  <a:srgbClr val="15203F"/>
                </a:solidFill>
                <a:latin typeface="Trebuchet MS"/>
                <a:cs typeface="Trebuchet MS"/>
              </a:rPr>
              <a:t>already</a:t>
            </a:r>
            <a:r>
              <a:rPr dirty="0" sz="1150" spc="-4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 spc="-25">
                <a:solidFill>
                  <a:srgbClr val="15203F"/>
                </a:solidFill>
                <a:latin typeface="Trebuchet MS"/>
                <a:cs typeface="Trebuchet MS"/>
              </a:rPr>
              <a:t>liked</a:t>
            </a:r>
            <a:r>
              <a:rPr dirty="0" sz="1150" spc="-4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 spc="-20">
                <a:solidFill>
                  <a:srgbClr val="15203F"/>
                </a:solidFill>
                <a:latin typeface="Trebuchet MS"/>
                <a:cs typeface="Trebuchet MS"/>
              </a:rPr>
              <a:t>are</a:t>
            </a:r>
            <a:r>
              <a:rPr dirty="0" sz="1150" spc="-4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 spc="-10">
                <a:solidFill>
                  <a:srgbClr val="15203F"/>
                </a:solidFill>
                <a:latin typeface="Trebuchet MS"/>
                <a:cs typeface="Trebuchet MS"/>
              </a:rPr>
              <a:t>recommended. </a:t>
            </a:r>
            <a:r>
              <a:rPr dirty="0" sz="1150">
                <a:solidFill>
                  <a:srgbClr val="15203F"/>
                </a:solidFill>
                <a:latin typeface="Trebuchet MS"/>
                <a:cs typeface="Trebuchet MS"/>
              </a:rPr>
              <a:t>This</a:t>
            </a:r>
            <a:r>
              <a:rPr dirty="0" sz="1150" spc="-1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15203F"/>
                </a:solidFill>
                <a:latin typeface="Trebuchet MS"/>
                <a:cs typeface="Trebuchet MS"/>
              </a:rPr>
              <a:t>method</a:t>
            </a:r>
            <a:r>
              <a:rPr dirty="0" sz="1150" spc="-1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15203F"/>
                </a:solidFill>
                <a:latin typeface="Trebuchet MS"/>
                <a:cs typeface="Trebuchet MS"/>
              </a:rPr>
              <a:t>is</a:t>
            </a:r>
            <a:r>
              <a:rPr dirty="0" sz="1150" spc="-1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 spc="-20">
                <a:solidFill>
                  <a:srgbClr val="15203F"/>
                </a:solidFill>
                <a:latin typeface="Trebuchet MS"/>
                <a:cs typeface="Trebuchet MS"/>
              </a:rPr>
              <a:t>generally</a:t>
            </a:r>
            <a:r>
              <a:rPr dirty="0" sz="1150" spc="-1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15203F"/>
                </a:solidFill>
                <a:latin typeface="Trebuchet MS"/>
                <a:cs typeface="Trebuchet MS"/>
              </a:rPr>
              <a:t>more</a:t>
            </a:r>
            <a:r>
              <a:rPr dirty="0" sz="1150" spc="-1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15203F"/>
                </a:solidFill>
                <a:latin typeface="Trebuchet MS"/>
                <a:cs typeface="Trebuchet MS"/>
              </a:rPr>
              <a:t>stable</a:t>
            </a:r>
            <a:r>
              <a:rPr dirty="0" sz="1150" spc="-1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15203F"/>
                </a:solidFill>
                <a:latin typeface="Trebuchet MS"/>
                <a:cs typeface="Trebuchet MS"/>
              </a:rPr>
              <a:t>and</a:t>
            </a:r>
            <a:r>
              <a:rPr dirty="0" sz="1150" spc="-1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50" spc="-10">
                <a:solidFill>
                  <a:srgbClr val="15203F"/>
                </a:solidFill>
                <a:latin typeface="Trebuchet MS"/>
                <a:cs typeface="Trebuchet MS"/>
              </a:rPr>
              <a:t>scalable.</a:t>
            </a:r>
            <a:endParaRPr sz="115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19125" y="5114925"/>
            <a:ext cx="10191750" cy="838200"/>
            <a:chOff x="619125" y="5114925"/>
            <a:chExt cx="10191750" cy="838200"/>
          </a:xfrm>
        </p:grpSpPr>
        <p:sp>
          <p:nvSpPr>
            <p:cNvPr id="10" name="object 10"/>
            <p:cNvSpPr/>
            <p:nvPr/>
          </p:nvSpPr>
          <p:spPr>
            <a:xfrm>
              <a:off x="619125" y="5114925"/>
              <a:ext cx="10191750" cy="838200"/>
            </a:xfrm>
            <a:custGeom>
              <a:avLst/>
              <a:gdLst/>
              <a:ahLst/>
              <a:cxnLst/>
              <a:rect l="l" t="t" r="r" b="b"/>
              <a:pathLst>
                <a:path w="10191750" h="838200">
                  <a:moveTo>
                    <a:pt x="10175773" y="0"/>
                  </a:moveTo>
                  <a:lnTo>
                    <a:pt x="15968" y="0"/>
                  </a:lnTo>
                  <a:lnTo>
                    <a:pt x="13623" y="469"/>
                  </a:lnTo>
                  <a:lnTo>
                    <a:pt x="0" y="15963"/>
                  </a:lnTo>
                  <a:lnTo>
                    <a:pt x="0" y="819786"/>
                  </a:lnTo>
                  <a:lnTo>
                    <a:pt x="0" y="822227"/>
                  </a:lnTo>
                  <a:lnTo>
                    <a:pt x="15968" y="838201"/>
                  </a:lnTo>
                  <a:lnTo>
                    <a:pt x="10175773" y="838201"/>
                  </a:lnTo>
                  <a:lnTo>
                    <a:pt x="10191750" y="822227"/>
                  </a:lnTo>
                  <a:lnTo>
                    <a:pt x="10191750" y="15963"/>
                  </a:lnTo>
                  <a:lnTo>
                    <a:pt x="10178123" y="469"/>
                  </a:lnTo>
                  <a:lnTo>
                    <a:pt x="10175773" y="0"/>
                  </a:lnTo>
                  <a:close/>
                </a:path>
              </a:pathLst>
            </a:custGeom>
            <a:solidFill>
              <a:srgbClr val="C3CFE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9176" y="5343198"/>
              <a:ext cx="128797" cy="128790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085949" y="5245977"/>
            <a:ext cx="9058275" cy="482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-635">
              <a:lnSpc>
                <a:spcPct val="130400"/>
              </a:lnSpc>
              <a:spcBef>
                <a:spcPts val="95"/>
              </a:spcBef>
            </a:pPr>
            <a:r>
              <a:rPr dirty="0" sz="1150">
                <a:latin typeface="Trebuchet MS"/>
                <a:cs typeface="Trebuchet MS"/>
              </a:rPr>
              <a:t>Both approaches </a:t>
            </a:r>
            <a:r>
              <a:rPr dirty="0" sz="1150" spc="-25">
                <a:latin typeface="Trebuchet MS"/>
                <a:cs typeface="Trebuchet MS"/>
              </a:rPr>
              <a:t>were</a:t>
            </a:r>
            <a:r>
              <a:rPr dirty="0" sz="1150" spc="5">
                <a:latin typeface="Trebuchet MS"/>
                <a:cs typeface="Trebuchet MS"/>
              </a:rPr>
              <a:t> </a:t>
            </a:r>
            <a:r>
              <a:rPr dirty="0" sz="1150" spc="-10">
                <a:latin typeface="Trebuchet MS"/>
                <a:cs typeface="Trebuchet MS"/>
              </a:rPr>
              <a:t>implemented</a:t>
            </a:r>
            <a:r>
              <a:rPr dirty="0" sz="1150">
                <a:latin typeface="Trebuchet MS"/>
                <a:cs typeface="Trebuchet MS"/>
              </a:rPr>
              <a:t> manually using</a:t>
            </a:r>
            <a:r>
              <a:rPr dirty="0" sz="1150" spc="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Python and </a:t>
            </a:r>
            <a:r>
              <a:rPr dirty="0" sz="1150" spc="-20">
                <a:latin typeface="Trebuchet MS"/>
                <a:cs typeface="Trebuchet MS"/>
              </a:rPr>
              <a:t>validated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using </a:t>
            </a:r>
            <a:r>
              <a:rPr dirty="0" sz="1150" spc="-10" b="1">
                <a:latin typeface="Trebuchet MS"/>
                <a:cs typeface="Trebuchet MS"/>
              </a:rPr>
              <a:t>Scikit-</a:t>
            </a:r>
            <a:r>
              <a:rPr dirty="0" sz="1150" spc="-65" b="1">
                <a:latin typeface="Trebuchet MS"/>
                <a:cs typeface="Trebuchet MS"/>
              </a:rPr>
              <a:t>Learn</a:t>
            </a:r>
            <a:r>
              <a:rPr dirty="0" sz="1150" spc="-65">
                <a:latin typeface="Trebuchet MS"/>
                <a:cs typeface="Trebuchet MS"/>
              </a:rPr>
              <a:t>,</a:t>
            </a:r>
            <a:r>
              <a:rPr dirty="0" sz="1150">
                <a:latin typeface="Trebuchet MS"/>
                <a:cs typeface="Trebuchet MS"/>
              </a:rPr>
              <a:t> </a:t>
            </a:r>
            <a:r>
              <a:rPr dirty="0" sz="1150" spc="-25">
                <a:latin typeface="Trebuchet MS"/>
                <a:cs typeface="Trebuchet MS"/>
              </a:rPr>
              <a:t>with</a:t>
            </a:r>
            <a:r>
              <a:rPr dirty="0" sz="1150">
                <a:latin typeface="Trebuchet MS"/>
                <a:cs typeface="Trebuchet MS"/>
              </a:rPr>
              <a:t> cosine</a:t>
            </a:r>
            <a:r>
              <a:rPr dirty="0" sz="1150" spc="5">
                <a:latin typeface="Trebuchet MS"/>
                <a:cs typeface="Trebuchet MS"/>
              </a:rPr>
              <a:t> </a:t>
            </a:r>
            <a:r>
              <a:rPr dirty="0" sz="1150" spc="-20">
                <a:latin typeface="Trebuchet MS"/>
                <a:cs typeface="Trebuchet MS"/>
              </a:rPr>
              <a:t>similarity</a:t>
            </a:r>
            <a:r>
              <a:rPr dirty="0" sz="1150">
                <a:latin typeface="Trebuchet MS"/>
                <a:cs typeface="Trebuchet MS"/>
              </a:rPr>
              <a:t> </a:t>
            </a:r>
            <a:r>
              <a:rPr dirty="0" sz="1150" spc="75">
                <a:latin typeface="Trebuchet MS"/>
                <a:cs typeface="Trebuchet MS"/>
              </a:rPr>
              <a:t>as</a:t>
            </a:r>
            <a:r>
              <a:rPr dirty="0" sz="1150">
                <a:latin typeface="Trebuchet MS"/>
                <a:cs typeface="Trebuchet MS"/>
              </a:rPr>
              <a:t> </a:t>
            </a:r>
            <a:r>
              <a:rPr dirty="0" sz="1150" spc="-35">
                <a:latin typeface="Trebuchet MS"/>
                <a:cs typeface="Trebuchet MS"/>
              </a:rPr>
              <a:t>the</a:t>
            </a:r>
            <a:r>
              <a:rPr dirty="0" sz="1150" spc="5">
                <a:latin typeface="Trebuchet MS"/>
                <a:cs typeface="Trebuchet MS"/>
              </a:rPr>
              <a:t> </a:t>
            </a:r>
            <a:r>
              <a:rPr dirty="0" sz="1150" spc="-10">
                <a:latin typeface="Trebuchet MS"/>
                <a:cs typeface="Trebuchet MS"/>
              </a:rPr>
              <a:t>primary</a:t>
            </a:r>
            <a:r>
              <a:rPr dirty="0" sz="1150">
                <a:latin typeface="Trebuchet MS"/>
                <a:cs typeface="Trebuchet MS"/>
              </a:rPr>
              <a:t> </a:t>
            </a:r>
            <a:r>
              <a:rPr dirty="0" sz="1150" spc="-10">
                <a:latin typeface="Trebuchet MS"/>
                <a:cs typeface="Trebuchet MS"/>
              </a:rPr>
              <a:t>distance </a:t>
            </a:r>
            <a:r>
              <a:rPr dirty="0" sz="1150">
                <a:latin typeface="Trebuchet MS"/>
                <a:cs typeface="Trebuchet MS"/>
              </a:rPr>
              <a:t>measure</a:t>
            </a:r>
            <a:r>
              <a:rPr dirty="0" sz="1150" spc="55">
                <a:latin typeface="Trebuchet MS"/>
                <a:cs typeface="Trebuchet MS"/>
              </a:rPr>
              <a:t> </a:t>
            </a:r>
            <a:r>
              <a:rPr dirty="0" sz="1150" spc="-10">
                <a:latin typeface="Trebuchet MS"/>
                <a:cs typeface="Trebuchet MS"/>
              </a:rPr>
              <a:t>throughout.</a:t>
            </a:r>
            <a:endParaRPr sz="1150">
              <a:latin typeface="Trebuchet MS"/>
              <a:cs typeface="Trebuchet MS"/>
            </a:endParaRPr>
          </a:p>
        </p:txBody>
      </p:sp>
      <p:pic>
        <p:nvPicPr>
          <p:cNvPr id="13" name="object 13">
            <a:hlinkClick r:id="rId5"/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224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50" spc="140">
                <a:solidFill>
                  <a:srgbClr val="3257B8"/>
                </a:solidFill>
              </a:rPr>
              <a:t>System</a:t>
            </a:r>
            <a:r>
              <a:rPr dirty="0" sz="3050" spc="-5">
                <a:solidFill>
                  <a:srgbClr val="3257B8"/>
                </a:solidFill>
              </a:rPr>
              <a:t> </a:t>
            </a:r>
            <a:r>
              <a:rPr dirty="0" sz="3050" spc="85">
                <a:solidFill>
                  <a:srgbClr val="3257B8"/>
                </a:solidFill>
              </a:rPr>
              <a:t>Implementation</a:t>
            </a:r>
            <a:endParaRPr sz="30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6274" y="1936888"/>
            <a:ext cx="233273" cy="20083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07466" y="1479486"/>
            <a:ext cx="3618229" cy="10502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65">
                <a:solidFill>
                  <a:srgbClr val="3257B8"/>
                </a:solidFill>
                <a:latin typeface="Palatino Linotype"/>
                <a:cs typeface="Palatino Linotype"/>
              </a:rPr>
              <a:t>Item-Based</a:t>
            </a:r>
            <a:r>
              <a:rPr dirty="0" sz="1500" spc="25">
                <a:solidFill>
                  <a:srgbClr val="3257B8"/>
                </a:solidFill>
                <a:latin typeface="Palatino Linotype"/>
                <a:cs typeface="Palatino Linotype"/>
              </a:rPr>
              <a:t> </a:t>
            </a:r>
            <a:r>
              <a:rPr dirty="0" sz="1500" spc="70">
                <a:solidFill>
                  <a:srgbClr val="3257B8"/>
                </a:solidFill>
                <a:latin typeface="Palatino Linotype"/>
                <a:cs typeface="Palatino Linotype"/>
              </a:rPr>
              <a:t>Recommendation</a:t>
            </a:r>
            <a:r>
              <a:rPr dirty="0" sz="1500" spc="25">
                <a:solidFill>
                  <a:srgbClr val="3257B8"/>
                </a:solidFill>
                <a:latin typeface="Palatino Linotype"/>
                <a:cs typeface="Palatino Linotype"/>
              </a:rPr>
              <a:t> </a:t>
            </a:r>
            <a:r>
              <a:rPr dirty="0" sz="1500" spc="55">
                <a:solidFill>
                  <a:srgbClr val="3257B8"/>
                </a:solidFill>
                <a:latin typeface="Palatino Linotype"/>
                <a:cs typeface="Palatino Linotype"/>
              </a:rPr>
              <a:t>Function</a:t>
            </a:r>
            <a:endParaRPr sz="1500">
              <a:latin typeface="Palatino Linotype"/>
              <a:cs typeface="Palatino Linotype"/>
            </a:endParaRPr>
          </a:p>
          <a:p>
            <a:pPr marL="516255">
              <a:lnSpc>
                <a:spcPct val="100000"/>
              </a:lnSpc>
              <a:spcBef>
                <a:spcPts val="1500"/>
              </a:spcBef>
            </a:pPr>
            <a:r>
              <a:rPr dirty="0" sz="1500" spc="-10">
                <a:solidFill>
                  <a:srgbClr val="15203F"/>
                </a:solidFill>
                <a:latin typeface="Palatino Linotype"/>
                <a:cs typeface="Palatino Linotype"/>
              </a:rPr>
              <a:t>Input</a:t>
            </a:r>
            <a:endParaRPr sz="1500">
              <a:latin typeface="Palatino Linotype"/>
              <a:cs typeface="Palatino Linotype"/>
            </a:endParaRPr>
          </a:p>
          <a:p>
            <a:pPr marL="516255">
              <a:lnSpc>
                <a:spcPct val="100000"/>
              </a:lnSpc>
              <a:spcBef>
                <a:spcPts val="1500"/>
              </a:spcBef>
            </a:pPr>
            <a:r>
              <a:rPr dirty="0" sz="1200" spc="75">
                <a:solidFill>
                  <a:srgbClr val="15203F"/>
                </a:solidFill>
                <a:latin typeface="Trebuchet MS"/>
                <a:cs typeface="Trebuchet MS"/>
              </a:rPr>
              <a:t>A</a:t>
            </a:r>
            <a:r>
              <a:rPr dirty="0" sz="1200" spc="-4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movie</a:t>
            </a:r>
            <a:r>
              <a:rPr dirty="0" sz="1200" spc="-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65">
                <a:solidFill>
                  <a:srgbClr val="15203F"/>
                </a:solidFill>
                <a:latin typeface="Trebuchet MS"/>
                <a:cs typeface="Trebuchet MS"/>
              </a:rPr>
              <a:t>title</a:t>
            </a:r>
            <a:r>
              <a:rPr dirty="0" sz="1200" spc="-4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provided</a:t>
            </a:r>
            <a:r>
              <a:rPr dirty="0" sz="1200" spc="-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by</a:t>
            </a:r>
            <a:r>
              <a:rPr dirty="0" sz="1200" spc="-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30">
                <a:solidFill>
                  <a:srgbClr val="15203F"/>
                </a:solidFill>
                <a:latin typeface="Trebuchet MS"/>
                <a:cs typeface="Trebuchet MS"/>
              </a:rPr>
              <a:t>the</a:t>
            </a:r>
            <a:r>
              <a:rPr dirty="0" sz="1200" spc="-4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20">
                <a:solidFill>
                  <a:srgbClr val="15203F"/>
                </a:solidFill>
                <a:latin typeface="Trebuchet MS"/>
                <a:cs typeface="Trebuchet MS"/>
              </a:rPr>
              <a:t>user</a:t>
            </a:r>
            <a:endParaRPr sz="12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6274" y="2889388"/>
            <a:ext cx="233273" cy="20083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111250" y="2851086"/>
            <a:ext cx="4331335" cy="6311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10">
                <a:solidFill>
                  <a:srgbClr val="15203F"/>
                </a:solidFill>
                <a:latin typeface="Palatino Linotype"/>
                <a:cs typeface="Palatino Linotype"/>
              </a:rPr>
              <a:t>Compute</a:t>
            </a:r>
            <a:endParaRPr sz="15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Cosine</a:t>
            </a:r>
            <a:r>
              <a:rPr dirty="0" sz="1200" spc="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20">
                <a:solidFill>
                  <a:srgbClr val="15203F"/>
                </a:solidFill>
                <a:latin typeface="Trebuchet MS"/>
                <a:cs typeface="Trebuchet MS"/>
              </a:rPr>
              <a:t>similarity</a:t>
            </a:r>
            <a:r>
              <a:rPr dirty="0" sz="1200" spc="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scores</a:t>
            </a:r>
            <a:r>
              <a:rPr dirty="0" sz="1200" spc="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against</a:t>
            </a:r>
            <a:r>
              <a:rPr dirty="0" sz="1200" spc="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35">
                <a:solidFill>
                  <a:srgbClr val="15203F"/>
                </a:solidFill>
                <a:latin typeface="Trebuchet MS"/>
                <a:cs typeface="Trebuchet MS"/>
              </a:rPr>
              <a:t>all</a:t>
            </a:r>
            <a:r>
              <a:rPr dirty="0" sz="1200" spc="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20">
                <a:solidFill>
                  <a:srgbClr val="15203F"/>
                </a:solidFill>
                <a:latin typeface="Trebuchet MS"/>
                <a:cs typeface="Trebuchet MS"/>
              </a:rPr>
              <a:t>other</a:t>
            </a:r>
            <a:r>
              <a:rPr dirty="0" sz="1200" spc="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films</a:t>
            </a:r>
            <a:r>
              <a:rPr dirty="0" sz="1200" spc="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in</a:t>
            </a:r>
            <a:r>
              <a:rPr dirty="0" sz="1200" spc="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30">
                <a:solidFill>
                  <a:srgbClr val="15203F"/>
                </a:solidFill>
                <a:latin typeface="Trebuchet MS"/>
                <a:cs typeface="Trebuchet MS"/>
              </a:rPr>
              <a:t>the</a:t>
            </a:r>
            <a:r>
              <a:rPr dirty="0" sz="1200" spc="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catalogue</a:t>
            </a:r>
            <a:endParaRPr sz="1200">
              <a:latin typeface="Trebuchet MS"/>
              <a:cs typeface="Trebuchet MS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6274" y="3841888"/>
            <a:ext cx="233273" cy="20083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11250" y="3813111"/>
            <a:ext cx="4294505" cy="6216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10">
                <a:solidFill>
                  <a:srgbClr val="15203F"/>
                </a:solidFill>
                <a:latin typeface="Palatino Linotype"/>
                <a:cs typeface="Palatino Linotype"/>
              </a:rPr>
              <a:t>Output</a:t>
            </a:r>
            <a:endParaRPr sz="15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dirty="0" sz="1200" spc="75">
                <a:solidFill>
                  <a:srgbClr val="15203F"/>
                </a:solidFill>
                <a:latin typeface="Trebuchet MS"/>
                <a:cs typeface="Trebuchet MS"/>
              </a:rPr>
              <a:t>A</a:t>
            </a:r>
            <a:r>
              <a:rPr dirty="0" sz="1200" spc="-2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ranked</a:t>
            </a:r>
            <a:r>
              <a:rPr dirty="0" sz="1200" spc="-2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list</a:t>
            </a:r>
            <a:r>
              <a:rPr dirty="0" sz="1200" spc="-2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of</a:t>
            </a:r>
            <a:r>
              <a:rPr dirty="0" sz="1200" spc="-2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30">
                <a:solidFill>
                  <a:srgbClr val="15203F"/>
                </a:solidFill>
                <a:latin typeface="Trebuchet MS"/>
                <a:cs typeface="Trebuchet MS"/>
              </a:rPr>
              <a:t>the</a:t>
            </a:r>
            <a:r>
              <a:rPr dirty="0" sz="1200" spc="-2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most</a:t>
            </a:r>
            <a:r>
              <a:rPr dirty="0" sz="1200" spc="-2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similar</a:t>
            </a:r>
            <a:r>
              <a:rPr dirty="0" sz="1200" spc="-2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movies</a:t>
            </a:r>
            <a:r>
              <a:rPr dirty="0" sz="1200" spc="-2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for</a:t>
            </a:r>
            <a:r>
              <a:rPr dirty="0" sz="1200" spc="-2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30">
                <a:solidFill>
                  <a:srgbClr val="15203F"/>
                </a:solidFill>
                <a:latin typeface="Trebuchet MS"/>
                <a:cs typeface="Trebuchet MS"/>
              </a:rPr>
              <a:t>the</a:t>
            </a:r>
            <a:r>
              <a:rPr dirty="0" sz="1200" spc="-2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user</a:t>
            </a:r>
            <a:r>
              <a:rPr dirty="0" sz="1200" spc="-20">
                <a:solidFill>
                  <a:srgbClr val="15203F"/>
                </a:solidFill>
                <a:latin typeface="Trebuchet MS"/>
                <a:cs typeface="Trebuchet MS"/>
              </a:rPr>
              <a:t> to 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explore</a:t>
            </a:r>
            <a:endParaRPr sz="1200">
              <a:latin typeface="Trebuchet MS"/>
              <a:cs typeface="Trebuchet MS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72174" y="1936888"/>
            <a:ext cx="233273" cy="20083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900985" y="1479486"/>
            <a:ext cx="3620770" cy="10502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50">
                <a:solidFill>
                  <a:srgbClr val="3257B8"/>
                </a:solidFill>
                <a:latin typeface="Palatino Linotype"/>
                <a:cs typeface="Palatino Linotype"/>
              </a:rPr>
              <a:t>User-</a:t>
            </a:r>
            <a:r>
              <a:rPr dirty="0" sz="1500" spc="65">
                <a:solidFill>
                  <a:srgbClr val="3257B8"/>
                </a:solidFill>
                <a:latin typeface="Palatino Linotype"/>
                <a:cs typeface="Palatino Linotype"/>
              </a:rPr>
              <a:t>Based</a:t>
            </a:r>
            <a:r>
              <a:rPr dirty="0" sz="1500" spc="30">
                <a:solidFill>
                  <a:srgbClr val="3257B8"/>
                </a:solidFill>
                <a:latin typeface="Palatino Linotype"/>
                <a:cs typeface="Palatino Linotype"/>
              </a:rPr>
              <a:t> </a:t>
            </a:r>
            <a:r>
              <a:rPr dirty="0" sz="1500" spc="70">
                <a:solidFill>
                  <a:srgbClr val="3257B8"/>
                </a:solidFill>
                <a:latin typeface="Palatino Linotype"/>
                <a:cs typeface="Palatino Linotype"/>
              </a:rPr>
              <a:t>Recommendation</a:t>
            </a:r>
            <a:r>
              <a:rPr dirty="0" sz="1500" spc="35">
                <a:solidFill>
                  <a:srgbClr val="3257B8"/>
                </a:solidFill>
                <a:latin typeface="Palatino Linotype"/>
                <a:cs typeface="Palatino Linotype"/>
              </a:rPr>
              <a:t> </a:t>
            </a:r>
            <a:r>
              <a:rPr dirty="0" sz="1500" spc="55">
                <a:solidFill>
                  <a:srgbClr val="3257B8"/>
                </a:solidFill>
                <a:latin typeface="Palatino Linotype"/>
                <a:cs typeface="Palatino Linotype"/>
              </a:rPr>
              <a:t>Function</a:t>
            </a:r>
            <a:endParaRPr sz="1500">
              <a:latin typeface="Palatino Linotype"/>
              <a:cs typeface="Palatino Linotype"/>
            </a:endParaRPr>
          </a:p>
          <a:p>
            <a:pPr marL="516255">
              <a:lnSpc>
                <a:spcPct val="100000"/>
              </a:lnSpc>
              <a:spcBef>
                <a:spcPts val="1500"/>
              </a:spcBef>
            </a:pPr>
            <a:r>
              <a:rPr dirty="0" sz="1500" spc="-10">
                <a:solidFill>
                  <a:srgbClr val="15203F"/>
                </a:solidFill>
                <a:latin typeface="Palatino Linotype"/>
                <a:cs typeface="Palatino Linotype"/>
              </a:rPr>
              <a:t>Input</a:t>
            </a:r>
            <a:endParaRPr sz="1500">
              <a:latin typeface="Palatino Linotype"/>
              <a:cs typeface="Palatino Linotype"/>
            </a:endParaRPr>
          </a:p>
          <a:p>
            <a:pPr marL="516255">
              <a:lnSpc>
                <a:spcPct val="100000"/>
              </a:lnSpc>
              <a:spcBef>
                <a:spcPts val="1500"/>
              </a:spcBef>
            </a:pPr>
            <a:r>
              <a:rPr dirty="0" sz="1200" spc="75">
                <a:solidFill>
                  <a:srgbClr val="15203F"/>
                </a:solidFill>
                <a:latin typeface="Trebuchet MS"/>
                <a:cs typeface="Trebuchet MS"/>
              </a:rPr>
              <a:t>A</a:t>
            </a:r>
            <a:r>
              <a:rPr dirty="0" sz="1200" spc="-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unique</a:t>
            </a:r>
            <a:r>
              <a:rPr dirty="0" sz="1200" spc="-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User</a:t>
            </a:r>
            <a:r>
              <a:rPr dirty="0" sz="1200" spc="-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ID</a:t>
            </a:r>
            <a:r>
              <a:rPr dirty="0" sz="1200" spc="-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from</a:t>
            </a:r>
            <a:r>
              <a:rPr dirty="0" sz="1200" spc="-30">
                <a:solidFill>
                  <a:srgbClr val="15203F"/>
                </a:solidFill>
                <a:latin typeface="Trebuchet MS"/>
                <a:cs typeface="Trebuchet MS"/>
              </a:rPr>
              <a:t> the 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dataset</a:t>
            </a:r>
            <a:endParaRPr sz="1200">
              <a:latin typeface="Trebuchet MS"/>
              <a:cs typeface="Trebuchet MS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72174" y="2889388"/>
            <a:ext cx="233273" cy="200838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6404768" y="2851086"/>
            <a:ext cx="3945254" cy="87884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10">
                <a:solidFill>
                  <a:srgbClr val="15203F"/>
                </a:solidFill>
                <a:latin typeface="Palatino Linotype"/>
                <a:cs typeface="Palatino Linotype"/>
              </a:rPr>
              <a:t>Compute</a:t>
            </a:r>
            <a:endParaRPr sz="1500">
              <a:latin typeface="Palatino Linotype"/>
              <a:cs typeface="Palatino Linotype"/>
            </a:endParaRPr>
          </a:p>
          <a:p>
            <a:pPr marL="12700" marR="5080">
              <a:lnSpc>
                <a:spcPct val="135400"/>
              </a:lnSpc>
              <a:spcBef>
                <a:spcPts val="990"/>
              </a:spcBef>
            </a:pPr>
            <a:r>
              <a:rPr dirty="0" sz="1200" spc="75">
                <a:solidFill>
                  <a:srgbClr val="15203F"/>
                </a:solidFill>
                <a:latin typeface="Trebuchet MS"/>
                <a:cs typeface="Trebuchet MS"/>
              </a:rPr>
              <a:t>Most</a:t>
            </a:r>
            <a:r>
              <a:rPr dirty="0" sz="1200" spc="1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similar</a:t>
            </a:r>
            <a:r>
              <a:rPr dirty="0" sz="1200" spc="1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users</a:t>
            </a:r>
            <a:r>
              <a:rPr dirty="0" sz="1200" spc="2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40">
                <a:solidFill>
                  <a:srgbClr val="15203F"/>
                </a:solidFill>
                <a:latin typeface="Trebuchet MS"/>
                <a:cs typeface="Trebuchet MS"/>
              </a:rPr>
              <a:t>identified;</a:t>
            </a:r>
            <a:r>
              <a:rPr dirty="0" sz="1200" spc="1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45">
                <a:solidFill>
                  <a:srgbClr val="15203F"/>
                </a:solidFill>
                <a:latin typeface="Trebuchet MS"/>
                <a:cs typeface="Trebuchet MS"/>
              </a:rPr>
              <a:t>their</a:t>
            </a:r>
            <a:r>
              <a:rPr dirty="0" sz="1200" spc="2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45">
                <a:solidFill>
                  <a:srgbClr val="15203F"/>
                </a:solidFill>
                <a:latin typeface="Trebuchet MS"/>
                <a:cs typeface="Trebuchet MS"/>
              </a:rPr>
              <a:t>top-</a:t>
            </a:r>
            <a:r>
              <a:rPr dirty="0" sz="1200" spc="-25">
                <a:solidFill>
                  <a:srgbClr val="15203F"/>
                </a:solidFill>
                <a:latin typeface="Trebuchet MS"/>
                <a:cs typeface="Trebuchet MS"/>
              </a:rPr>
              <a:t>rated</a:t>
            </a:r>
            <a:r>
              <a:rPr dirty="0" sz="1200" spc="1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unseen</a:t>
            </a:r>
            <a:r>
              <a:rPr dirty="0" sz="1200" spc="2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films retrieved</a:t>
            </a:r>
            <a:endParaRPr sz="1200">
              <a:latin typeface="Trebuchet MS"/>
              <a:cs typeface="Trebuchet MS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72174" y="4089538"/>
            <a:ext cx="233273" cy="200838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6404768" y="4060761"/>
            <a:ext cx="3787775" cy="86931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10">
                <a:solidFill>
                  <a:srgbClr val="15203F"/>
                </a:solidFill>
                <a:latin typeface="Palatino Linotype"/>
                <a:cs typeface="Palatino Linotype"/>
              </a:rPr>
              <a:t>Output</a:t>
            </a:r>
            <a:endParaRPr sz="1500">
              <a:latin typeface="Palatino Linotype"/>
              <a:cs typeface="Palatino Linotype"/>
            </a:endParaRPr>
          </a:p>
          <a:p>
            <a:pPr marL="12700" marR="5080">
              <a:lnSpc>
                <a:spcPct val="135400"/>
              </a:lnSpc>
              <a:spcBef>
                <a:spcPts val="915"/>
              </a:spcBef>
            </a:pP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Top</a:t>
            </a:r>
            <a:r>
              <a:rPr dirty="0" sz="1200" spc="2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55">
                <a:solidFill>
                  <a:srgbClr val="15203F"/>
                </a:solidFill>
                <a:latin typeface="Trebuchet MS"/>
                <a:cs typeface="Trebuchet MS"/>
              </a:rPr>
              <a:t>5</a:t>
            </a:r>
            <a:r>
              <a:rPr dirty="0" sz="1200" spc="2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personalised</a:t>
            </a:r>
            <a:r>
              <a:rPr dirty="0" sz="1200" spc="2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movie</a:t>
            </a:r>
            <a:r>
              <a:rPr dirty="0" sz="1200" spc="2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recommendations</a:t>
            </a:r>
            <a:r>
              <a:rPr dirty="0" sz="1200" spc="2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ranked</a:t>
            </a:r>
            <a:r>
              <a:rPr dirty="0" sz="1200" spc="2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25">
                <a:solidFill>
                  <a:srgbClr val="15203F"/>
                </a:solidFill>
                <a:latin typeface="Trebuchet MS"/>
                <a:cs typeface="Trebuchet MS"/>
              </a:rPr>
              <a:t>by </a:t>
            </a:r>
            <a:r>
              <a:rPr dirty="0" sz="1200" spc="-20">
                <a:solidFill>
                  <a:srgbClr val="15203F"/>
                </a:solidFill>
                <a:latin typeface="Trebuchet MS"/>
                <a:cs typeface="Trebuchet MS"/>
              </a:rPr>
              <a:t>predicted 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rating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07466" y="5257044"/>
            <a:ext cx="10097135" cy="520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5400"/>
              </a:lnSpc>
              <a:spcBef>
                <a:spcPts val="95"/>
              </a:spcBef>
            </a:pP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Both</a:t>
            </a:r>
            <a:r>
              <a:rPr dirty="0" sz="1200" spc="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functions</a:t>
            </a:r>
            <a:r>
              <a:rPr dirty="0" sz="1200" spc="1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20">
                <a:solidFill>
                  <a:srgbClr val="15203F"/>
                </a:solidFill>
                <a:latin typeface="Trebuchet MS"/>
                <a:cs typeface="Trebuchet MS"/>
              </a:rPr>
              <a:t>prioritise</a:t>
            </a:r>
            <a:r>
              <a:rPr dirty="0" sz="1200" spc="1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personalisation</a:t>
            </a:r>
            <a:r>
              <a:rPr dirty="0" sz="1200" spc="1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by</a:t>
            </a:r>
            <a:r>
              <a:rPr dirty="0" sz="1200" spc="1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weighting</a:t>
            </a:r>
            <a:r>
              <a:rPr dirty="0" sz="1200" spc="1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recommendations</a:t>
            </a:r>
            <a:r>
              <a:rPr dirty="0" sz="1200" spc="1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according</a:t>
            </a:r>
            <a:r>
              <a:rPr dirty="0" sz="1200" spc="1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20">
                <a:solidFill>
                  <a:srgbClr val="15203F"/>
                </a:solidFill>
                <a:latin typeface="Trebuchet MS"/>
                <a:cs typeface="Trebuchet MS"/>
              </a:rPr>
              <a:t>to</a:t>
            </a:r>
            <a:r>
              <a:rPr dirty="0" sz="1200" spc="1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25" b="1">
                <a:solidFill>
                  <a:srgbClr val="15203F"/>
                </a:solidFill>
                <a:latin typeface="Trebuchet MS"/>
                <a:cs typeface="Trebuchet MS"/>
              </a:rPr>
              <a:t>similarity</a:t>
            </a:r>
            <a:r>
              <a:rPr dirty="0" sz="1200" spc="10" b="1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b="1">
                <a:solidFill>
                  <a:srgbClr val="15203F"/>
                </a:solidFill>
                <a:latin typeface="Trebuchet MS"/>
                <a:cs typeface="Trebuchet MS"/>
              </a:rPr>
              <a:t>scores</a:t>
            </a:r>
            <a:r>
              <a:rPr dirty="0" sz="1200" spc="10" b="1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20" b="1">
                <a:solidFill>
                  <a:srgbClr val="15203F"/>
                </a:solidFill>
                <a:latin typeface="Trebuchet MS"/>
                <a:cs typeface="Trebuchet MS"/>
              </a:rPr>
              <a:t>combined</a:t>
            </a:r>
            <a:r>
              <a:rPr dirty="0" sz="1200" spc="5" b="1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60" b="1">
                <a:solidFill>
                  <a:srgbClr val="15203F"/>
                </a:solidFill>
                <a:latin typeface="Trebuchet MS"/>
                <a:cs typeface="Trebuchet MS"/>
              </a:rPr>
              <a:t>with</a:t>
            </a:r>
            <a:r>
              <a:rPr dirty="0" sz="1200" spc="10" b="1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25" b="1">
                <a:solidFill>
                  <a:srgbClr val="15203F"/>
                </a:solidFill>
                <a:latin typeface="Trebuchet MS"/>
                <a:cs typeface="Trebuchet MS"/>
              </a:rPr>
              <a:t>rating</a:t>
            </a:r>
            <a:r>
              <a:rPr dirty="0" sz="1200" spc="10" b="1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25" b="1">
                <a:solidFill>
                  <a:srgbClr val="15203F"/>
                </a:solidFill>
                <a:latin typeface="Trebuchet MS"/>
                <a:cs typeface="Trebuchet MS"/>
              </a:rPr>
              <a:t>magnitudes</a:t>
            </a:r>
            <a:r>
              <a:rPr dirty="0" sz="1200" spc="-25">
                <a:solidFill>
                  <a:srgbClr val="15203F"/>
                </a:solidFill>
                <a:latin typeface="Trebuchet MS"/>
                <a:cs typeface="Trebuchet MS"/>
              </a:rPr>
              <a:t>,</a:t>
            </a:r>
            <a:r>
              <a:rPr dirty="0" sz="1200" spc="1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ensuring </a:t>
            </a:r>
            <a:r>
              <a:rPr dirty="0" sz="1200" spc="-35">
                <a:solidFill>
                  <a:srgbClr val="15203F"/>
                </a:solidFill>
                <a:latin typeface="Trebuchet MS"/>
                <a:cs typeface="Trebuchet MS"/>
              </a:rPr>
              <a:t>that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25">
                <a:solidFill>
                  <a:srgbClr val="15203F"/>
                </a:solidFill>
                <a:latin typeface="Trebuchet MS"/>
                <a:cs typeface="Trebuchet MS"/>
              </a:rPr>
              <a:t>highly-rated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films</a:t>
            </a:r>
            <a:r>
              <a:rPr dirty="0" sz="1200" spc="-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from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 closely-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matched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users</a:t>
            </a:r>
            <a:r>
              <a:rPr dirty="0" sz="1200" spc="-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or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items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rank</a:t>
            </a:r>
            <a:r>
              <a:rPr dirty="0" sz="1200" spc="-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20">
                <a:solidFill>
                  <a:srgbClr val="15203F"/>
                </a:solidFill>
                <a:latin typeface="Trebuchet MS"/>
                <a:cs typeface="Trebuchet MS"/>
              </a:rPr>
              <a:t>at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30">
                <a:solidFill>
                  <a:srgbClr val="15203F"/>
                </a:solidFill>
                <a:latin typeface="Trebuchet MS"/>
                <a:cs typeface="Trebuchet MS"/>
              </a:rPr>
              <a:t>the</a:t>
            </a:r>
            <a:r>
              <a:rPr dirty="0" sz="1200" spc="-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20">
                <a:solidFill>
                  <a:srgbClr val="15203F"/>
                </a:solidFill>
                <a:latin typeface="Trebuchet MS"/>
                <a:cs typeface="Trebuchet MS"/>
              </a:rPr>
              <a:t>top.</a:t>
            </a:r>
            <a:endParaRPr sz="1200">
              <a:latin typeface="Trebuchet MS"/>
              <a:cs typeface="Trebuchet MS"/>
            </a:endParaRPr>
          </a:p>
        </p:txBody>
      </p:sp>
      <p:pic>
        <p:nvPicPr>
          <p:cNvPr id="16" name="object 16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987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50">
                <a:solidFill>
                  <a:srgbClr val="3257B8"/>
                </a:solidFill>
              </a:rPr>
              <a:t>SVD</a:t>
            </a:r>
            <a:r>
              <a:rPr dirty="0" sz="3050" spc="25">
                <a:solidFill>
                  <a:srgbClr val="3257B8"/>
                </a:solidFill>
              </a:rPr>
              <a:t> </a:t>
            </a:r>
            <a:r>
              <a:rPr dirty="0" sz="3050">
                <a:solidFill>
                  <a:srgbClr val="3257B8"/>
                </a:solidFill>
              </a:rPr>
              <a:t>Model</a:t>
            </a:r>
            <a:r>
              <a:rPr dirty="0" sz="3050" spc="30">
                <a:solidFill>
                  <a:srgbClr val="3257B8"/>
                </a:solidFill>
              </a:rPr>
              <a:t> </a:t>
            </a:r>
            <a:r>
              <a:rPr dirty="0" sz="3050" spc="-475">
                <a:solidFill>
                  <a:srgbClr val="3257B8"/>
                </a:solidFill>
              </a:rPr>
              <a:t>&amp;</a:t>
            </a:r>
            <a:r>
              <a:rPr dirty="0" sz="3050" spc="25">
                <a:solidFill>
                  <a:srgbClr val="3257B8"/>
                </a:solidFill>
              </a:rPr>
              <a:t> </a:t>
            </a:r>
            <a:r>
              <a:rPr dirty="0" sz="3050" spc="114">
                <a:solidFill>
                  <a:srgbClr val="3257B8"/>
                </a:solidFill>
              </a:rPr>
              <a:t>Performance</a:t>
            </a:r>
            <a:r>
              <a:rPr dirty="0" sz="3050" spc="25">
                <a:solidFill>
                  <a:srgbClr val="3257B8"/>
                </a:solidFill>
              </a:rPr>
              <a:t> </a:t>
            </a:r>
            <a:r>
              <a:rPr dirty="0" sz="3050" spc="70">
                <a:solidFill>
                  <a:srgbClr val="3257B8"/>
                </a:solidFill>
              </a:rPr>
              <a:t>Evaluation</a:t>
            </a:r>
            <a:endParaRPr sz="305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55"/>
              <a:t>Singular</a:t>
            </a:r>
            <a:r>
              <a:rPr dirty="0" spc="90"/>
              <a:t> </a:t>
            </a:r>
            <a:r>
              <a:rPr dirty="0"/>
              <a:t>Value</a:t>
            </a:r>
            <a:r>
              <a:rPr dirty="0" spc="90"/>
              <a:t> </a:t>
            </a:r>
            <a:r>
              <a:rPr dirty="0" spc="45"/>
              <a:t>Decomposition</a:t>
            </a:r>
            <a:r>
              <a:rPr dirty="0" spc="90"/>
              <a:t> </a:t>
            </a:r>
            <a:r>
              <a:rPr dirty="0" spc="-20"/>
              <a:t>(SVD)</a:t>
            </a:r>
          </a:p>
          <a:p>
            <a:pPr marL="12700" marR="5080">
              <a:lnSpc>
                <a:spcPct val="135400"/>
              </a:lnSpc>
              <a:spcBef>
                <a:spcPts val="990"/>
              </a:spcBef>
            </a:pPr>
            <a:r>
              <a:rPr dirty="0" sz="1200" spc="60" b="1">
                <a:solidFill>
                  <a:srgbClr val="15203F"/>
                </a:solidFill>
                <a:latin typeface="Trebuchet MS"/>
                <a:cs typeface="Trebuchet MS"/>
              </a:rPr>
              <a:t>SVD</a:t>
            </a:r>
            <a:r>
              <a:rPr dirty="0" sz="1200" spc="30" b="1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is</a:t>
            </a:r>
            <a:r>
              <a:rPr dirty="0" sz="1200" spc="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a</a:t>
            </a:r>
            <a:r>
              <a:rPr dirty="0" sz="1200" spc="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model-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based</a:t>
            </a:r>
            <a:r>
              <a:rPr dirty="0" sz="1200" spc="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technique</a:t>
            </a:r>
            <a:r>
              <a:rPr dirty="0" sz="1200" spc="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35">
                <a:solidFill>
                  <a:srgbClr val="15203F"/>
                </a:solidFill>
                <a:latin typeface="Trebuchet MS"/>
                <a:cs typeface="Trebuchet MS"/>
              </a:rPr>
              <a:t>that</a:t>
            </a:r>
            <a:r>
              <a:rPr dirty="0" sz="1200" spc="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factorises</a:t>
            </a:r>
            <a:r>
              <a:rPr dirty="0" sz="1200" spc="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30">
                <a:solidFill>
                  <a:srgbClr val="15203F"/>
                </a:solidFill>
                <a:latin typeface="Trebuchet MS"/>
                <a:cs typeface="Trebuchet MS"/>
              </a:rPr>
              <a:t>the</a:t>
            </a:r>
            <a:r>
              <a:rPr dirty="0" sz="1200" spc="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sparse</a:t>
            </a:r>
            <a:r>
              <a:rPr dirty="0" sz="1200" spc="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utility</a:t>
            </a:r>
            <a:r>
              <a:rPr dirty="0" sz="1200" spc="50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20">
                <a:solidFill>
                  <a:srgbClr val="15203F"/>
                </a:solidFill>
                <a:latin typeface="Trebuchet MS"/>
                <a:cs typeface="Trebuchet MS"/>
              </a:rPr>
              <a:t>matrix into </a:t>
            </a:r>
            <a:r>
              <a:rPr dirty="0" sz="1200" spc="-30">
                <a:solidFill>
                  <a:srgbClr val="15203F"/>
                </a:solidFill>
                <a:latin typeface="Trebuchet MS"/>
                <a:cs typeface="Trebuchet MS"/>
              </a:rPr>
              <a:t>three</a:t>
            </a:r>
            <a:r>
              <a:rPr dirty="0" sz="1200" spc="-2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compact</a:t>
            </a:r>
            <a:r>
              <a:rPr dirty="0" sz="1200" spc="-20">
                <a:solidFill>
                  <a:srgbClr val="15203F"/>
                </a:solidFill>
                <a:latin typeface="Trebuchet MS"/>
                <a:cs typeface="Trebuchet MS"/>
              </a:rPr>
              <a:t> matrices, </a:t>
            </a:r>
            <a:r>
              <a:rPr dirty="0" sz="1200" spc="-30">
                <a:solidFill>
                  <a:srgbClr val="15203F"/>
                </a:solidFill>
                <a:latin typeface="Trebuchet MS"/>
                <a:cs typeface="Trebuchet MS"/>
              </a:rPr>
              <a:t>effectively</a:t>
            </a:r>
            <a:r>
              <a:rPr dirty="0" sz="1200" spc="-1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20" b="1">
                <a:solidFill>
                  <a:srgbClr val="15203F"/>
                </a:solidFill>
                <a:latin typeface="Trebuchet MS"/>
                <a:cs typeface="Trebuchet MS"/>
              </a:rPr>
              <a:t>reducing </a:t>
            </a:r>
            <a:r>
              <a:rPr dirty="0" sz="1200" spc="-10" b="1">
                <a:solidFill>
                  <a:srgbClr val="15203F"/>
                </a:solidFill>
                <a:latin typeface="Trebuchet MS"/>
                <a:cs typeface="Trebuchet MS"/>
              </a:rPr>
              <a:t>dimensionality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and</a:t>
            </a:r>
            <a:r>
              <a:rPr dirty="0" sz="1200" spc="-4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uncovering</a:t>
            </a:r>
            <a:r>
              <a:rPr dirty="0" sz="1200" spc="-35">
                <a:solidFill>
                  <a:srgbClr val="15203F"/>
                </a:solidFill>
                <a:latin typeface="Trebuchet MS"/>
                <a:cs typeface="Trebuchet MS"/>
              </a:rPr>
              <a:t> latent</a:t>
            </a:r>
            <a:r>
              <a:rPr dirty="0" sz="1200" spc="-4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features</a:t>
            </a:r>
            <a:r>
              <a:rPr dirty="0" sz="1200" spc="-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hidden</a:t>
            </a:r>
            <a:r>
              <a:rPr dirty="0" sz="1200" spc="-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25">
                <a:solidFill>
                  <a:srgbClr val="15203F"/>
                </a:solidFill>
                <a:latin typeface="Trebuchet MS"/>
                <a:cs typeface="Trebuchet MS"/>
              </a:rPr>
              <a:t>within</a:t>
            </a:r>
            <a:r>
              <a:rPr dirty="0" sz="1200" spc="-4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30">
                <a:solidFill>
                  <a:srgbClr val="15203F"/>
                </a:solidFill>
                <a:latin typeface="Trebuchet MS"/>
                <a:cs typeface="Trebuchet MS"/>
              </a:rPr>
              <a:t>the</a:t>
            </a:r>
            <a:r>
              <a:rPr dirty="0" sz="1200" spc="-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25">
                <a:solidFill>
                  <a:srgbClr val="15203F"/>
                </a:solidFill>
                <a:latin typeface="Trebuchet MS"/>
                <a:cs typeface="Trebuchet MS"/>
              </a:rPr>
              <a:t>data.</a:t>
            </a:r>
            <a:r>
              <a:rPr dirty="0" sz="1200" spc="-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Rather</a:t>
            </a:r>
            <a:r>
              <a:rPr dirty="0" sz="1200" spc="-4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20">
                <a:solidFill>
                  <a:srgbClr val="15203F"/>
                </a:solidFill>
                <a:latin typeface="Trebuchet MS"/>
                <a:cs typeface="Trebuchet MS"/>
              </a:rPr>
              <a:t>than relying</a:t>
            </a:r>
            <a:r>
              <a:rPr dirty="0" sz="1200" spc="-2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on</a:t>
            </a:r>
            <a:r>
              <a:rPr dirty="0" sz="1200" spc="-2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30">
                <a:solidFill>
                  <a:srgbClr val="15203F"/>
                </a:solidFill>
                <a:latin typeface="Trebuchet MS"/>
                <a:cs typeface="Trebuchet MS"/>
              </a:rPr>
              <a:t>explicit</a:t>
            </a:r>
            <a:r>
              <a:rPr dirty="0" sz="1200" spc="-25">
                <a:solidFill>
                  <a:srgbClr val="15203F"/>
                </a:solidFill>
                <a:latin typeface="Trebuchet MS"/>
                <a:cs typeface="Trebuchet MS"/>
              </a:rPr>
              <a:t> similarities, </a:t>
            </a:r>
            <a:r>
              <a:rPr dirty="0" sz="1200" spc="85">
                <a:solidFill>
                  <a:srgbClr val="15203F"/>
                </a:solidFill>
                <a:latin typeface="Trebuchet MS"/>
                <a:cs typeface="Trebuchet MS"/>
              </a:rPr>
              <a:t>SVD</a:t>
            </a:r>
            <a:r>
              <a:rPr dirty="0" sz="1200" spc="-2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infers</a:t>
            </a:r>
            <a:r>
              <a:rPr dirty="0" sz="1200" spc="-2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underlying</a:t>
            </a:r>
            <a:r>
              <a:rPr dirty="0" sz="1200" spc="-2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taste</a:t>
            </a:r>
            <a:r>
              <a:rPr dirty="0" sz="1200" spc="-2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dimensions </a:t>
            </a:r>
            <a:r>
              <a:rPr dirty="0" sz="1200" spc="50">
                <a:solidFill>
                  <a:srgbClr val="15203F"/>
                </a:solidFill>
                <a:latin typeface="Trebuchet MS"/>
                <a:cs typeface="Trebuchet MS"/>
              </a:rPr>
              <a:t>such</a:t>
            </a:r>
            <a:r>
              <a:rPr dirty="0" sz="1200" spc="-6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85">
                <a:solidFill>
                  <a:srgbClr val="15203F"/>
                </a:solidFill>
                <a:latin typeface="Trebuchet MS"/>
                <a:cs typeface="Trebuchet MS"/>
              </a:rPr>
              <a:t>as</a:t>
            </a:r>
            <a:r>
              <a:rPr dirty="0" sz="1200" spc="-6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genre</a:t>
            </a:r>
            <a:r>
              <a:rPr dirty="0" sz="1200" spc="-5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25">
                <a:solidFill>
                  <a:srgbClr val="15203F"/>
                </a:solidFill>
                <a:latin typeface="Trebuchet MS"/>
                <a:cs typeface="Trebuchet MS"/>
              </a:rPr>
              <a:t>affinity</a:t>
            </a:r>
            <a:r>
              <a:rPr dirty="0" sz="1200" spc="-6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or</a:t>
            </a:r>
            <a:r>
              <a:rPr dirty="0" sz="1200" spc="-5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tone</a:t>
            </a:r>
            <a:r>
              <a:rPr dirty="0" sz="1200" spc="-6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preference.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19124" y="3352799"/>
            <a:ext cx="2371725" cy="1209675"/>
          </a:xfrm>
          <a:custGeom>
            <a:avLst/>
            <a:gdLst/>
            <a:ahLst/>
            <a:cxnLst/>
            <a:rect l="l" t="t" r="r" b="b"/>
            <a:pathLst>
              <a:path w="2371725" h="1209675">
                <a:moveTo>
                  <a:pt x="2354912" y="1209674"/>
                </a:moveTo>
                <a:lnTo>
                  <a:pt x="16812" y="1209674"/>
                </a:lnTo>
                <a:lnTo>
                  <a:pt x="14339" y="1209182"/>
                </a:lnTo>
                <a:lnTo>
                  <a:pt x="0" y="1192862"/>
                </a:lnTo>
                <a:lnTo>
                  <a:pt x="0" y="1190292"/>
                </a:lnTo>
                <a:lnTo>
                  <a:pt x="0" y="16811"/>
                </a:lnTo>
                <a:lnTo>
                  <a:pt x="16812" y="0"/>
                </a:lnTo>
                <a:lnTo>
                  <a:pt x="2354912" y="0"/>
                </a:lnTo>
                <a:lnTo>
                  <a:pt x="2371724" y="16811"/>
                </a:lnTo>
                <a:lnTo>
                  <a:pt x="2371724" y="1192862"/>
                </a:lnTo>
                <a:lnTo>
                  <a:pt x="2357385" y="1209182"/>
                </a:lnTo>
                <a:lnTo>
                  <a:pt x="2354912" y="1209674"/>
                </a:lnTo>
                <a:close/>
              </a:path>
            </a:pathLst>
          </a:custGeom>
          <a:solidFill>
            <a:srgbClr val="E8EC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62396" y="3498786"/>
            <a:ext cx="1684655" cy="6216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>
                <a:solidFill>
                  <a:srgbClr val="15203F"/>
                </a:solidFill>
                <a:latin typeface="Palatino Linotype"/>
                <a:cs typeface="Palatino Linotype"/>
              </a:rPr>
              <a:t>Genre</a:t>
            </a:r>
            <a:r>
              <a:rPr dirty="0" sz="1500" spc="150">
                <a:solidFill>
                  <a:srgbClr val="15203F"/>
                </a:solidFill>
                <a:latin typeface="Palatino Linotype"/>
                <a:cs typeface="Palatino Linotype"/>
              </a:rPr>
              <a:t> </a:t>
            </a:r>
            <a:r>
              <a:rPr dirty="0" sz="1500" spc="55">
                <a:solidFill>
                  <a:srgbClr val="15203F"/>
                </a:solidFill>
                <a:latin typeface="Palatino Linotype"/>
                <a:cs typeface="Palatino Linotype"/>
              </a:rPr>
              <a:t>Preference</a:t>
            </a:r>
            <a:endParaRPr sz="15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dirty="0" sz="1200" spc="-45">
                <a:solidFill>
                  <a:srgbClr val="15203F"/>
                </a:solidFill>
                <a:latin typeface="Trebuchet MS"/>
                <a:cs typeface="Trebuchet MS"/>
              </a:rPr>
              <a:t>e.g.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Action</a:t>
            </a:r>
            <a:r>
              <a:rPr dirty="0" sz="1200" spc="-4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vs.</a:t>
            </a:r>
            <a:r>
              <a:rPr dirty="0" sz="1200" spc="-4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Romance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152774" y="3352799"/>
            <a:ext cx="2371725" cy="1209675"/>
          </a:xfrm>
          <a:custGeom>
            <a:avLst/>
            <a:gdLst/>
            <a:ahLst/>
            <a:cxnLst/>
            <a:rect l="l" t="t" r="r" b="b"/>
            <a:pathLst>
              <a:path w="2371725" h="1209675">
                <a:moveTo>
                  <a:pt x="2354912" y="1209674"/>
                </a:moveTo>
                <a:lnTo>
                  <a:pt x="16812" y="1209674"/>
                </a:lnTo>
                <a:lnTo>
                  <a:pt x="14339" y="1209182"/>
                </a:lnTo>
                <a:lnTo>
                  <a:pt x="0" y="1192862"/>
                </a:lnTo>
                <a:lnTo>
                  <a:pt x="0" y="1190292"/>
                </a:lnTo>
                <a:lnTo>
                  <a:pt x="0" y="16811"/>
                </a:lnTo>
                <a:lnTo>
                  <a:pt x="16812" y="0"/>
                </a:lnTo>
                <a:lnTo>
                  <a:pt x="2354912" y="0"/>
                </a:lnTo>
                <a:lnTo>
                  <a:pt x="2371724" y="16811"/>
                </a:lnTo>
                <a:lnTo>
                  <a:pt x="2371724" y="1192862"/>
                </a:lnTo>
                <a:lnTo>
                  <a:pt x="2357384" y="1209182"/>
                </a:lnTo>
                <a:lnTo>
                  <a:pt x="2354912" y="1209674"/>
                </a:lnTo>
                <a:close/>
              </a:path>
            </a:pathLst>
          </a:custGeom>
          <a:solidFill>
            <a:srgbClr val="E8EC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292623" y="3498786"/>
            <a:ext cx="1108075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50">
                <a:solidFill>
                  <a:srgbClr val="15203F"/>
                </a:solidFill>
                <a:latin typeface="Palatino Linotype"/>
                <a:cs typeface="Palatino Linotype"/>
              </a:rPr>
              <a:t>Tone</a:t>
            </a:r>
            <a:r>
              <a:rPr dirty="0" sz="1500">
                <a:solidFill>
                  <a:srgbClr val="15203F"/>
                </a:solidFill>
                <a:latin typeface="Palatino Linotype"/>
                <a:cs typeface="Palatino Linotype"/>
              </a:rPr>
              <a:t> </a:t>
            </a:r>
            <a:r>
              <a:rPr dirty="0" sz="1500" spc="135">
                <a:solidFill>
                  <a:srgbClr val="15203F"/>
                </a:solidFill>
                <a:latin typeface="Palatino Linotype"/>
                <a:cs typeface="Palatino Linotype"/>
              </a:rPr>
              <a:t>/</a:t>
            </a:r>
            <a:r>
              <a:rPr dirty="0" sz="1500" spc="10">
                <a:solidFill>
                  <a:srgbClr val="15203F"/>
                </a:solidFill>
                <a:latin typeface="Palatino Linotype"/>
                <a:cs typeface="Palatino Linotype"/>
              </a:rPr>
              <a:t> </a:t>
            </a:r>
            <a:r>
              <a:rPr dirty="0" sz="1500" spc="35">
                <a:solidFill>
                  <a:srgbClr val="15203F"/>
                </a:solidFill>
                <a:latin typeface="Palatino Linotype"/>
                <a:cs typeface="Palatino Linotype"/>
              </a:rPr>
              <a:t>Style</a:t>
            </a:r>
            <a:endParaRPr sz="1500">
              <a:latin typeface="Palatino Linotype"/>
              <a:cs typeface="Palatino Linotyp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92623" y="3847344"/>
            <a:ext cx="1673860" cy="520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5400"/>
              </a:lnSpc>
              <a:spcBef>
                <a:spcPts val="95"/>
              </a:spcBef>
            </a:pPr>
            <a:r>
              <a:rPr dirty="0" sz="1200" spc="-45">
                <a:solidFill>
                  <a:srgbClr val="15203F"/>
                </a:solidFill>
                <a:latin typeface="Trebuchet MS"/>
                <a:cs typeface="Trebuchet MS"/>
              </a:rPr>
              <a:t>e.g.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 Comedy</a:t>
            </a:r>
            <a:r>
              <a:rPr dirty="0" sz="1200" spc="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vs.</a:t>
            </a:r>
            <a:r>
              <a:rPr dirty="0" sz="1200" spc="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Serious drama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998716" y="2078341"/>
            <a:ext cx="3331845" cy="2440305"/>
          </a:xfrm>
          <a:custGeom>
            <a:avLst/>
            <a:gdLst/>
            <a:ahLst/>
            <a:cxnLst/>
            <a:rect l="l" t="t" r="r" b="b"/>
            <a:pathLst>
              <a:path w="3331845" h="2440304">
                <a:moveTo>
                  <a:pt x="6451" y="2422741"/>
                </a:moveTo>
                <a:lnTo>
                  <a:pt x="6146" y="2421979"/>
                </a:lnTo>
                <a:lnTo>
                  <a:pt x="4876" y="2420721"/>
                </a:lnTo>
                <a:lnTo>
                  <a:pt x="4114" y="2420404"/>
                </a:lnTo>
                <a:lnTo>
                  <a:pt x="2336" y="2420404"/>
                </a:lnTo>
                <a:lnTo>
                  <a:pt x="1574" y="2420721"/>
                </a:lnTo>
                <a:lnTo>
                  <a:pt x="317" y="2421979"/>
                </a:lnTo>
                <a:lnTo>
                  <a:pt x="0" y="2422741"/>
                </a:lnTo>
                <a:lnTo>
                  <a:pt x="0" y="2437434"/>
                </a:lnTo>
                <a:lnTo>
                  <a:pt x="317" y="2438196"/>
                </a:lnTo>
                <a:lnTo>
                  <a:pt x="1574" y="2439454"/>
                </a:lnTo>
                <a:lnTo>
                  <a:pt x="2336" y="2439771"/>
                </a:lnTo>
                <a:lnTo>
                  <a:pt x="4114" y="2439771"/>
                </a:lnTo>
                <a:lnTo>
                  <a:pt x="4876" y="2439454"/>
                </a:lnTo>
                <a:lnTo>
                  <a:pt x="6146" y="2438196"/>
                </a:lnTo>
                <a:lnTo>
                  <a:pt x="6451" y="2437434"/>
                </a:lnTo>
                <a:lnTo>
                  <a:pt x="6451" y="2422741"/>
                </a:lnTo>
                <a:close/>
              </a:path>
              <a:path w="3331845" h="2440304">
                <a:moveTo>
                  <a:pt x="6451" y="2390470"/>
                </a:moveTo>
                <a:lnTo>
                  <a:pt x="6146" y="2389708"/>
                </a:lnTo>
                <a:lnTo>
                  <a:pt x="4876" y="2388451"/>
                </a:lnTo>
                <a:lnTo>
                  <a:pt x="4114" y="2388133"/>
                </a:lnTo>
                <a:lnTo>
                  <a:pt x="2336" y="2388133"/>
                </a:lnTo>
                <a:lnTo>
                  <a:pt x="1574" y="2388451"/>
                </a:lnTo>
                <a:lnTo>
                  <a:pt x="317" y="2389708"/>
                </a:lnTo>
                <a:lnTo>
                  <a:pt x="0" y="2390470"/>
                </a:lnTo>
                <a:lnTo>
                  <a:pt x="0" y="2405164"/>
                </a:lnTo>
                <a:lnTo>
                  <a:pt x="317" y="2405926"/>
                </a:lnTo>
                <a:lnTo>
                  <a:pt x="1574" y="2407183"/>
                </a:lnTo>
                <a:lnTo>
                  <a:pt x="2336" y="2407501"/>
                </a:lnTo>
                <a:lnTo>
                  <a:pt x="4114" y="2407501"/>
                </a:lnTo>
                <a:lnTo>
                  <a:pt x="4876" y="2407183"/>
                </a:lnTo>
                <a:lnTo>
                  <a:pt x="6146" y="2405926"/>
                </a:lnTo>
                <a:lnTo>
                  <a:pt x="6451" y="2405164"/>
                </a:lnTo>
                <a:lnTo>
                  <a:pt x="6451" y="2390470"/>
                </a:lnTo>
                <a:close/>
              </a:path>
              <a:path w="3331845" h="2440304">
                <a:moveTo>
                  <a:pt x="6451" y="2358199"/>
                </a:moveTo>
                <a:lnTo>
                  <a:pt x="6146" y="2357437"/>
                </a:lnTo>
                <a:lnTo>
                  <a:pt x="4876" y="2356180"/>
                </a:lnTo>
                <a:lnTo>
                  <a:pt x="4114" y="2355862"/>
                </a:lnTo>
                <a:lnTo>
                  <a:pt x="2336" y="2355862"/>
                </a:lnTo>
                <a:lnTo>
                  <a:pt x="1574" y="2356180"/>
                </a:lnTo>
                <a:lnTo>
                  <a:pt x="317" y="2357437"/>
                </a:lnTo>
                <a:lnTo>
                  <a:pt x="0" y="2358199"/>
                </a:lnTo>
                <a:lnTo>
                  <a:pt x="0" y="2372893"/>
                </a:lnTo>
                <a:lnTo>
                  <a:pt x="317" y="2373655"/>
                </a:lnTo>
                <a:lnTo>
                  <a:pt x="1574" y="2374912"/>
                </a:lnTo>
                <a:lnTo>
                  <a:pt x="2336" y="2375230"/>
                </a:lnTo>
                <a:lnTo>
                  <a:pt x="4114" y="2375230"/>
                </a:lnTo>
                <a:lnTo>
                  <a:pt x="4876" y="2374912"/>
                </a:lnTo>
                <a:lnTo>
                  <a:pt x="6146" y="2373655"/>
                </a:lnTo>
                <a:lnTo>
                  <a:pt x="6451" y="2372893"/>
                </a:lnTo>
                <a:lnTo>
                  <a:pt x="6451" y="2358199"/>
                </a:lnTo>
                <a:close/>
              </a:path>
              <a:path w="3331845" h="2440304">
                <a:moveTo>
                  <a:pt x="6451" y="2325928"/>
                </a:moveTo>
                <a:lnTo>
                  <a:pt x="6146" y="2325166"/>
                </a:lnTo>
                <a:lnTo>
                  <a:pt x="4876" y="2323909"/>
                </a:lnTo>
                <a:lnTo>
                  <a:pt x="4114" y="2323592"/>
                </a:lnTo>
                <a:lnTo>
                  <a:pt x="2336" y="2323592"/>
                </a:lnTo>
                <a:lnTo>
                  <a:pt x="1574" y="2323909"/>
                </a:lnTo>
                <a:lnTo>
                  <a:pt x="317" y="2325166"/>
                </a:lnTo>
                <a:lnTo>
                  <a:pt x="0" y="2325928"/>
                </a:lnTo>
                <a:lnTo>
                  <a:pt x="0" y="2340622"/>
                </a:lnTo>
                <a:lnTo>
                  <a:pt x="317" y="2341384"/>
                </a:lnTo>
                <a:lnTo>
                  <a:pt x="1574" y="2342642"/>
                </a:lnTo>
                <a:lnTo>
                  <a:pt x="2336" y="2342959"/>
                </a:lnTo>
                <a:lnTo>
                  <a:pt x="4114" y="2342959"/>
                </a:lnTo>
                <a:lnTo>
                  <a:pt x="4876" y="2342642"/>
                </a:lnTo>
                <a:lnTo>
                  <a:pt x="6146" y="2341384"/>
                </a:lnTo>
                <a:lnTo>
                  <a:pt x="6451" y="2340622"/>
                </a:lnTo>
                <a:lnTo>
                  <a:pt x="6451" y="2325928"/>
                </a:lnTo>
                <a:close/>
              </a:path>
              <a:path w="3331845" h="2440304">
                <a:moveTo>
                  <a:pt x="6451" y="2293658"/>
                </a:moveTo>
                <a:lnTo>
                  <a:pt x="6146" y="2292896"/>
                </a:lnTo>
                <a:lnTo>
                  <a:pt x="4876" y="2291638"/>
                </a:lnTo>
                <a:lnTo>
                  <a:pt x="4114" y="2291321"/>
                </a:lnTo>
                <a:lnTo>
                  <a:pt x="2336" y="2291321"/>
                </a:lnTo>
                <a:lnTo>
                  <a:pt x="1574" y="2291638"/>
                </a:lnTo>
                <a:lnTo>
                  <a:pt x="317" y="2292896"/>
                </a:lnTo>
                <a:lnTo>
                  <a:pt x="0" y="2293658"/>
                </a:lnTo>
                <a:lnTo>
                  <a:pt x="0" y="2308352"/>
                </a:lnTo>
                <a:lnTo>
                  <a:pt x="317" y="2309114"/>
                </a:lnTo>
                <a:lnTo>
                  <a:pt x="1574" y="2310371"/>
                </a:lnTo>
                <a:lnTo>
                  <a:pt x="2336" y="2310688"/>
                </a:lnTo>
                <a:lnTo>
                  <a:pt x="4114" y="2310688"/>
                </a:lnTo>
                <a:lnTo>
                  <a:pt x="4876" y="2310371"/>
                </a:lnTo>
                <a:lnTo>
                  <a:pt x="6146" y="2309114"/>
                </a:lnTo>
                <a:lnTo>
                  <a:pt x="6451" y="2308352"/>
                </a:lnTo>
                <a:lnTo>
                  <a:pt x="6451" y="2293658"/>
                </a:lnTo>
                <a:close/>
              </a:path>
              <a:path w="3331845" h="2440304">
                <a:moveTo>
                  <a:pt x="6451" y="2261387"/>
                </a:moveTo>
                <a:lnTo>
                  <a:pt x="6146" y="2260625"/>
                </a:lnTo>
                <a:lnTo>
                  <a:pt x="4876" y="2259368"/>
                </a:lnTo>
                <a:lnTo>
                  <a:pt x="4114" y="2259050"/>
                </a:lnTo>
                <a:lnTo>
                  <a:pt x="2336" y="2259050"/>
                </a:lnTo>
                <a:lnTo>
                  <a:pt x="1574" y="2259368"/>
                </a:lnTo>
                <a:lnTo>
                  <a:pt x="317" y="2260625"/>
                </a:lnTo>
                <a:lnTo>
                  <a:pt x="0" y="2261387"/>
                </a:lnTo>
                <a:lnTo>
                  <a:pt x="0" y="2276081"/>
                </a:lnTo>
                <a:lnTo>
                  <a:pt x="317" y="2276830"/>
                </a:lnTo>
                <a:lnTo>
                  <a:pt x="1574" y="2278100"/>
                </a:lnTo>
                <a:lnTo>
                  <a:pt x="2336" y="2278405"/>
                </a:lnTo>
                <a:lnTo>
                  <a:pt x="4114" y="2278405"/>
                </a:lnTo>
                <a:lnTo>
                  <a:pt x="4876" y="2278100"/>
                </a:lnTo>
                <a:lnTo>
                  <a:pt x="6146" y="2276830"/>
                </a:lnTo>
                <a:lnTo>
                  <a:pt x="6451" y="2276081"/>
                </a:lnTo>
                <a:lnTo>
                  <a:pt x="6451" y="2261387"/>
                </a:lnTo>
                <a:close/>
              </a:path>
              <a:path w="3331845" h="2440304">
                <a:moveTo>
                  <a:pt x="6451" y="2229116"/>
                </a:moveTo>
                <a:lnTo>
                  <a:pt x="6146" y="2228354"/>
                </a:lnTo>
                <a:lnTo>
                  <a:pt x="4876" y="2227084"/>
                </a:lnTo>
                <a:lnTo>
                  <a:pt x="4114" y="2226780"/>
                </a:lnTo>
                <a:lnTo>
                  <a:pt x="2336" y="2226780"/>
                </a:lnTo>
                <a:lnTo>
                  <a:pt x="1574" y="2227084"/>
                </a:lnTo>
                <a:lnTo>
                  <a:pt x="317" y="2228354"/>
                </a:lnTo>
                <a:lnTo>
                  <a:pt x="0" y="2229116"/>
                </a:lnTo>
                <a:lnTo>
                  <a:pt x="0" y="2243798"/>
                </a:lnTo>
                <a:lnTo>
                  <a:pt x="317" y="2244560"/>
                </a:lnTo>
                <a:lnTo>
                  <a:pt x="1574" y="2245830"/>
                </a:lnTo>
                <a:lnTo>
                  <a:pt x="2336" y="2246134"/>
                </a:lnTo>
                <a:lnTo>
                  <a:pt x="4114" y="2246134"/>
                </a:lnTo>
                <a:lnTo>
                  <a:pt x="4876" y="2245830"/>
                </a:lnTo>
                <a:lnTo>
                  <a:pt x="6146" y="2244560"/>
                </a:lnTo>
                <a:lnTo>
                  <a:pt x="6451" y="2243798"/>
                </a:lnTo>
                <a:lnTo>
                  <a:pt x="6451" y="2229116"/>
                </a:lnTo>
                <a:close/>
              </a:path>
              <a:path w="3331845" h="2440304">
                <a:moveTo>
                  <a:pt x="6451" y="2196846"/>
                </a:moveTo>
                <a:lnTo>
                  <a:pt x="6146" y="2196084"/>
                </a:lnTo>
                <a:lnTo>
                  <a:pt x="4876" y="2194814"/>
                </a:lnTo>
                <a:lnTo>
                  <a:pt x="4114" y="2194509"/>
                </a:lnTo>
                <a:lnTo>
                  <a:pt x="2336" y="2194509"/>
                </a:lnTo>
                <a:lnTo>
                  <a:pt x="1574" y="2194814"/>
                </a:lnTo>
                <a:lnTo>
                  <a:pt x="317" y="2196084"/>
                </a:lnTo>
                <a:lnTo>
                  <a:pt x="0" y="2196846"/>
                </a:lnTo>
                <a:lnTo>
                  <a:pt x="0" y="2211527"/>
                </a:lnTo>
                <a:lnTo>
                  <a:pt x="317" y="2212289"/>
                </a:lnTo>
                <a:lnTo>
                  <a:pt x="1574" y="2213546"/>
                </a:lnTo>
                <a:lnTo>
                  <a:pt x="2336" y="2213864"/>
                </a:lnTo>
                <a:lnTo>
                  <a:pt x="4114" y="2213864"/>
                </a:lnTo>
                <a:lnTo>
                  <a:pt x="4876" y="2213546"/>
                </a:lnTo>
                <a:lnTo>
                  <a:pt x="6146" y="2212289"/>
                </a:lnTo>
                <a:lnTo>
                  <a:pt x="6451" y="2211527"/>
                </a:lnTo>
                <a:lnTo>
                  <a:pt x="6451" y="2196846"/>
                </a:lnTo>
                <a:close/>
              </a:path>
              <a:path w="3331845" h="2440304">
                <a:moveTo>
                  <a:pt x="6451" y="2164562"/>
                </a:moveTo>
                <a:lnTo>
                  <a:pt x="6146" y="2163800"/>
                </a:lnTo>
                <a:lnTo>
                  <a:pt x="4876" y="2162543"/>
                </a:lnTo>
                <a:lnTo>
                  <a:pt x="4114" y="2162225"/>
                </a:lnTo>
                <a:lnTo>
                  <a:pt x="2336" y="2162225"/>
                </a:lnTo>
                <a:lnTo>
                  <a:pt x="1574" y="2162543"/>
                </a:lnTo>
                <a:lnTo>
                  <a:pt x="317" y="2163800"/>
                </a:lnTo>
                <a:lnTo>
                  <a:pt x="0" y="2164562"/>
                </a:lnTo>
                <a:lnTo>
                  <a:pt x="0" y="2179256"/>
                </a:lnTo>
                <a:lnTo>
                  <a:pt x="317" y="2180018"/>
                </a:lnTo>
                <a:lnTo>
                  <a:pt x="1574" y="2181275"/>
                </a:lnTo>
                <a:lnTo>
                  <a:pt x="2336" y="2181593"/>
                </a:lnTo>
                <a:lnTo>
                  <a:pt x="4114" y="2181593"/>
                </a:lnTo>
                <a:lnTo>
                  <a:pt x="4876" y="2181275"/>
                </a:lnTo>
                <a:lnTo>
                  <a:pt x="6146" y="2180018"/>
                </a:lnTo>
                <a:lnTo>
                  <a:pt x="6451" y="2179256"/>
                </a:lnTo>
                <a:lnTo>
                  <a:pt x="6451" y="2164562"/>
                </a:lnTo>
                <a:close/>
              </a:path>
              <a:path w="3331845" h="2440304">
                <a:moveTo>
                  <a:pt x="6451" y="2132292"/>
                </a:moveTo>
                <a:lnTo>
                  <a:pt x="6146" y="2131530"/>
                </a:lnTo>
                <a:lnTo>
                  <a:pt x="4876" y="2130272"/>
                </a:lnTo>
                <a:lnTo>
                  <a:pt x="4114" y="2129955"/>
                </a:lnTo>
                <a:lnTo>
                  <a:pt x="2336" y="2129955"/>
                </a:lnTo>
                <a:lnTo>
                  <a:pt x="1574" y="2130272"/>
                </a:lnTo>
                <a:lnTo>
                  <a:pt x="317" y="2131530"/>
                </a:lnTo>
                <a:lnTo>
                  <a:pt x="0" y="2132292"/>
                </a:lnTo>
                <a:lnTo>
                  <a:pt x="0" y="2146985"/>
                </a:lnTo>
                <a:lnTo>
                  <a:pt x="317" y="2147747"/>
                </a:lnTo>
                <a:lnTo>
                  <a:pt x="1574" y="2149005"/>
                </a:lnTo>
                <a:lnTo>
                  <a:pt x="2336" y="2149322"/>
                </a:lnTo>
                <a:lnTo>
                  <a:pt x="4114" y="2149322"/>
                </a:lnTo>
                <a:lnTo>
                  <a:pt x="4876" y="2149005"/>
                </a:lnTo>
                <a:lnTo>
                  <a:pt x="6146" y="2147747"/>
                </a:lnTo>
                <a:lnTo>
                  <a:pt x="6451" y="2146985"/>
                </a:lnTo>
                <a:lnTo>
                  <a:pt x="6451" y="2132292"/>
                </a:lnTo>
                <a:close/>
              </a:path>
              <a:path w="3331845" h="2440304">
                <a:moveTo>
                  <a:pt x="6451" y="2100021"/>
                </a:moveTo>
                <a:lnTo>
                  <a:pt x="6146" y="2099259"/>
                </a:lnTo>
                <a:lnTo>
                  <a:pt x="4876" y="2098001"/>
                </a:lnTo>
                <a:lnTo>
                  <a:pt x="4114" y="2097684"/>
                </a:lnTo>
                <a:lnTo>
                  <a:pt x="2336" y="2097684"/>
                </a:lnTo>
                <a:lnTo>
                  <a:pt x="1574" y="2098001"/>
                </a:lnTo>
                <a:lnTo>
                  <a:pt x="317" y="2099259"/>
                </a:lnTo>
                <a:lnTo>
                  <a:pt x="0" y="2100021"/>
                </a:lnTo>
                <a:lnTo>
                  <a:pt x="0" y="2114715"/>
                </a:lnTo>
                <a:lnTo>
                  <a:pt x="317" y="2115477"/>
                </a:lnTo>
                <a:lnTo>
                  <a:pt x="1574" y="2116734"/>
                </a:lnTo>
                <a:lnTo>
                  <a:pt x="2336" y="2117052"/>
                </a:lnTo>
                <a:lnTo>
                  <a:pt x="4114" y="2117052"/>
                </a:lnTo>
                <a:lnTo>
                  <a:pt x="4876" y="2116734"/>
                </a:lnTo>
                <a:lnTo>
                  <a:pt x="6146" y="2115477"/>
                </a:lnTo>
                <a:lnTo>
                  <a:pt x="6451" y="2114715"/>
                </a:lnTo>
                <a:lnTo>
                  <a:pt x="6451" y="2100021"/>
                </a:lnTo>
                <a:close/>
              </a:path>
              <a:path w="3331845" h="2440304">
                <a:moveTo>
                  <a:pt x="6451" y="2067750"/>
                </a:moveTo>
                <a:lnTo>
                  <a:pt x="6146" y="2066988"/>
                </a:lnTo>
                <a:lnTo>
                  <a:pt x="4876" y="2065731"/>
                </a:lnTo>
                <a:lnTo>
                  <a:pt x="4114" y="2065413"/>
                </a:lnTo>
                <a:lnTo>
                  <a:pt x="2336" y="2065413"/>
                </a:lnTo>
                <a:lnTo>
                  <a:pt x="1574" y="2065731"/>
                </a:lnTo>
                <a:lnTo>
                  <a:pt x="317" y="2066988"/>
                </a:lnTo>
                <a:lnTo>
                  <a:pt x="0" y="2067750"/>
                </a:lnTo>
                <a:lnTo>
                  <a:pt x="0" y="2082444"/>
                </a:lnTo>
                <a:lnTo>
                  <a:pt x="317" y="2083206"/>
                </a:lnTo>
                <a:lnTo>
                  <a:pt x="1574" y="2084463"/>
                </a:lnTo>
                <a:lnTo>
                  <a:pt x="2336" y="2084781"/>
                </a:lnTo>
                <a:lnTo>
                  <a:pt x="4114" y="2084781"/>
                </a:lnTo>
                <a:lnTo>
                  <a:pt x="4876" y="2084463"/>
                </a:lnTo>
                <a:lnTo>
                  <a:pt x="6146" y="2083206"/>
                </a:lnTo>
                <a:lnTo>
                  <a:pt x="6451" y="2082444"/>
                </a:lnTo>
                <a:lnTo>
                  <a:pt x="6451" y="2067750"/>
                </a:lnTo>
                <a:close/>
              </a:path>
              <a:path w="3331845" h="2440304">
                <a:moveTo>
                  <a:pt x="6451" y="2035479"/>
                </a:moveTo>
                <a:lnTo>
                  <a:pt x="6146" y="2034717"/>
                </a:lnTo>
                <a:lnTo>
                  <a:pt x="4876" y="2033460"/>
                </a:lnTo>
                <a:lnTo>
                  <a:pt x="4114" y="2033143"/>
                </a:lnTo>
                <a:lnTo>
                  <a:pt x="2336" y="2033143"/>
                </a:lnTo>
                <a:lnTo>
                  <a:pt x="1574" y="2033460"/>
                </a:lnTo>
                <a:lnTo>
                  <a:pt x="317" y="2034717"/>
                </a:lnTo>
                <a:lnTo>
                  <a:pt x="0" y="2035479"/>
                </a:lnTo>
                <a:lnTo>
                  <a:pt x="0" y="2050173"/>
                </a:lnTo>
                <a:lnTo>
                  <a:pt x="317" y="2050935"/>
                </a:lnTo>
                <a:lnTo>
                  <a:pt x="1574" y="2052193"/>
                </a:lnTo>
                <a:lnTo>
                  <a:pt x="2336" y="2052510"/>
                </a:lnTo>
                <a:lnTo>
                  <a:pt x="4114" y="2052510"/>
                </a:lnTo>
                <a:lnTo>
                  <a:pt x="4876" y="2052193"/>
                </a:lnTo>
                <a:lnTo>
                  <a:pt x="6146" y="2050935"/>
                </a:lnTo>
                <a:lnTo>
                  <a:pt x="6451" y="2050173"/>
                </a:lnTo>
                <a:lnTo>
                  <a:pt x="6451" y="2035479"/>
                </a:lnTo>
                <a:close/>
              </a:path>
              <a:path w="3331845" h="2440304">
                <a:moveTo>
                  <a:pt x="6451" y="2003209"/>
                </a:moveTo>
                <a:lnTo>
                  <a:pt x="6146" y="2002447"/>
                </a:lnTo>
                <a:lnTo>
                  <a:pt x="4876" y="2001189"/>
                </a:lnTo>
                <a:lnTo>
                  <a:pt x="4114" y="2000872"/>
                </a:lnTo>
                <a:lnTo>
                  <a:pt x="2336" y="2000872"/>
                </a:lnTo>
                <a:lnTo>
                  <a:pt x="1574" y="2001189"/>
                </a:lnTo>
                <a:lnTo>
                  <a:pt x="317" y="2002447"/>
                </a:lnTo>
                <a:lnTo>
                  <a:pt x="0" y="2003209"/>
                </a:lnTo>
                <a:lnTo>
                  <a:pt x="0" y="2017903"/>
                </a:lnTo>
                <a:lnTo>
                  <a:pt x="317" y="2018652"/>
                </a:lnTo>
                <a:lnTo>
                  <a:pt x="1574" y="2019922"/>
                </a:lnTo>
                <a:lnTo>
                  <a:pt x="2336" y="2020239"/>
                </a:lnTo>
                <a:lnTo>
                  <a:pt x="4114" y="2020239"/>
                </a:lnTo>
                <a:lnTo>
                  <a:pt x="4876" y="2019922"/>
                </a:lnTo>
                <a:lnTo>
                  <a:pt x="6146" y="2018652"/>
                </a:lnTo>
                <a:lnTo>
                  <a:pt x="6451" y="2017903"/>
                </a:lnTo>
                <a:lnTo>
                  <a:pt x="6451" y="2003209"/>
                </a:lnTo>
                <a:close/>
              </a:path>
              <a:path w="3331845" h="2440304">
                <a:moveTo>
                  <a:pt x="6451" y="1970938"/>
                </a:moveTo>
                <a:lnTo>
                  <a:pt x="6146" y="1970176"/>
                </a:lnTo>
                <a:lnTo>
                  <a:pt x="4876" y="1968919"/>
                </a:lnTo>
                <a:lnTo>
                  <a:pt x="4114" y="1968601"/>
                </a:lnTo>
                <a:lnTo>
                  <a:pt x="2336" y="1968601"/>
                </a:lnTo>
                <a:lnTo>
                  <a:pt x="1574" y="1968919"/>
                </a:lnTo>
                <a:lnTo>
                  <a:pt x="317" y="1970176"/>
                </a:lnTo>
                <a:lnTo>
                  <a:pt x="0" y="1970938"/>
                </a:lnTo>
                <a:lnTo>
                  <a:pt x="0" y="1985619"/>
                </a:lnTo>
                <a:lnTo>
                  <a:pt x="317" y="1986381"/>
                </a:lnTo>
                <a:lnTo>
                  <a:pt x="1574" y="1987651"/>
                </a:lnTo>
                <a:lnTo>
                  <a:pt x="2336" y="1987956"/>
                </a:lnTo>
                <a:lnTo>
                  <a:pt x="4114" y="1987956"/>
                </a:lnTo>
                <a:lnTo>
                  <a:pt x="4876" y="1987651"/>
                </a:lnTo>
                <a:lnTo>
                  <a:pt x="6146" y="1986381"/>
                </a:lnTo>
                <a:lnTo>
                  <a:pt x="6451" y="1985619"/>
                </a:lnTo>
                <a:lnTo>
                  <a:pt x="6451" y="1970938"/>
                </a:lnTo>
                <a:close/>
              </a:path>
              <a:path w="3331845" h="2440304">
                <a:moveTo>
                  <a:pt x="6451" y="1938667"/>
                </a:moveTo>
                <a:lnTo>
                  <a:pt x="6146" y="1937905"/>
                </a:lnTo>
                <a:lnTo>
                  <a:pt x="4876" y="1936635"/>
                </a:lnTo>
                <a:lnTo>
                  <a:pt x="4114" y="1936330"/>
                </a:lnTo>
                <a:lnTo>
                  <a:pt x="2336" y="1936330"/>
                </a:lnTo>
                <a:lnTo>
                  <a:pt x="1574" y="1936635"/>
                </a:lnTo>
                <a:lnTo>
                  <a:pt x="317" y="1937905"/>
                </a:lnTo>
                <a:lnTo>
                  <a:pt x="0" y="1938667"/>
                </a:lnTo>
                <a:lnTo>
                  <a:pt x="0" y="1953348"/>
                </a:lnTo>
                <a:lnTo>
                  <a:pt x="317" y="1954110"/>
                </a:lnTo>
                <a:lnTo>
                  <a:pt x="1574" y="1955368"/>
                </a:lnTo>
                <a:lnTo>
                  <a:pt x="2336" y="1955685"/>
                </a:lnTo>
                <a:lnTo>
                  <a:pt x="4114" y="1955685"/>
                </a:lnTo>
                <a:lnTo>
                  <a:pt x="4876" y="1955368"/>
                </a:lnTo>
                <a:lnTo>
                  <a:pt x="6146" y="1954110"/>
                </a:lnTo>
                <a:lnTo>
                  <a:pt x="6451" y="1953348"/>
                </a:lnTo>
                <a:lnTo>
                  <a:pt x="6451" y="1938667"/>
                </a:lnTo>
                <a:close/>
              </a:path>
              <a:path w="3331845" h="2440304">
                <a:moveTo>
                  <a:pt x="6451" y="1906384"/>
                </a:moveTo>
                <a:lnTo>
                  <a:pt x="6146" y="1905635"/>
                </a:lnTo>
                <a:lnTo>
                  <a:pt x="4876" y="1904365"/>
                </a:lnTo>
                <a:lnTo>
                  <a:pt x="4114" y="1904047"/>
                </a:lnTo>
                <a:lnTo>
                  <a:pt x="2336" y="1904047"/>
                </a:lnTo>
                <a:lnTo>
                  <a:pt x="1574" y="1904365"/>
                </a:lnTo>
                <a:lnTo>
                  <a:pt x="317" y="1905635"/>
                </a:lnTo>
                <a:lnTo>
                  <a:pt x="0" y="1906384"/>
                </a:lnTo>
                <a:lnTo>
                  <a:pt x="0" y="1921078"/>
                </a:lnTo>
                <a:lnTo>
                  <a:pt x="317" y="1921840"/>
                </a:lnTo>
                <a:lnTo>
                  <a:pt x="1574" y="1923097"/>
                </a:lnTo>
                <a:lnTo>
                  <a:pt x="2336" y="1923415"/>
                </a:lnTo>
                <a:lnTo>
                  <a:pt x="4114" y="1923415"/>
                </a:lnTo>
                <a:lnTo>
                  <a:pt x="4876" y="1923097"/>
                </a:lnTo>
                <a:lnTo>
                  <a:pt x="6146" y="1921840"/>
                </a:lnTo>
                <a:lnTo>
                  <a:pt x="6451" y="1921078"/>
                </a:lnTo>
                <a:lnTo>
                  <a:pt x="6451" y="1906384"/>
                </a:lnTo>
                <a:close/>
              </a:path>
              <a:path w="3331845" h="2440304">
                <a:moveTo>
                  <a:pt x="6451" y="1874113"/>
                </a:moveTo>
                <a:lnTo>
                  <a:pt x="6146" y="1873351"/>
                </a:lnTo>
                <a:lnTo>
                  <a:pt x="4876" y="1872094"/>
                </a:lnTo>
                <a:lnTo>
                  <a:pt x="4114" y="1871776"/>
                </a:lnTo>
                <a:lnTo>
                  <a:pt x="2336" y="1871776"/>
                </a:lnTo>
                <a:lnTo>
                  <a:pt x="1574" y="1872094"/>
                </a:lnTo>
                <a:lnTo>
                  <a:pt x="317" y="1873351"/>
                </a:lnTo>
                <a:lnTo>
                  <a:pt x="0" y="1874113"/>
                </a:lnTo>
                <a:lnTo>
                  <a:pt x="0" y="1888807"/>
                </a:lnTo>
                <a:lnTo>
                  <a:pt x="317" y="1889569"/>
                </a:lnTo>
                <a:lnTo>
                  <a:pt x="1574" y="1890826"/>
                </a:lnTo>
                <a:lnTo>
                  <a:pt x="2336" y="1891144"/>
                </a:lnTo>
                <a:lnTo>
                  <a:pt x="4114" y="1891144"/>
                </a:lnTo>
                <a:lnTo>
                  <a:pt x="4876" y="1890826"/>
                </a:lnTo>
                <a:lnTo>
                  <a:pt x="6146" y="1889569"/>
                </a:lnTo>
                <a:lnTo>
                  <a:pt x="6451" y="1888807"/>
                </a:lnTo>
                <a:lnTo>
                  <a:pt x="6451" y="1874113"/>
                </a:lnTo>
                <a:close/>
              </a:path>
              <a:path w="3331845" h="2440304">
                <a:moveTo>
                  <a:pt x="6451" y="1841842"/>
                </a:moveTo>
                <a:lnTo>
                  <a:pt x="6146" y="1841080"/>
                </a:lnTo>
                <a:lnTo>
                  <a:pt x="4876" y="1839823"/>
                </a:lnTo>
                <a:lnTo>
                  <a:pt x="4114" y="1839506"/>
                </a:lnTo>
                <a:lnTo>
                  <a:pt x="2336" y="1839506"/>
                </a:lnTo>
                <a:lnTo>
                  <a:pt x="1574" y="1839823"/>
                </a:lnTo>
                <a:lnTo>
                  <a:pt x="317" y="1841080"/>
                </a:lnTo>
                <a:lnTo>
                  <a:pt x="0" y="1841842"/>
                </a:lnTo>
                <a:lnTo>
                  <a:pt x="0" y="1856536"/>
                </a:lnTo>
                <a:lnTo>
                  <a:pt x="317" y="1857298"/>
                </a:lnTo>
                <a:lnTo>
                  <a:pt x="1574" y="1858556"/>
                </a:lnTo>
                <a:lnTo>
                  <a:pt x="2336" y="1858873"/>
                </a:lnTo>
                <a:lnTo>
                  <a:pt x="4114" y="1858873"/>
                </a:lnTo>
                <a:lnTo>
                  <a:pt x="4876" y="1858556"/>
                </a:lnTo>
                <a:lnTo>
                  <a:pt x="6146" y="1857298"/>
                </a:lnTo>
                <a:lnTo>
                  <a:pt x="6451" y="1856536"/>
                </a:lnTo>
                <a:lnTo>
                  <a:pt x="6451" y="1841842"/>
                </a:lnTo>
                <a:close/>
              </a:path>
              <a:path w="3331845" h="2440304">
                <a:moveTo>
                  <a:pt x="6451" y="1809572"/>
                </a:moveTo>
                <a:lnTo>
                  <a:pt x="6146" y="1808810"/>
                </a:lnTo>
                <a:lnTo>
                  <a:pt x="4876" y="1807552"/>
                </a:lnTo>
                <a:lnTo>
                  <a:pt x="4114" y="1807235"/>
                </a:lnTo>
                <a:lnTo>
                  <a:pt x="2336" y="1807235"/>
                </a:lnTo>
                <a:lnTo>
                  <a:pt x="1574" y="1807552"/>
                </a:lnTo>
                <a:lnTo>
                  <a:pt x="317" y="1808810"/>
                </a:lnTo>
                <a:lnTo>
                  <a:pt x="0" y="1809572"/>
                </a:lnTo>
                <a:lnTo>
                  <a:pt x="0" y="1824266"/>
                </a:lnTo>
                <a:lnTo>
                  <a:pt x="317" y="1825028"/>
                </a:lnTo>
                <a:lnTo>
                  <a:pt x="1574" y="1826285"/>
                </a:lnTo>
                <a:lnTo>
                  <a:pt x="2336" y="1826602"/>
                </a:lnTo>
                <a:lnTo>
                  <a:pt x="4114" y="1826602"/>
                </a:lnTo>
                <a:lnTo>
                  <a:pt x="4876" y="1826285"/>
                </a:lnTo>
                <a:lnTo>
                  <a:pt x="6146" y="1825028"/>
                </a:lnTo>
                <a:lnTo>
                  <a:pt x="6451" y="1824266"/>
                </a:lnTo>
                <a:lnTo>
                  <a:pt x="6451" y="1809572"/>
                </a:lnTo>
                <a:close/>
              </a:path>
              <a:path w="3331845" h="2440304">
                <a:moveTo>
                  <a:pt x="6451" y="1777301"/>
                </a:moveTo>
                <a:lnTo>
                  <a:pt x="6146" y="1776539"/>
                </a:lnTo>
                <a:lnTo>
                  <a:pt x="4876" y="1775282"/>
                </a:lnTo>
                <a:lnTo>
                  <a:pt x="4114" y="1774964"/>
                </a:lnTo>
                <a:lnTo>
                  <a:pt x="2336" y="1774964"/>
                </a:lnTo>
                <a:lnTo>
                  <a:pt x="1574" y="1775282"/>
                </a:lnTo>
                <a:lnTo>
                  <a:pt x="317" y="1776539"/>
                </a:lnTo>
                <a:lnTo>
                  <a:pt x="0" y="1777301"/>
                </a:lnTo>
                <a:lnTo>
                  <a:pt x="0" y="1791995"/>
                </a:lnTo>
                <a:lnTo>
                  <a:pt x="317" y="1792757"/>
                </a:lnTo>
                <a:lnTo>
                  <a:pt x="1574" y="1794014"/>
                </a:lnTo>
                <a:lnTo>
                  <a:pt x="2336" y="1794332"/>
                </a:lnTo>
                <a:lnTo>
                  <a:pt x="4114" y="1794332"/>
                </a:lnTo>
                <a:lnTo>
                  <a:pt x="4876" y="1794014"/>
                </a:lnTo>
                <a:lnTo>
                  <a:pt x="6146" y="1792757"/>
                </a:lnTo>
                <a:lnTo>
                  <a:pt x="6451" y="1791995"/>
                </a:lnTo>
                <a:lnTo>
                  <a:pt x="6451" y="1777301"/>
                </a:lnTo>
                <a:close/>
              </a:path>
              <a:path w="3331845" h="2440304">
                <a:moveTo>
                  <a:pt x="6451" y="1745030"/>
                </a:moveTo>
                <a:lnTo>
                  <a:pt x="6146" y="1744268"/>
                </a:lnTo>
                <a:lnTo>
                  <a:pt x="4876" y="1743011"/>
                </a:lnTo>
                <a:lnTo>
                  <a:pt x="4114" y="1742694"/>
                </a:lnTo>
                <a:lnTo>
                  <a:pt x="2336" y="1742694"/>
                </a:lnTo>
                <a:lnTo>
                  <a:pt x="1574" y="1743011"/>
                </a:lnTo>
                <a:lnTo>
                  <a:pt x="317" y="1744268"/>
                </a:lnTo>
                <a:lnTo>
                  <a:pt x="0" y="1745030"/>
                </a:lnTo>
                <a:lnTo>
                  <a:pt x="0" y="1759724"/>
                </a:lnTo>
                <a:lnTo>
                  <a:pt x="317" y="1760486"/>
                </a:lnTo>
                <a:lnTo>
                  <a:pt x="1574" y="1761744"/>
                </a:lnTo>
                <a:lnTo>
                  <a:pt x="2336" y="1762061"/>
                </a:lnTo>
                <a:lnTo>
                  <a:pt x="4114" y="1762061"/>
                </a:lnTo>
                <a:lnTo>
                  <a:pt x="4876" y="1761744"/>
                </a:lnTo>
                <a:lnTo>
                  <a:pt x="6146" y="1760486"/>
                </a:lnTo>
                <a:lnTo>
                  <a:pt x="6451" y="1759724"/>
                </a:lnTo>
                <a:lnTo>
                  <a:pt x="6451" y="1745030"/>
                </a:lnTo>
                <a:close/>
              </a:path>
              <a:path w="3331845" h="2440304">
                <a:moveTo>
                  <a:pt x="6451" y="1712760"/>
                </a:moveTo>
                <a:lnTo>
                  <a:pt x="6146" y="1711998"/>
                </a:lnTo>
                <a:lnTo>
                  <a:pt x="4876" y="1710740"/>
                </a:lnTo>
                <a:lnTo>
                  <a:pt x="4114" y="1710423"/>
                </a:lnTo>
                <a:lnTo>
                  <a:pt x="2336" y="1710423"/>
                </a:lnTo>
                <a:lnTo>
                  <a:pt x="1574" y="1710740"/>
                </a:lnTo>
                <a:lnTo>
                  <a:pt x="317" y="1711998"/>
                </a:lnTo>
                <a:lnTo>
                  <a:pt x="0" y="1712760"/>
                </a:lnTo>
                <a:lnTo>
                  <a:pt x="0" y="1727454"/>
                </a:lnTo>
                <a:lnTo>
                  <a:pt x="317" y="1728203"/>
                </a:lnTo>
                <a:lnTo>
                  <a:pt x="1574" y="1729473"/>
                </a:lnTo>
                <a:lnTo>
                  <a:pt x="2336" y="1729778"/>
                </a:lnTo>
                <a:lnTo>
                  <a:pt x="4114" y="1729778"/>
                </a:lnTo>
                <a:lnTo>
                  <a:pt x="4876" y="1729473"/>
                </a:lnTo>
                <a:lnTo>
                  <a:pt x="6146" y="1728203"/>
                </a:lnTo>
                <a:lnTo>
                  <a:pt x="6451" y="1727454"/>
                </a:lnTo>
                <a:lnTo>
                  <a:pt x="6451" y="1712760"/>
                </a:lnTo>
                <a:close/>
              </a:path>
              <a:path w="3331845" h="2440304">
                <a:moveTo>
                  <a:pt x="6451" y="1680489"/>
                </a:moveTo>
                <a:lnTo>
                  <a:pt x="6146" y="1679727"/>
                </a:lnTo>
                <a:lnTo>
                  <a:pt x="4876" y="1678457"/>
                </a:lnTo>
                <a:lnTo>
                  <a:pt x="4114" y="1678152"/>
                </a:lnTo>
                <a:lnTo>
                  <a:pt x="2336" y="1678152"/>
                </a:lnTo>
                <a:lnTo>
                  <a:pt x="1574" y="1678457"/>
                </a:lnTo>
                <a:lnTo>
                  <a:pt x="317" y="1679727"/>
                </a:lnTo>
                <a:lnTo>
                  <a:pt x="0" y="1680489"/>
                </a:lnTo>
                <a:lnTo>
                  <a:pt x="0" y="1695170"/>
                </a:lnTo>
                <a:lnTo>
                  <a:pt x="317" y="1695932"/>
                </a:lnTo>
                <a:lnTo>
                  <a:pt x="1574" y="1697202"/>
                </a:lnTo>
                <a:lnTo>
                  <a:pt x="2336" y="1697507"/>
                </a:lnTo>
                <a:lnTo>
                  <a:pt x="4114" y="1697507"/>
                </a:lnTo>
                <a:lnTo>
                  <a:pt x="4876" y="1697202"/>
                </a:lnTo>
                <a:lnTo>
                  <a:pt x="6146" y="1695932"/>
                </a:lnTo>
                <a:lnTo>
                  <a:pt x="6451" y="1695170"/>
                </a:lnTo>
                <a:lnTo>
                  <a:pt x="6451" y="1680489"/>
                </a:lnTo>
                <a:close/>
              </a:path>
              <a:path w="3331845" h="2440304">
                <a:moveTo>
                  <a:pt x="6451" y="1648206"/>
                </a:moveTo>
                <a:lnTo>
                  <a:pt x="6146" y="1647456"/>
                </a:lnTo>
                <a:lnTo>
                  <a:pt x="4876" y="1646186"/>
                </a:lnTo>
                <a:lnTo>
                  <a:pt x="4114" y="1645881"/>
                </a:lnTo>
                <a:lnTo>
                  <a:pt x="2336" y="1645881"/>
                </a:lnTo>
                <a:lnTo>
                  <a:pt x="1574" y="1646186"/>
                </a:lnTo>
                <a:lnTo>
                  <a:pt x="317" y="1647456"/>
                </a:lnTo>
                <a:lnTo>
                  <a:pt x="0" y="1648206"/>
                </a:lnTo>
                <a:lnTo>
                  <a:pt x="0" y="1662899"/>
                </a:lnTo>
                <a:lnTo>
                  <a:pt x="317" y="1663661"/>
                </a:lnTo>
                <a:lnTo>
                  <a:pt x="1574" y="1664919"/>
                </a:lnTo>
                <a:lnTo>
                  <a:pt x="2336" y="1665236"/>
                </a:lnTo>
                <a:lnTo>
                  <a:pt x="4114" y="1665236"/>
                </a:lnTo>
                <a:lnTo>
                  <a:pt x="4876" y="1664919"/>
                </a:lnTo>
                <a:lnTo>
                  <a:pt x="6146" y="1663661"/>
                </a:lnTo>
                <a:lnTo>
                  <a:pt x="6451" y="1662899"/>
                </a:lnTo>
                <a:lnTo>
                  <a:pt x="6451" y="1648206"/>
                </a:lnTo>
                <a:close/>
              </a:path>
              <a:path w="3331845" h="2440304">
                <a:moveTo>
                  <a:pt x="6451" y="1615935"/>
                </a:moveTo>
                <a:lnTo>
                  <a:pt x="6146" y="1615173"/>
                </a:lnTo>
                <a:lnTo>
                  <a:pt x="4876" y="1613916"/>
                </a:lnTo>
                <a:lnTo>
                  <a:pt x="4114" y="1613598"/>
                </a:lnTo>
                <a:lnTo>
                  <a:pt x="2336" y="1613598"/>
                </a:lnTo>
                <a:lnTo>
                  <a:pt x="1574" y="1613916"/>
                </a:lnTo>
                <a:lnTo>
                  <a:pt x="317" y="1615173"/>
                </a:lnTo>
                <a:lnTo>
                  <a:pt x="0" y="1615935"/>
                </a:lnTo>
                <a:lnTo>
                  <a:pt x="0" y="1630629"/>
                </a:lnTo>
                <a:lnTo>
                  <a:pt x="317" y="1631391"/>
                </a:lnTo>
                <a:lnTo>
                  <a:pt x="1574" y="1632648"/>
                </a:lnTo>
                <a:lnTo>
                  <a:pt x="2336" y="1632966"/>
                </a:lnTo>
                <a:lnTo>
                  <a:pt x="4114" y="1632966"/>
                </a:lnTo>
                <a:lnTo>
                  <a:pt x="4876" y="1632648"/>
                </a:lnTo>
                <a:lnTo>
                  <a:pt x="6146" y="1631391"/>
                </a:lnTo>
                <a:lnTo>
                  <a:pt x="6451" y="1630629"/>
                </a:lnTo>
                <a:lnTo>
                  <a:pt x="6451" y="1615935"/>
                </a:lnTo>
                <a:close/>
              </a:path>
              <a:path w="3331845" h="2440304">
                <a:moveTo>
                  <a:pt x="6451" y="1583664"/>
                </a:moveTo>
                <a:lnTo>
                  <a:pt x="6146" y="1582902"/>
                </a:lnTo>
                <a:lnTo>
                  <a:pt x="4876" y="1581645"/>
                </a:lnTo>
                <a:lnTo>
                  <a:pt x="4114" y="1581327"/>
                </a:lnTo>
                <a:lnTo>
                  <a:pt x="2336" y="1581327"/>
                </a:lnTo>
                <a:lnTo>
                  <a:pt x="1574" y="1581645"/>
                </a:lnTo>
                <a:lnTo>
                  <a:pt x="317" y="1582902"/>
                </a:lnTo>
                <a:lnTo>
                  <a:pt x="0" y="1583664"/>
                </a:lnTo>
                <a:lnTo>
                  <a:pt x="0" y="1598358"/>
                </a:lnTo>
                <a:lnTo>
                  <a:pt x="317" y="1599120"/>
                </a:lnTo>
                <a:lnTo>
                  <a:pt x="1574" y="1600377"/>
                </a:lnTo>
                <a:lnTo>
                  <a:pt x="2336" y="1600695"/>
                </a:lnTo>
                <a:lnTo>
                  <a:pt x="4114" y="1600695"/>
                </a:lnTo>
                <a:lnTo>
                  <a:pt x="4876" y="1600377"/>
                </a:lnTo>
                <a:lnTo>
                  <a:pt x="6146" y="1599120"/>
                </a:lnTo>
                <a:lnTo>
                  <a:pt x="6451" y="1598358"/>
                </a:lnTo>
                <a:lnTo>
                  <a:pt x="6451" y="1583664"/>
                </a:lnTo>
                <a:close/>
              </a:path>
              <a:path w="3331845" h="2440304">
                <a:moveTo>
                  <a:pt x="6451" y="1551393"/>
                </a:moveTo>
                <a:lnTo>
                  <a:pt x="6146" y="1550631"/>
                </a:lnTo>
                <a:lnTo>
                  <a:pt x="4876" y="1549374"/>
                </a:lnTo>
                <a:lnTo>
                  <a:pt x="4114" y="1549057"/>
                </a:lnTo>
                <a:lnTo>
                  <a:pt x="2336" y="1549057"/>
                </a:lnTo>
                <a:lnTo>
                  <a:pt x="1574" y="1549374"/>
                </a:lnTo>
                <a:lnTo>
                  <a:pt x="317" y="1550631"/>
                </a:lnTo>
                <a:lnTo>
                  <a:pt x="0" y="1551393"/>
                </a:lnTo>
                <a:lnTo>
                  <a:pt x="0" y="1566087"/>
                </a:lnTo>
                <a:lnTo>
                  <a:pt x="317" y="1566849"/>
                </a:lnTo>
                <a:lnTo>
                  <a:pt x="1574" y="1568107"/>
                </a:lnTo>
                <a:lnTo>
                  <a:pt x="2336" y="1568424"/>
                </a:lnTo>
                <a:lnTo>
                  <a:pt x="4114" y="1568424"/>
                </a:lnTo>
                <a:lnTo>
                  <a:pt x="4876" y="1568107"/>
                </a:lnTo>
                <a:lnTo>
                  <a:pt x="6146" y="1566849"/>
                </a:lnTo>
                <a:lnTo>
                  <a:pt x="6451" y="1566087"/>
                </a:lnTo>
                <a:lnTo>
                  <a:pt x="6451" y="1551393"/>
                </a:lnTo>
                <a:close/>
              </a:path>
              <a:path w="3331845" h="2440304">
                <a:moveTo>
                  <a:pt x="6451" y="1519123"/>
                </a:moveTo>
                <a:lnTo>
                  <a:pt x="6146" y="1518361"/>
                </a:lnTo>
                <a:lnTo>
                  <a:pt x="4876" y="1517103"/>
                </a:lnTo>
                <a:lnTo>
                  <a:pt x="4114" y="1516786"/>
                </a:lnTo>
                <a:lnTo>
                  <a:pt x="2336" y="1516786"/>
                </a:lnTo>
                <a:lnTo>
                  <a:pt x="1574" y="1517103"/>
                </a:lnTo>
                <a:lnTo>
                  <a:pt x="317" y="1518361"/>
                </a:lnTo>
                <a:lnTo>
                  <a:pt x="0" y="1519123"/>
                </a:lnTo>
                <a:lnTo>
                  <a:pt x="0" y="1533817"/>
                </a:lnTo>
                <a:lnTo>
                  <a:pt x="317" y="1534579"/>
                </a:lnTo>
                <a:lnTo>
                  <a:pt x="1574" y="1535836"/>
                </a:lnTo>
                <a:lnTo>
                  <a:pt x="2336" y="1536153"/>
                </a:lnTo>
                <a:lnTo>
                  <a:pt x="4114" y="1536153"/>
                </a:lnTo>
                <a:lnTo>
                  <a:pt x="4876" y="1535836"/>
                </a:lnTo>
                <a:lnTo>
                  <a:pt x="6146" y="1534579"/>
                </a:lnTo>
                <a:lnTo>
                  <a:pt x="6451" y="1533817"/>
                </a:lnTo>
                <a:lnTo>
                  <a:pt x="6451" y="1519123"/>
                </a:lnTo>
                <a:close/>
              </a:path>
              <a:path w="3331845" h="2440304">
                <a:moveTo>
                  <a:pt x="6451" y="1486852"/>
                </a:moveTo>
                <a:lnTo>
                  <a:pt x="6146" y="1486090"/>
                </a:lnTo>
                <a:lnTo>
                  <a:pt x="4876" y="1484833"/>
                </a:lnTo>
                <a:lnTo>
                  <a:pt x="4114" y="1484515"/>
                </a:lnTo>
                <a:lnTo>
                  <a:pt x="2336" y="1484515"/>
                </a:lnTo>
                <a:lnTo>
                  <a:pt x="1574" y="1484833"/>
                </a:lnTo>
                <a:lnTo>
                  <a:pt x="317" y="1486090"/>
                </a:lnTo>
                <a:lnTo>
                  <a:pt x="0" y="1486852"/>
                </a:lnTo>
                <a:lnTo>
                  <a:pt x="0" y="1501546"/>
                </a:lnTo>
                <a:lnTo>
                  <a:pt x="317" y="1502308"/>
                </a:lnTo>
                <a:lnTo>
                  <a:pt x="1574" y="1503565"/>
                </a:lnTo>
                <a:lnTo>
                  <a:pt x="2336" y="1503883"/>
                </a:lnTo>
                <a:lnTo>
                  <a:pt x="4114" y="1503883"/>
                </a:lnTo>
                <a:lnTo>
                  <a:pt x="4876" y="1503565"/>
                </a:lnTo>
                <a:lnTo>
                  <a:pt x="6146" y="1502308"/>
                </a:lnTo>
                <a:lnTo>
                  <a:pt x="6451" y="1501546"/>
                </a:lnTo>
                <a:lnTo>
                  <a:pt x="6451" y="1486852"/>
                </a:lnTo>
                <a:close/>
              </a:path>
              <a:path w="3331845" h="2440304">
                <a:moveTo>
                  <a:pt x="6451" y="1454581"/>
                </a:moveTo>
                <a:lnTo>
                  <a:pt x="6146" y="1453819"/>
                </a:lnTo>
                <a:lnTo>
                  <a:pt x="4876" y="1452562"/>
                </a:lnTo>
                <a:lnTo>
                  <a:pt x="4114" y="1452245"/>
                </a:lnTo>
                <a:lnTo>
                  <a:pt x="2336" y="1452245"/>
                </a:lnTo>
                <a:lnTo>
                  <a:pt x="1574" y="1452562"/>
                </a:lnTo>
                <a:lnTo>
                  <a:pt x="317" y="1453819"/>
                </a:lnTo>
                <a:lnTo>
                  <a:pt x="0" y="1454581"/>
                </a:lnTo>
                <a:lnTo>
                  <a:pt x="0" y="1469275"/>
                </a:lnTo>
                <a:lnTo>
                  <a:pt x="317" y="1470025"/>
                </a:lnTo>
                <a:lnTo>
                  <a:pt x="1574" y="1471295"/>
                </a:lnTo>
                <a:lnTo>
                  <a:pt x="2336" y="1471612"/>
                </a:lnTo>
                <a:lnTo>
                  <a:pt x="4114" y="1471612"/>
                </a:lnTo>
                <a:lnTo>
                  <a:pt x="4876" y="1471295"/>
                </a:lnTo>
                <a:lnTo>
                  <a:pt x="6146" y="1470025"/>
                </a:lnTo>
                <a:lnTo>
                  <a:pt x="6451" y="1469275"/>
                </a:lnTo>
                <a:lnTo>
                  <a:pt x="6451" y="1454581"/>
                </a:lnTo>
                <a:close/>
              </a:path>
              <a:path w="3331845" h="2440304">
                <a:moveTo>
                  <a:pt x="6451" y="1422311"/>
                </a:moveTo>
                <a:lnTo>
                  <a:pt x="6146" y="1421549"/>
                </a:lnTo>
                <a:lnTo>
                  <a:pt x="4876" y="1420291"/>
                </a:lnTo>
                <a:lnTo>
                  <a:pt x="4114" y="1419974"/>
                </a:lnTo>
                <a:lnTo>
                  <a:pt x="2336" y="1419974"/>
                </a:lnTo>
                <a:lnTo>
                  <a:pt x="1574" y="1420291"/>
                </a:lnTo>
                <a:lnTo>
                  <a:pt x="317" y="1421549"/>
                </a:lnTo>
                <a:lnTo>
                  <a:pt x="0" y="1422311"/>
                </a:lnTo>
                <a:lnTo>
                  <a:pt x="0" y="1436992"/>
                </a:lnTo>
                <a:lnTo>
                  <a:pt x="317" y="1437754"/>
                </a:lnTo>
                <a:lnTo>
                  <a:pt x="1574" y="1439024"/>
                </a:lnTo>
                <a:lnTo>
                  <a:pt x="2336" y="1439329"/>
                </a:lnTo>
                <a:lnTo>
                  <a:pt x="4114" y="1439329"/>
                </a:lnTo>
                <a:lnTo>
                  <a:pt x="4876" y="1439024"/>
                </a:lnTo>
                <a:lnTo>
                  <a:pt x="6146" y="1437754"/>
                </a:lnTo>
                <a:lnTo>
                  <a:pt x="6451" y="1436992"/>
                </a:lnTo>
                <a:lnTo>
                  <a:pt x="6451" y="1422311"/>
                </a:lnTo>
                <a:close/>
              </a:path>
              <a:path w="3331845" h="2440304">
                <a:moveTo>
                  <a:pt x="6451" y="1390040"/>
                </a:moveTo>
                <a:lnTo>
                  <a:pt x="6146" y="1389278"/>
                </a:lnTo>
                <a:lnTo>
                  <a:pt x="4876" y="1388008"/>
                </a:lnTo>
                <a:lnTo>
                  <a:pt x="4114" y="1387703"/>
                </a:lnTo>
                <a:lnTo>
                  <a:pt x="2336" y="1387703"/>
                </a:lnTo>
                <a:lnTo>
                  <a:pt x="1574" y="1388008"/>
                </a:lnTo>
                <a:lnTo>
                  <a:pt x="317" y="1389278"/>
                </a:lnTo>
                <a:lnTo>
                  <a:pt x="0" y="1390040"/>
                </a:lnTo>
                <a:lnTo>
                  <a:pt x="0" y="1404721"/>
                </a:lnTo>
                <a:lnTo>
                  <a:pt x="317" y="1405483"/>
                </a:lnTo>
                <a:lnTo>
                  <a:pt x="1574" y="1406740"/>
                </a:lnTo>
                <a:lnTo>
                  <a:pt x="2336" y="1407058"/>
                </a:lnTo>
                <a:lnTo>
                  <a:pt x="4114" y="1407058"/>
                </a:lnTo>
                <a:lnTo>
                  <a:pt x="4876" y="1406740"/>
                </a:lnTo>
                <a:lnTo>
                  <a:pt x="6146" y="1405483"/>
                </a:lnTo>
                <a:lnTo>
                  <a:pt x="6451" y="1404721"/>
                </a:lnTo>
                <a:lnTo>
                  <a:pt x="6451" y="1390040"/>
                </a:lnTo>
                <a:close/>
              </a:path>
              <a:path w="3331845" h="2440304">
                <a:moveTo>
                  <a:pt x="6451" y="1357757"/>
                </a:moveTo>
                <a:lnTo>
                  <a:pt x="6146" y="1357007"/>
                </a:lnTo>
                <a:lnTo>
                  <a:pt x="4876" y="1355737"/>
                </a:lnTo>
                <a:lnTo>
                  <a:pt x="4114" y="1355420"/>
                </a:lnTo>
                <a:lnTo>
                  <a:pt x="2336" y="1355420"/>
                </a:lnTo>
                <a:lnTo>
                  <a:pt x="1574" y="1355737"/>
                </a:lnTo>
                <a:lnTo>
                  <a:pt x="317" y="1357007"/>
                </a:lnTo>
                <a:lnTo>
                  <a:pt x="0" y="1357757"/>
                </a:lnTo>
                <a:lnTo>
                  <a:pt x="0" y="1372450"/>
                </a:lnTo>
                <a:lnTo>
                  <a:pt x="317" y="1373212"/>
                </a:lnTo>
                <a:lnTo>
                  <a:pt x="1574" y="1374470"/>
                </a:lnTo>
                <a:lnTo>
                  <a:pt x="2336" y="1374787"/>
                </a:lnTo>
                <a:lnTo>
                  <a:pt x="4114" y="1374787"/>
                </a:lnTo>
                <a:lnTo>
                  <a:pt x="4876" y="1374470"/>
                </a:lnTo>
                <a:lnTo>
                  <a:pt x="6146" y="1373212"/>
                </a:lnTo>
                <a:lnTo>
                  <a:pt x="6451" y="1372450"/>
                </a:lnTo>
                <a:lnTo>
                  <a:pt x="6451" y="1357757"/>
                </a:lnTo>
                <a:close/>
              </a:path>
              <a:path w="3331845" h="2440304">
                <a:moveTo>
                  <a:pt x="6451" y="1325486"/>
                </a:moveTo>
                <a:lnTo>
                  <a:pt x="6146" y="1324724"/>
                </a:lnTo>
                <a:lnTo>
                  <a:pt x="4876" y="1323467"/>
                </a:lnTo>
                <a:lnTo>
                  <a:pt x="4114" y="1323149"/>
                </a:lnTo>
                <a:lnTo>
                  <a:pt x="2336" y="1323149"/>
                </a:lnTo>
                <a:lnTo>
                  <a:pt x="1574" y="1323467"/>
                </a:lnTo>
                <a:lnTo>
                  <a:pt x="317" y="1324724"/>
                </a:lnTo>
                <a:lnTo>
                  <a:pt x="0" y="1325486"/>
                </a:lnTo>
                <a:lnTo>
                  <a:pt x="0" y="1340180"/>
                </a:lnTo>
                <a:lnTo>
                  <a:pt x="317" y="1340942"/>
                </a:lnTo>
                <a:lnTo>
                  <a:pt x="1574" y="1342199"/>
                </a:lnTo>
                <a:lnTo>
                  <a:pt x="2336" y="1342517"/>
                </a:lnTo>
                <a:lnTo>
                  <a:pt x="4114" y="1342517"/>
                </a:lnTo>
                <a:lnTo>
                  <a:pt x="4876" y="1342199"/>
                </a:lnTo>
                <a:lnTo>
                  <a:pt x="6146" y="1340942"/>
                </a:lnTo>
                <a:lnTo>
                  <a:pt x="6451" y="1340180"/>
                </a:lnTo>
                <a:lnTo>
                  <a:pt x="6451" y="1325486"/>
                </a:lnTo>
                <a:close/>
              </a:path>
              <a:path w="3331845" h="2440304">
                <a:moveTo>
                  <a:pt x="6451" y="1293215"/>
                </a:moveTo>
                <a:lnTo>
                  <a:pt x="6146" y="1292453"/>
                </a:lnTo>
                <a:lnTo>
                  <a:pt x="4876" y="1291196"/>
                </a:lnTo>
                <a:lnTo>
                  <a:pt x="4114" y="1290878"/>
                </a:lnTo>
                <a:lnTo>
                  <a:pt x="2336" y="1290878"/>
                </a:lnTo>
                <a:lnTo>
                  <a:pt x="1574" y="1291196"/>
                </a:lnTo>
                <a:lnTo>
                  <a:pt x="317" y="1292453"/>
                </a:lnTo>
                <a:lnTo>
                  <a:pt x="0" y="1293215"/>
                </a:lnTo>
                <a:lnTo>
                  <a:pt x="0" y="1307909"/>
                </a:lnTo>
                <a:lnTo>
                  <a:pt x="317" y="1308671"/>
                </a:lnTo>
                <a:lnTo>
                  <a:pt x="1574" y="1309928"/>
                </a:lnTo>
                <a:lnTo>
                  <a:pt x="2336" y="1310246"/>
                </a:lnTo>
                <a:lnTo>
                  <a:pt x="4114" y="1310246"/>
                </a:lnTo>
                <a:lnTo>
                  <a:pt x="4876" y="1309928"/>
                </a:lnTo>
                <a:lnTo>
                  <a:pt x="6146" y="1308671"/>
                </a:lnTo>
                <a:lnTo>
                  <a:pt x="6451" y="1307909"/>
                </a:lnTo>
                <a:lnTo>
                  <a:pt x="6451" y="1293215"/>
                </a:lnTo>
                <a:close/>
              </a:path>
              <a:path w="3331845" h="2440304">
                <a:moveTo>
                  <a:pt x="6451" y="1260944"/>
                </a:moveTo>
                <a:lnTo>
                  <a:pt x="6146" y="1260182"/>
                </a:lnTo>
                <a:lnTo>
                  <a:pt x="4876" y="1258925"/>
                </a:lnTo>
                <a:lnTo>
                  <a:pt x="4114" y="1258608"/>
                </a:lnTo>
                <a:lnTo>
                  <a:pt x="2336" y="1258608"/>
                </a:lnTo>
                <a:lnTo>
                  <a:pt x="1574" y="1258925"/>
                </a:lnTo>
                <a:lnTo>
                  <a:pt x="317" y="1260182"/>
                </a:lnTo>
                <a:lnTo>
                  <a:pt x="0" y="1260944"/>
                </a:lnTo>
                <a:lnTo>
                  <a:pt x="0" y="1275638"/>
                </a:lnTo>
                <a:lnTo>
                  <a:pt x="317" y="1276400"/>
                </a:lnTo>
                <a:lnTo>
                  <a:pt x="1574" y="1277658"/>
                </a:lnTo>
                <a:lnTo>
                  <a:pt x="2336" y="1277975"/>
                </a:lnTo>
                <a:lnTo>
                  <a:pt x="4114" y="1277975"/>
                </a:lnTo>
                <a:lnTo>
                  <a:pt x="4876" y="1277658"/>
                </a:lnTo>
                <a:lnTo>
                  <a:pt x="6146" y="1276400"/>
                </a:lnTo>
                <a:lnTo>
                  <a:pt x="6451" y="1275638"/>
                </a:lnTo>
                <a:lnTo>
                  <a:pt x="6451" y="1260944"/>
                </a:lnTo>
                <a:close/>
              </a:path>
              <a:path w="3331845" h="2440304">
                <a:moveTo>
                  <a:pt x="6451" y="1228674"/>
                </a:moveTo>
                <a:lnTo>
                  <a:pt x="6146" y="1227912"/>
                </a:lnTo>
                <a:lnTo>
                  <a:pt x="4876" y="1226654"/>
                </a:lnTo>
                <a:lnTo>
                  <a:pt x="4114" y="1226337"/>
                </a:lnTo>
                <a:lnTo>
                  <a:pt x="2336" y="1226337"/>
                </a:lnTo>
                <a:lnTo>
                  <a:pt x="1574" y="1226654"/>
                </a:lnTo>
                <a:lnTo>
                  <a:pt x="317" y="1227912"/>
                </a:lnTo>
                <a:lnTo>
                  <a:pt x="0" y="1228674"/>
                </a:lnTo>
                <a:lnTo>
                  <a:pt x="0" y="1243368"/>
                </a:lnTo>
                <a:lnTo>
                  <a:pt x="317" y="1244130"/>
                </a:lnTo>
                <a:lnTo>
                  <a:pt x="1574" y="1245387"/>
                </a:lnTo>
                <a:lnTo>
                  <a:pt x="2336" y="1245704"/>
                </a:lnTo>
                <a:lnTo>
                  <a:pt x="4114" y="1245704"/>
                </a:lnTo>
                <a:lnTo>
                  <a:pt x="4876" y="1245387"/>
                </a:lnTo>
                <a:lnTo>
                  <a:pt x="6146" y="1244130"/>
                </a:lnTo>
                <a:lnTo>
                  <a:pt x="6451" y="1243368"/>
                </a:lnTo>
                <a:lnTo>
                  <a:pt x="6451" y="1228674"/>
                </a:lnTo>
                <a:close/>
              </a:path>
              <a:path w="3331845" h="2440304">
                <a:moveTo>
                  <a:pt x="6451" y="1196403"/>
                </a:moveTo>
                <a:lnTo>
                  <a:pt x="6146" y="1195641"/>
                </a:lnTo>
                <a:lnTo>
                  <a:pt x="4876" y="1194384"/>
                </a:lnTo>
                <a:lnTo>
                  <a:pt x="4114" y="1194066"/>
                </a:lnTo>
                <a:lnTo>
                  <a:pt x="2336" y="1194066"/>
                </a:lnTo>
                <a:lnTo>
                  <a:pt x="1574" y="1194384"/>
                </a:lnTo>
                <a:lnTo>
                  <a:pt x="317" y="1195641"/>
                </a:lnTo>
                <a:lnTo>
                  <a:pt x="0" y="1196403"/>
                </a:lnTo>
                <a:lnTo>
                  <a:pt x="0" y="1211097"/>
                </a:lnTo>
                <a:lnTo>
                  <a:pt x="317" y="1211859"/>
                </a:lnTo>
                <a:lnTo>
                  <a:pt x="1574" y="1213116"/>
                </a:lnTo>
                <a:lnTo>
                  <a:pt x="2336" y="1213434"/>
                </a:lnTo>
                <a:lnTo>
                  <a:pt x="4114" y="1213434"/>
                </a:lnTo>
                <a:lnTo>
                  <a:pt x="4876" y="1213116"/>
                </a:lnTo>
                <a:lnTo>
                  <a:pt x="6146" y="1211859"/>
                </a:lnTo>
                <a:lnTo>
                  <a:pt x="6451" y="1211097"/>
                </a:lnTo>
                <a:lnTo>
                  <a:pt x="6451" y="1196403"/>
                </a:lnTo>
                <a:close/>
              </a:path>
              <a:path w="3331845" h="2440304">
                <a:moveTo>
                  <a:pt x="6451" y="1164132"/>
                </a:moveTo>
                <a:lnTo>
                  <a:pt x="6146" y="1163370"/>
                </a:lnTo>
                <a:lnTo>
                  <a:pt x="4876" y="1162113"/>
                </a:lnTo>
                <a:lnTo>
                  <a:pt x="4114" y="1161796"/>
                </a:lnTo>
                <a:lnTo>
                  <a:pt x="2336" y="1161796"/>
                </a:lnTo>
                <a:lnTo>
                  <a:pt x="1574" y="1162113"/>
                </a:lnTo>
                <a:lnTo>
                  <a:pt x="317" y="1163370"/>
                </a:lnTo>
                <a:lnTo>
                  <a:pt x="0" y="1164132"/>
                </a:lnTo>
                <a:lnTo>
                  <a:pt x="0" y="1178826"/>
                </a:lnTo>
                <a:lnTo>
                  <a:pt x="317" y="1179576"/>
                </a:lnTo>
                <a:lnTo>
                  <a:pt x="1574" y="1180846"/>
                </a:lnTo>
                <a:lnTo>
                  <a:pt x="2336" y="1181150"/>
                </a:lnTo>
                <a:lnTo>
                  <a:pt x="4114" y="1181150"/>
                </a:lnTo>
                <a:lnTo>
                  <a:pt x="4876" y="1180846"/>
                </a:lnTo>
                <a:lnTo>
                  <a:pt x="6146" y="1179576"/>
                </a:lnTo>
                <a:lnTo>
                  <a:pt x="6451" y="1178826"/>
                </a:lnTo>
                <a:lnTo>
                  <a:pt x="6451" y="1164132"/>
                </a:lnTo>
                <a:close/>
              </a:path>
              <a:path w="3331845" h="2440304">
                <a:moveTo>
                  <a:pt x="6451" y="1131862"/>
                </a:moveTo>
                <a:lnTo>
                  <a:pt x="6146" y="1131100"/>
                </a:lnTo>
                <a:lnTo>
                  <a:pt x="4876" y="1129830"/>
                </a:lnTo>
                <a:lnTo>
                  <a:pt x="4114" y="1129525"/>
                </a:lnTo>
                <a:lnTo>
                  <a:pt x="2336" y="1129525"/>
                </a:lnTo>
                <a:lnTo>
                  <a:pt x="1574" y="1129830"/>
                </a:lnTo>
                <a:lnTo>
                  <a:pt x="317" y="1131100"/>
                </a:lnTo>
                <a:lnTo>
                  <a:pt x="0" y="1131862"/>
                </a:lnTo>
                <a:lnTo>
                  <a:pt x="0" y="1146543"/>
                </a:lnTo>
                <a:lnTo>
                  <a:pt x="317" y="1147305"/>
                </a:lnTo>
                <a:lnTo>
                  <a:pt x="1574" y="1148575"/>
                </a:lnTo>
                <a:lnTo>
                  <a:pt x="2336" y="1148880"/>
                </a:lnTo>
                <a:lnTo>
                  <a:pt x="4114" y="1148880"/>
                </a:lnTo>
                <a:lnTo>
                  <a:pt x="4876" y="1148575"/>
                </a:lnTo>
                <a:lnTo>
                  <a:pt x="6146" y="1147305"/>
                </a:lnTo>
                <a:lnTo>
                  <a:pt x="6451" y="1146543"/>
                </a:lnTo>
                <a:lnTo>
                  <a:pt x="6451" y="1131862"/>
                </a:lnTo>
                <a:close/>
              </a:path>
              <a:path w="3331845" h="2440304">
                <a:moveTo>
                  <a:pt x="6451" y="1099578"/>
                </a:moveTo>
                <a:lnTo>
                  <a:pt x="6146" y="1098829"/>
                </a:lnTo>
                <a:lnTo>
                  <a:pt x="4876" y="1097559"/>
                </a:lnTo>
                <a:lnTo>
                  <a:pt x="4114" y="1097254"/>
                </a:lnTo>
                <a:lnTo>
                  <a:pt x="2336" y="1097254"/>
                </a:lnTo>
                <a:lnTo>
                  <a:pt x="1574" y="1097559"/>
                </a:lnTo>
                <a:lnTo>
                  <a:pt x="317" y="1098829"/>
                </a:lnTo>
                <a:lnTo>
                  <a:pt x="0" y="1099578"/>
                </a:lnTo>
                <a:lnTo>
                  <a:pt x="0" y="1114272"/>
                </a:lnTo>
                <a:lnTo>
                  <a:pt x="317" y="1115034"/>
                </a:lnTo>
                <a:lnTo>
                  <a:pt x="1574" y="1116291"/>
                </a:lnTo>
                <a:lnTo>
                  <a:pt x="2336" y="1116609"/>
                </a:lnTo>
                <a:lnTo>
                  <a:pt x="4114" y="1116609"/>
                </a:lnTo>
                <a:lnTo>
                  <a:pt x="4876" y="1116291"/>
                </a:lnTo>
                <a:lnTo>
                  <a:pt x="6146" y="1115034"/>
                </a:lnTo>
                <a:lnTo>
                  <a:pt x="6451" y="1114272"/>
                </a:lnTo>
                <a:lnTo>
                  <a:pt x="6451" y="1099578"/>
                </a:lnTo>
                <a:close/>
              </a:path>
              <a:path w="3331845" h="2440304">
                <a:moveTo>
                  <a:pt x="6451" y="1067308"/>
                </a:moveTo>
                <a:lnTo>
                  <a:pt x="6146" y="1066546"/>
                </a:lnTo>
                <a:lnTo>
                  <a:pt x="4876" y="1065288"/>
                </a:lnTo>
                <a:lnTo>
                  <a:pt x="4114" y="1064971"/>
                </a:lnTo>
                <a:lnTo>
                  <a:pt x="2336" y="1064971"/>
                </a:lnTo>
                <a:lnTo>
                  <a:pt x="1574" y="1065288"/>
                </a:lnTo>
                <a:lnTo>
                  <a:pt x="317" y="1066546"/>
                </a:lnTo>
                <a:lnTo>
                  <a:pt x="0" y="1067308"/>
                </a:lnTo>
                <a:lnTo>
                  <a:pt x="0" y="1082001"/>
                </a:lnTo>
                <a:lnTo>
                  <a:pt x="317" y="1082763"/>
                </a:lnTo>
                <a:lnTo>
                  <a:pt x="1574" y="1084021"/>
                </a:lnTo>
                <a:lnTo>
                  <a:pt x="2336" y="1084338"/>
                </a:lnTo>
                <a:lnTo>
                  <a:pt x="4114" y="1084338"/>
                </a:lnTo>
                <a:lnTo>
                  <a:pt x="4876" y="1084021"/>
                </a:lnTo>
                <a:lnTo>
                  <a:pt x="6146" y="1082763"/>
                </a:lnTo>
                <a:lnTo>
                  <a:pt x="6451" y="1082001"/>
                </a:lnTo>
                <a:lnTo>
                  <a:pt x="6451" y="1067308"/>
                </a:lnTo>
                <a:close/>
              </a:path>
              <a:path w="3331845" h="2440304">
                <a:moveTo>
                  <a:pt x="6451" y="1035037"/>
                </a:moveTo>
                <a:lnTo>
                  <a:pt x="6146" y="1034275"/>
                </a:lnTo>
                <a:lnTo>
                  <a:pt x="4876" y="1033018"/>
                </a:lnTo>
                <a:lnTo>
                  <a:pt x="4114" y="1032700"/>
                </a:lnTo>
                <a:lnTo>
                  <a:pt x="2336" y="1032700"/>
                </a:lnTo>
                <a:lnTo>
                  <a:pt x="1574" y="1033018"/>
                </a:lnTo>
                <a:lnTo>
                  <a:pt x="317" y="1034275"/>
                </a:lnTo>
                <a:lnTo>
                  <a:pt x="0" y="1035037"/>
                </a:lnTo>
                <a:lnTo>
                  <a:pt x="0" y="1049731"/>
                </a:lnTo>
                <a:lnTo>
                  <a:pt x="317" y="1050493"/>
                </a:lnTo>
                <a:lnTo>
                  <a:pt x="1574" y="1051750"/>
                </a:lnTo>
                <a:lnTo>
                  <a:pt x="2336" y="1052068"/>
                </a:lnTo>
                <a:lnTo>
                  <a:pt x="4114" y="1052068"/>
                </a:lnTo>
                <a:lnTo>
                  <a:pt x="4876" y="1051750"/>
                </a:lnTo>
                <a:lnTo>
                  <a:pt x="6146" y="1050493"/>
                </a:lnTo>
                <a:lnTo>
                  <a:pt x="6451" y="1049731"/>
                </a:lnTo>
                <a:lnTo>
                  <a:pt x="6451" y="1035037"/>
                </a:lnTo>
                <a:close/>
              </a:path>
              <a:path w="3331845" h="2440304">
                <a:moveTo>
                  <a:pt x="6451" y="1002766"/>
                </a:moveTo>
                <a:lnTo>
                  <a:pt x="6146" y="1002004"/>
                </a:lnTo>
                <a:lnTo>
                  <a:pt x="4876" y="1000747"/>
                </a:lnTo>
                <a:lnTo>
                  <a:pt x="4114" y="1000429"/>
                </a:lnTo>
                <a:lnTo>
                  <a:pt x="2336" y="1000429"/>
                </a:lnTo>
                <a:lnTo>
                  <a:pt x="1574" y="1000747"/>
                </a:lnTo>
                <a:lnTo>
                  <a:pt x="317" y="1002004"/>
                </a:lnTo>
                <a:lnTo>
                  <a:pt x="0" y="1002766"/>
                </a:lnTo>
                <a:lnTo>
                  <a:pt x="0" y="1017460"/>
                </a:lnTo>
                <a:lnTo>
                  <a:pt x="317" y="1018222"/>
                </a:lnTo>
                <a:lnTo>
                  <a:pt x="1574" y="1019479"/>
                </a:lnTo>
                <a:lnTo>
                  <a:pt x="2336" y="1019797"/>
                </a:lnTo>
                <a:lnTo>
                  <a:pt x="4114" y="1019797"/>
                </a:lnTo>
                <a:lnTo>
                  <a:pt x="4876" y="1019479"/>
                </a:lnTo>
                <a:lnTo>
                  <a:pt x="6146" y="1018222"/>
                </a:lnTo>
                <a:lnTo>
                  <a:pt x="6451" y="1017460"/>
                </a:lnTo>
                <a:lnTo>
                  <a:pt x="6451" y="1002766"/>
                </a:lnTo>
                <a:close/>
              </a:path>
              <a:path w="3331845" h="2440304">
                <a:moveTo>
                  <a:pt x="6451" y="970495"/>
                </a:moveTo>
                <a:lnTo>
                  <a:pt x="6146" y="969733"/>
                </a:lnTo>
                <a:lnTo>
                  <a:pt x="4876" y="968476"/>
                </a:lnTo>
                <a:lnTo>
                  <a:pt x="4114" y="968159"/>
                </a:lnTo>
                <a:lnTo>
                  <a:pt x="2336" y="968159"/>
                </a:lnTo>
                <a:lnTo>
                  <a:pt x="1574" y="968476"/>
                </a:lnTo>
                <a:lnTo>
                  <a:pt x="317" y="969733"/>
                </a:lnTo>
                <a:lnTo>
                  <a:pt x="0" y="970495"/>
                </a:lnTo>
                <a:lnTo>
                  <a:pt x="0" y="985189"/>
                </a:lnTo>
                <a:lnTo>
                  <a:pt x="317" y="985951"/>
                </a:lnTo>
                <a:lnTo>
                  <a:pt x="1574" y="987209"/>
                </a:lnTo>
                <a:lnTo>
                  <a:pt x="2336" y="987526"/>
                </a:lnTo>
                <a:lnTo>
                  <a:pt x="4114" y="987526"/>
                </a:lnTo>
                <a:lnTo>
                  <a:pt x="4876" y="987209"/>
                </a:lnTo>
                <a:lnTo>
                  <a:pt x="6146" y="985951"/>
                </a:lnTo>
                <a:lnTo>
                  <a:pt x="6451" y="985189"/>
                </a:lnTo>
                <a:lnTo>
                  <a:pt x="6451" y="970495"/>
                </a:lnTo>
                <a:close/>
              </a:path>
              <a:path w="3331845" h="2440304">
                <a:moveTo>
                  <a:pt x="6451" y="938225"/>
                </a:moveTo>
                <a:lnTo>
                  <a:pt x="6146" y="937463"/>
                </a:lnTo>
                <a:lnTo>
                  <a:pt x="4876" y="936205"/>
                </a:lnTo>
                <a:lnTo>
                  <a:pt x="4114" y="935888"/>
                </a:lnTo>
                <a:lnTo>
                  <a:pt x="2336" y="935888"/>
                </a:lnTo>
                <a:lnTo>
                  <a:pt x="1574" y="936205"/>
                </a:lnTo>
                <a:lnTo>
                  <a:pt x="317" y="937463"/>
                </a:lnTo>
                <a:lnTo>
                  <a:pt x="0" y="938225"/>
                </a:lnTo>
                <a:lnTo>
                  <a:pt x="0" y="952919"/>
                </a:lnTo>
                <a:lnTo>
                  <a:pt x="317" y="953681"/>
                </a:lnTo>
                <a:lnTo>
                  <a:pt x="1574" y="954938"/>
                </a:lnTo>
                <a:lnTo>
                  <a:pt x="2336" y="955255"/>
                </a:lnTo>
                <a:lnTo>
                  <a:pt x="4114" y="955255"/>
                </a:lnTo>
                <a:lnTo>
                  <a:pt x="4876" y="954938"/>
                </a:lnTo>
                <a:lnTo>
                  <a:pt x="6146" y="953681"/>
                </a:lnTo>
                <a:lnTo>
                  <a:pt x="6451" y="952919"/>
                </a:lnTo>
                <a:lnTo>
                  <a:pt x="6451" y="938225"/>
                </a:lnTo>
                <a:close/>
              </a:path>
              <a:path w="3331845" h="2440304">
                <a:moveTo>
                  <a:pt x="6451" y="905954"/>
                </a:moveTo>
                <a:lnTo>
                  <a:pt x="6146" y="905192"/>
                </a:lnTo>
                <a:lnTo>
                  <a:pt x="4876" y="903935"/>
                </a:lnTo>
                <a:lnTo>
                  <a:pt x="4114" y="903617"/>
                </a:lnTo>
                <a:lnTo>
                  <a:pt x="2336" y="903617"/>
                </a:lnTo>
                <a:lnTo>
                  <a:pt x="1574" y="903935"/>
                </a:lnTo>
                <a:lnTo>
                  <a:pt x="317" y="905192"/>
                </a:lnTo>
                <a:lnTo>
                  <a:pt x="0" y="905954"/>
                </a:lnTo>
                <a:lnTo>
                  <a:pt x="0" y="920648"/>
                </a:lnTo>
                <a:lnTo>
                  <a:pt x="317" y="921397"/>
                </a:lnTo>
                <a:lnTo>
                  <a:pt x="1574" y="922667"/>
                </a:lnTo>
                <a:lnTo>
                  <a:pt x="2336" y="922985"/>
                </a:lnTo>
                <a:lnTo>
                  <a:pt x="4114" y="922985"/>
                </a:lnTo>
                <a:lnTo>
                  <a:pt x="4876" y="922667"/>
                </a:lnTo>
                <a:lnTo>
                  <a:pt x="6146" y="921397"/>
                </a:lnTo>
                <a:lnTo>
                  <a:pt x="6451" y="920648"/>
                </a:lnTo>
                <a:lnTo>
                  <a:pt x="6451" y="905954"/>
                </a:lnTo>
                <a:close/>
              </a:path>
              <a:path w="3331845" h="2440304">
                <a:moveTo>
                  <a:pt x="6451" y="873683"/>
                </a:moveTo>
                <a:lnTo>
                  <a:pt x="6146" y="872921"/>
                </a:lnTo>
                <a:lnTo>
                  <a:pt x="4876" y="871664"/>
                </a:lnTo>
                <a:lnTo>
                  <a:pt x="4114" y="871347"/>
                </a:lnTo>
                <a:lnTo>
                  <a:pt x="2336" y="871347"/>
                </a:lnTo>
                <a:lnTo>
                  <a:pt x="1574" y="871664"/>
                </a:lnTo>
                <a:lnTo>
                  <a:pt x="317" y="872921"/>
                </a:lnTo>
                <a:lnTo>
                  <a:pt x="0" y="873683"/>
                </a:lnTo>
                <a:lnTo>
                  <a:pt x="0" y="888365"/>
                </a:lnTo>
                <a:lnTo>
                  <a:pt x="317" y="889127"/>
                </a:lnTo>
                <a:lnTo>
                  <a:pt x="1574" y="890397"/>
                </a:lnTo>
                <a:lnTo>
                  <a:pt x="2336" y="890701"/>
                </a:lnTo>
                <a:lnTo>
                  <a:pt x="4114" y="890701"/>
                </a:lnTo>
                <a:lnTo>
                  <a:pt x="4876" y="890397"/>
                </a:lnTo>
                <a:lnTo>
                  <a:pt x="6146" y="889127"/>
                </a:lnTo>
                <a:lnTo>
                  <a:pt x="6451" y="888365"/>
                </a:lnTo>
                <a:lnTo>
                  <a:pt x="6451" y="873683"/>
                </a:lnTo>
                <a:close/>
              </a:path>
              <a:path w="3331845" h="2440304">
                <a:moveTo>
                  <a:pt x="6451" y="841413"/>
                </a:moveTo>
                <a:lnTo>
                  <a:pt x="6146" y="840651"/>
                </a:lnTo>
                <a:lnTo>
                  <a:pt x="4876" y="839381"/>
                </a:lnTo>
                <a:lnTo>
                  <a:pt x="4114" y="839076"/>
                </a:lnTo>
                <a:lnTo>
                  <a:pt x="2336" y="839076"/>
                </a:lnTo>
                <a:lnTo>
                  <a:pt x="1574" y="839381"/>
                </a:lnTo>
                <a:lnTo>
                  <a:pt x="317" y="840651"/>
                </a:lnTo>
                <a:lnTo>
                  <a:pt x="0" y="841413"/>
                </a:lnTo>
                <a:lnTo>
                  <a:pt x="0" y="856094"/>
                </a:lnTo>
                <a:lnTo>
                  <a:pt x="317" y="856856"/>
                </a:lnTo>
                <a:lnTo>
                  <a:pt x="1574" y="858113"/>
                </a:lnTo>
                <a:lnTo>
                  <a:pt x="2336" y="858431"/>
                </a:lnTo>
                <a:lnTo>
                  <a:pt x="4114" y="858431"/>
                </a:lnTo>
                <a:lnTo>
                  <a:pt x="4876" y="858113"/>
                </a:lnTo>
                <a:lnTo>
                  <a:pt x="6146" y="856856"/>
                </a:lnTo>
                <a:lnTo>
                  <a:pt x="6451" y="856094"/>
                </a:lnTo>
                <a:lnTo>
                  <a:pt x="6451" y="841413"/>
                </a:lnTo>
                <a:close/>
              </a:path>
              <a:path w="3331845" h="2440304">
                <a:moveTo>
                  <a:pt x="6451" y="809129"/>
                </a:moveTo>
                <a:lnTo>
                  <a:pt x="6146" y="808380"/>
                </a:lnTo>
                <a:lnTo>
                  <a:pt x="4876" y="807110"/>
                </a:lnTo>
                <a:lnTo>
                  <a:pt x="4114" y="806792"/>
                </a:lnTo>
                <a:lnTo>
                  <a:pt x="2336" y="806792"/>
                </a:lnTo>
                <a:lnTo>
                  <a:pt x="1574" y="807110"/>
                </a:lnTo>
                <a:lnTo>
                  <a:pt x="317" y="808380"/>
                </a:lnTo>
                <a:lnTo>
                  <a:pt x="0" y="809129"/>
                </a:lnTo>
                <a:lnTo>
                  <a:pt x="0" y="823823"/>
                </a:lnTo>
                <a:lnTo>
                  <a:pt x="317" y="824585"/>
                </a:lnTo>
                <a:lnTo>
                  <a:pt x="1574" y="825842"/>
                </a:lnTo>
                <a:lnTo>
                  <a:pt x="2336" y="826160"/>
                </a:lnTo>
                <a:lnTo>
                  <a:pt x="4114" y="826160"/>
                </a:lnTo>
                <a:lnTo>
                  <a:pt x="4876" y="825842"/>
                </a:lnTo>
                <a:lnTo>
                  <a:pt x="6146" y="824585"/>
                </a:lnTo>
                <a:lnTo>
                  <a:pt x="6451" y="823823"/>
                </a:lnTo>
                <a:lnTo>
                  <a:pt x="6451" y="809129"/>
                </a:lnTo>
                <a:close/>
              </a:path>
              <a:path w="3331845" h="2440304">
                <a:moveTo>
                  <a:pt x="6451" y="776859"/>
                </a:moveTo>
                <a:lnTo>
                  <a:pt x="6146" y="776097"/>
                </a:lnTo>
                <a:lnTo>
                  <a:pt x="4876" y="774839"/>
                </a:lnTo>
                <a:lnTo>
                  <a:pt x="4114" y="774522"/>
                </a:lnTo>
                <a:lnTo>
                  <a:pt x="2336" y="774522"/>
                </a:lnTo>
                <a:lnTo>
                  <a:pt x="1574" y="774839"/>
                </a:lnTo>
                <a:lnTo>
                  <a:pt x="317" y="776097"/>
                </a:lnTo>
                <a:lnTo>
                  <a:pt x="0" y="776859"/>
                </a:lnTo>
                <a:lnTo>
                  <a:pt x="0" y="791552"/>
                </a:lnTo>
                <a:lnTo>
                  <a:pt x="317" y="792314"/>
                </a:lnTo>
                <a:lnTo>
                  <a:pt x="1574" y="793572"/>
                </a:lnTo>
                <a:lnTo>
                  <a:pt x="2336" y="793889"/>
                </a:lnTo>
                <a:lnTo>
                  <a:pt x="4114" y="793889"/>
                </a:lnTo>
                <a:lnTo>
                  <a:pt x="4876" y="793572"/>
                </a:lnTo>
                <a:lnTo>
                  <a:pt x="6146" y="792314"/>
                </a:lnTo>
                <a:lnTo>
                  <a:pt x="6451" y="791552"/>
                </a:lnTo>
                <a:lnTo>
                  <a:pt x="6451" y="776859"/>
                </a:lnTo>
                <a:close/>
              </a:path>
              <a:path w="3331845" h="2440304">
                <a:moveTo>
                  <a:pt x="6451" y="744588"/>
                </a:moveTo>
                <a:lnTo>
                  <a:pt x="6146" y="743826"/>
                </a:lnTo>
                <a:lnTo>
                  <a:pt x="4876" y="742569"/>
                </a:lnTo>
                <a:lnTo>
                  <a:pt x="4114" y="742251"/>
                </a:lnTo>
                <a:lnTo>
                  <a:pt x="2336" y="742251"/>
                </a:lnTo>
                <a:lnTo>
                  <a:pt x="1574" y="742569"/>
                </a:lnTo>
                <a:lnTo>
                  <a:pt x="317" y="743826"/>
                </a:lnTo>
                <a:lnTo>
                  <a:pt x="0" y="744588"/>
                </a:lnTo>
                <a:lnTo>
                  <a:pt x="0" y="759282"/>
                </a:lnTo>
                <a:lnTo>
                  <a:pt x="317" y="760044"/>
                </a:lnTo>
                <a:lnTo>
                  <a:pt x="1574" y="761301"/>
                </a:lnTo>
                <a:lnTo>
                  <a:pt x="2336" y="761619"/>
                </a:lnTo>
                <a:lnTo>
                  <a:pt x="4114" y="761619"/>
                </a:lnTo>
                <a:lnTo>
                  <a:pt x="4876" y="761301"/>
                </a:lnTo>
                <a:lnTo>
                  <a:pt x="6146" y="760044"/>
                </a:lnTo>
                <a:lnTo>
                  <a:pt x="6451" y="759282"/>
                </a:lnTo>
                <a:lnTo>
                  <a:pt x="6451" y="744588"/>
                </a:lnTo>
                <a:close/>
              </a:path>
              <a:path w="3331845" h="2440304">
                <a:moveTo>
                  <a:pt x="6451" y="712317"/>
                </a:moveTo>
                <a:lnTo>
                  <a:pt x="6146" y="711555"/>
                </a:lnTo>
                <a:lnTo>
                  <a:pt x="4876" y="710298"/>
                </a:lnTo>
                <a:lnTo>
                  <a:pt x="4114" y="709980"/>
                </a:lnTo>
                <a:lnTo>
                  <a:pt x="2336" y="709980"/>
                </a:lnTo>
                <a:lnTo>
                  <a:pt x="1574" y="710298"/>
                </a:lnTo>
                <a:lnTo>
                  <a:pt x="317" y="711555"/>
                </a:lnTo>
                <a:lnTo>
                  <a:pt x="0" y="712317"/>
                </a:lnTo>
                <a:lnTo>
                  <a:pt x="0" y="727011"/>
                </a:lnTo>
                <a:lnTo>
                  <a:pt x="317" y="727773"/>
                </a:lnTo>
                <a:lnTo>
                  <a:pt x="1574" y="729030"/>
                </a:lnTo>
                <a:lnTo>
                  <a:pt x="2336" y="729348"/>
                </a:lnTo>
                <a:lnTo>
                  <a:pt x="4114" y="729348"/>
                </a:lnTo>
                <a:lnTo>
                  <a:pt x="4876" y="729030"/>
                </a:lnTo>
                <a:lnTo>
                  <a:pt x="6146" y="727773"/>
                </a:lnTo>
                <a:lnTo>
                  <a:pt x="6451" y="727011"/>
                </a:lnTo>
                <a:lnTo>
                  <a:pt x="6451" y="712317"/>
                </a:lnTo>
                <a:close/>
              </a:path>
              <a:path w="3331845" h="2440304">
                <a:moveTo>
                  <a:pt x="6451" y="680046"/>
                </a:moveTo>
                <a:lnTo>
                  <a:pt x="6146" y="679284"/>
                </a:lnTo>
                <a:lnTo>
                  <a:pt x="4876" y="678027"/>
                </a:lnTo>
                <a:lnTo>
                  <a:pt x="4114" y="677710"/>
                </a:lnTo>
                <a:lnTo>
                  <a:pt x="2336" y="677710"/>
                </a:lnTo>
                <a:lnTo>
                  <a:pt x="1574" y="678027"/>
                </a:lnTo>
                <a:lnTo>
                  <a:pt x="317" y="679284"/>
                </a:lnTo>
                <a:lnTo>
                  <a:pt x="0" y="680046"/>
                </a:lnTo>
                <a:lnTo>
                  <a:pt x="0" y="694740"/>
                </a:lnTo>
                <a:lnTo>
                  <a:pt x="317" y="695502"/>
                </a:lnTo>
                <a:lnTo>
                  <a:pt x="1574" y="696760"/>
                </a:lnTo>
                <a:lnTo>
                  <a:pt x="2336" y="697077"/>
                </a:lnTo>
                <a:lnTo>
                  <a:pt x="4114" y="697077"/>
                </a:lnTo>
                <a:lnTo>
                  <a:pt x="4876" y="696760"/>
                </a:lnTo>
                <a:lnTo>
                  <a:pt x="6146" y="695502"/>
                </a:lnTo>
                <a:lnTo>
                  <a:pt x="6451" y="694740"/>
                </a:lnTo>
                <a:lnTo>
                  <a:pt x="6451" y="680046"/>
                </a:lnTo>
                <a:close/>
              </a:path>
              <a:path w="3331845" h="2440304">
                <a:moveTo>
                  <a:pt x="6451" y="647776"/>
                </a:moveTo>
                <a:lnTo>
                  <a:pt x="6146" y="647014"/>
                </a:lnTo>
                <a:lnTo>
                  <a:pt x="4876" y="645756"/>
                </a:lnTo>
                <a:lnTo>
                  <a:pt x="4114" y="645439"/>
                </a:lnTo>
                <a:lnTo>
                  <a:pt x="2336" y="645439"/>
                </a:lnTo>
                <a:lnTo>
                  <a:pt x="1574" y="645756"/>
                </a:lnTo>
                <a:lnTo>
                  <a:pt x="317" y="647014"/>
                </a:lnTo>
                <a:lnTo>
                  <a:pt x="0" y="647776"/>
                </a:lnTo>
                <a:lnTo>
                  <a:pt x="0" y="662470"/>
                </a:lnTo>
                <a:lnTo>
                  <a:pt x="317" y="663232"/>
                </a:lnTo>
                <a:lnTo>
                  <a:pt x="1574" y="664489"/>
                </a:lnTo>
                <a:lnTo>
                  <a:pt x="2336" y="664806"/>
                </a:lnTo>
                <a:lnTo>
                  <a:pt x="4114" y="664806"/>
                </a:lnTo>
                <a:lnTo>
                  <a:pt x="4876" y="664489"/>
                </a:lnTo>
                <a:lnTo>
                  <a:pt x="6146" y="663232"/>
                </a:lnTo>
                <a:lnTo>
                  <a:pt x="6451" y="662470"/>
                </a:lnTo>
                <a:lnTo>
                  <a:pt x="6451" y="647776"/>
                </a:lnTo>
                <a:close/>
              </a:path>
              <a:path w="3331845" h="2440304">
                <a:moveTo>
                  <a:pt x="6451" y="615505"/>
                </a:moveTo>
                <a:lnTo>
                  <a:pt x="6146" y="614743"/>
                </a:lnTo>
                <a:lnTo>
                  <a:pt x="4876" y="613486"/>
                </a:lnTo>
                <a:lnTo>
                  <a:pt x="4114" y="613168"/>
                </a:lnTo>
                <a:lnTo>
                  <a:pt x="2336" y="613168"/>
                </a:lnTo>
                <a:lnTo>
                  <a:pt x="1574" y="613486"/>
                </a:lnTo>
                <a:lnTo>
                  <a:pt x="317" y="614743"/>
                </a:lnTo>
                <a:lnTo>
                  <a:pt x="0" y="615505"/>
                </a:lnTo>
                <a:lnTo>
                  <a:pt x="0" y="630199"/>
                </a:lnTo>
                <a:lnTo>
                  <a:pt x="317" y="630948"/>
                </a:lnTo>
                <a:lnTo>
                  <a:pt x="1574" y="632218"/>
                </a:lnTo>
                <a:lnTo>
                  <a:pt x="2336" y="632523"/>
                </a:lnTo>
                <a:lnTo>
                  <a:pt x="4114" y="632523"/>
                </a:lnTo>
                <a:lnTo>
                  <a:pt x="4876" y="632218"/>
                </a:lnTo>
                <a:lnTo>
                  <a:pt x="6146" y="630948"/>
                </a:lnTo>
                <a:lnTo>
                  <a:pt x="6451" y="630199"/>
                </a:lnTo>
                <a:lnTo>
                  <a:pt x="6451" y="615505"/>
                </a:lnTo>
                <a:close/>
              </a:path>
              <a:path w="3331845" h="2440304">
                <a:moveTo>
                  <a:pt x="6451" y="583234"/>
                </a:moveTo>
                <a:lnTo>
                  <a:pt x="6146" y="582472"/>
                </a:lnTo>
                <a:lnTo>
                  <a:pt x="4876" y="581202"/>
                </a:lnTo>
                <a:lnTo>
                  <a:pt x="4114" y="580898"/>
                </a:lnTo>
                <a:lnTo>
                  <a:pt x="2336" y="580898"/>
                </a:lnTo>
                <a:lnTo>
                  <a:pt x="1574" y="581202"/>
                </a:lnTo>
                <a:lnTo>
                  <a:pt x="317" y="582472"/>
                </a:lnTo>
                <a:lnTo>
                  <a:pt x="0" y="583234"/>
                </a:lnTo>
                <a:lnTo>
                  <a:pt x="0" y="597916"/>
                </a:lnTo>
                <a:lnTo>
                  <a:pt x="317" y="598678"/>
                </a:lnTo>
                <a:lnTo>
                  <a:pt x="1574" y="599948"/>
                </a:lnTo>
                <a:lnTo>
                  <a:pt x="2336" y="600252"/>
                </a:lnTo>
                <a:lnTo>
                  <a:pt x="4114" y="600252"/>
                </a:lnTo>
                <a:lnTo>
                  <a:pt x="4876" y="599948"/>
                </a:lnTo>
                <a:lnTo>
                  <a:pt x="6146" y="598678"/>
                </a:lnTo>
                <a:lnTo>
                  <a:pt x="6451" y="597916"/>
                </a:lnTo>
                <a:lnTo>
                  <a:pt x="6451" y="583234"/>
                </a:lnTo>
                <a:close/>
              </a:path>
              <a:path w="3331845" h="2440304">
                <a:moveTo>
                  <a:pt x="6451" y="550951"/>
                </a:moveTo>
                <a:lnTo>
                  <a:pt x="6146" y="550202"/>
                </a:lnTo>
                <a:lnTo>
                  <a:pt x="4876" y="548932"/>
                </a:lnTo>
                <a:lnTo>
                  <a:pt x="4114" y="548627"/>
                </a:lnTo>
                <a:lnTo>
                  <a:pt x="2336" y="548627"/>
                </a:lnTo>
                <a:lnTo>
                  <a:pt x="1574" y="548932"/>
                </a:lnTo>
                <a:lnTo>
                  <a:pt x="317" y="550202"/>
                </a:lnTo>
                <a:lnTo>
                  <a:pt x="0" y="550951"/>
                </a:lnTo>
                <a:lnTo>
                  <a:pt x="0" y="565645"/>
                </a:lnTo>
                <a:lnTo>
                  <a:pt x="317" y="566407"/>
                </a:lnTo>
                <a:lnTo>
                  <a:pt x="1574" y="567664"/>
                </a:lnTo>
                <a:lnTo>
                  <a:pt x="2336" y="567982"/>
                </a:lnTo>
                <a:lnTo>
                  <a:pt x="4114" y="567982"/>
                </a:lnTo>
                <a:lnTo>
                  <a:pt x="4876" y="567664"/>
                </a:lnTo>
                <a:lnTo>
                  <a:pt x="6146" y="566407"/>
                </a:lnTo>
                <a:lnTo>
                  <a:pt x="6451" y="565645"/>
                </a:lnTo>
                <a:lnTo>
                  <a:pt x="6451" y="550951"/>
                </a:lnTo>
                <a:close/>
              </a:path>
              <a:path w="3331845" h="2440304">
                <a:moveTo>
                  <a:pt x="6451" y="518680"/>
                </a:moveTo>
                <a:lnTo>
                  <a:pt x="6146" y="517918"/>
                </a:lnTo>
                <a:lnTo>
                  <a:pt x="4876" y="516661"/>
                </a:lnTo>
                <a:lnTo>
                  <a:pt x="4114" y="516343"/>
                </a:lnTo>
                <a:lnTo>
                  <a:pt x="2336" y="516343"/>
                </a:lnTo>
                <a:lnTo>
                  <a:pt x="1574" y="516661"/>
                </a:lnTo>
                <a:lnTo>
                  <a:pt x="317" y="517918"/>
                </a:lnTo>
                <a:lnTo>
                  <a:pt x="0" y="518680"/>
                </a:lnTo>
                <a:lnTo>
                  <a:pt x="0" y="533374"/>
                </a:lnTo>
                <a:lnTo>
                  <a:pt x="317" y="534136"/>
                </a:lnTo>
                <a:lnTo>
                  <a:pt x="1574" y="535393"/>
                </a:lnTo>
                <a:lnTo>
                  <a:pt x="2336" y="535711"/>
                </a:lnTo>
                <a:lnTo>
                  <a:pt x="4114" y="535711"/>
                </a:lnTo>
                <a:lnTo>
                  <a:pt x="4876" y="535393"/>
                </a:lnTo>
                <a:lnTo>
                  <a:pt x="6146" y="534136"/>
                </a:lnTo>
                <a:lnTo>
                  <a:pt x="6451" y="533374"/>
                </a:lnTo>
                <a:lnTo>
                  <a:pt x="6451" y="518680"/>
                </a:lnTo>
                <a:close/>
              </a:path>
              <a:path w="3331845" h="2440304">
                <a:moveTo>
                  <a:pt x="6451" y="486410"/>
                </a:moveTo>
                <a:lnTo>
                  <a:pt x="6146" y="485648"/>
                </a:lnTo>
                <a:lnTo>
                  <a:pt x="4876" y="484390"/>
                </a:lnTo>
                <a:lnTo>
                  <a:pt x="4114" y="484073"/>
                </a:lnTo>
                <a:lnTo>
                  <a:pt x="2336" y="484073"/>
                </a:lnTo>
                <a:lnTo>
                  <a:pt x="1574" y="484390"/>
                </a:lnTo>
                <a:lnTo>
                  <a:pt x="317" y="485648"/>
                </a:lnTo>
                <a:lnTo>
                  <a:pt x="0" y="486410"/>
                </a:lnTo>
                <a:lnTo>
                  <a:pt x="0" y="501103"/>
                </a:lnTo>
                <a:lnTo>
                  <a:pt x="317" y="501865"/>
                </a:lnTo>
                <a:lnTo>
                  <a:pt x="1574" y="503123"/>
                </a:lnTo>
                <a:lnTo>
                  <a:pt x="2336" y="503440"/>
                </a:lnTo>
                <a:lnTo>
                  <a:pt x="4114" y="503440"/>
                </a:lnTo>
                <a:lnTo>
                  <a:pt x="4876" y="503123"/>
                </a:lnTo>
                <a:lnTo>
                  <a:pt x="6146" y="501865"/>
                </a:lnTo>
                <a:lnTo>
                  <a:pt x="6451" y="501103"/>
                </a:lnTo>
                <a:lnTo>
                  <a:pt x="6451" y="486410"/>
                </a:lnTo>
                <a:close/>
              </a:path>
              <a:path w="3331845" h="2440304">
                <a:moveTo>
                  <a:pt x="6451" y="454139"/>
                </a:moveTo>
                <a:lnTo>
                  <a:pt x="6146" y="453377"/>
                </a:lnTo>
                <a:lnTo>
                  <a:pt x="4876" y="452120"/>
                </a:lnTo>
                <a:lnTo>
                  <a:pt x="4114" y="451802"/>
                </a:lnTo>
                <a:lnTo>
                  <a:pt x="2336" y="451802"/>
                </a:lnTo>
                <a:lnTo>
                  <a:pt x="1574" y="452120"/>
                </a:lnTo>
                <a:lnTo>
                  <a:pt x="317" y="453377"/>
                </a:lnTo>
                <a:lnTo>
                  <a:pt x="0" y="454139"/>
                </a:lnTo>
                <a:lnTo>
                  <a:pt x="0" y="468833"/>
                </a:lnTo>
                <a:lnTo>
                  <a:pt x="317" y="469595"/>
                </a:lnTo>
                <a:lnTo>
                  <a:pt x="1574" y="470852"/>
                </a:lnTo>
                <a:lnTo>
                  <a:pt x="2336" y="471170"/>
                </a:lnTo>
                <a:lnTo>
                  <a:pt x="4114" y="471170"/>
                </a:lnTo>
                <a:lnTo>
                  <a:pt x="4876" y="470852"/>
                </a:lnTo>
                <a:lnTo>
                  <a:pt x="6146" y="469595"/>
                </a:lnTo>
                <a:lnTo>
                  <a:pt x="6451" y="468833"/>
                </a:lnTo>
                <a:lnTo>
                  <a:pt x="6451" y="454139"/>
                </a:lnTo>
                <a:close/>
              </a:path>
              <a:path w="3331845" h="2440304">
                <a:moveTo>
                  <a:pt x="6451" y="421868"/>
                </a:moveTo>
                <a:lnTo>
                  <a:pt x="6146" y="421106"/>
                </a:lnTo>
                <a:lnTo>
                  <a:pt x="4876" y="419849"/>
                </a:lnTo>
                <a:lnTo>
                  <a:pt x="4114" y="419531"/>
                </a:lnTo>
                <a:lnTo>
                  <a:pt x="2336" y="419531"/>
                </a:lnTo>
                <a:lnTo>
                  <a:pt x="1574" y="419849"/>
                </a:lnTo>
                <a:lnTo>
                  <a:pt x="317" y="421106"/>
                </a:lnTo>
                <a:lnTo>
                  <a:pt x="0" y="421868"/>
                </a:lnTo>
                <a:lnTo>
                  <a:pt x="0" y="436562"/>
                </a:lnTo>
                <a:lnTo>
                  <a:pt x="317" y="437324"/>
                </a:lnTo>
                <a:lnTo>
                  <a:pt x="1574" y="438581"/>
                </a:lnTo>
                <a:lnTo>
                  <a:pt x="2336" y="438899"/>
                </a:lnTo>
                <a:lnTo>
                  <a:pt x="4114" y="438899"/>
                </a:lnTo>
                <a:lnTo>
                  <a:pt x="4876" y="438581"/>
                </a:lnTo>
                <a:lnTo>
                  <a:pt x="6146" y="437324"/>
                </a:lnTo>
                <a:lnTo>
                  <a:pt x="6451" y="436562"/>
                </a:lnTo>
                <a:lnTo>
                  <a:pt x="6451" y="421868"/>
                </a:lnTo>
                <a:close/>
              </a:path>
              <a:path w="3331845" h="2440304">
                <a:moveTo>
                  <a:pt x="6451" y="389597"/>
                </a:moveTo>
                <a:lnTo>
                  <a:pt x="6146" y="388835"/>
                </a:lnTo>
                <a:lnTo>
                  <a:pt x="4876" y="387578"/>
                </a:lnTo>
                <a:lnTo>
                  <a:pt x="4114" y="387261"/>
                </a:lnTo>
                <a:lnTo>
                  <a:pt x="2336" y="387261"/>
                </a:lnTo>
                <a:lnTo>
                  <a:pt x="1574" y="387578"/>
                </a:lnTo>
                <a:lnTo>
                  <a:pt x="317" y="388835"/>
                </a:lnTo>
                <a:lnTo>
                  <a:pt x="0" y="389597"/>
                </a:lnTo>
                <a:lnTo>
                  <a:pt x="0" y="404291"/>
                </a:lnTo>
                <a:lnTo>
                  <a:pt x="317" y="405053"/>
                </a:lnTo>
                <a:lnTo>
                  <a:pt x="1574" y="406311"/>
                </a:lnTo>
                <a:lnTo>
                  <a:pt x="2336" y="406628"/>
                </a:lnTo>
                <a:lnTo>
                  <a:pt x="4114" y="406628"/>
                </a:lnTo>
                <a:lnTo>
                  <a:pt x="4876" y="406311"/>
                </a:lnTo>
                <a:lnTo>
                  <a:pt x="6146" y="405053"/>
                </a:lnTo>
                <a:lnTo>
                  <a:pt x="6451" y="404291"/>
                </a:lnTo>
                <a:lnTo>
                  <a:pt x="6451" y="389597"/>
                </a:lnTo>
                <a:close/>
              </a:path>
              <a:path w="3331845" h="2440304">
                <a:moveTo>
                  <a:pt x="6451" y="357327"/>
                </a:moveTo>
                <a:lnTo>
                  <a:pt x="6146" y="356565"/>
                </a:lnTo>
                <a:lnTo>
                  <a:pt x="4876" y="355307"/>
                </a:lnTo>
                <a:lnTo>
                  <a:pt x="4114" y="354990"/>
                </a:lnTo>
                <a:lnTo>
                  <a:pt x="2336" y="354990"/>
                </a:lnTo>
                <a:lnTo>
                  <a:pt x="1574" y="355307"/>
                </a:lnTo>
                <a:lnTo>
                  <a:pt x="317" y="356565"/>
                </a:lnTo>
                <a:lnTo>
                  <a:pt x="0" y="357327"/>
                </a:lnTo>
                <a:lnTo>
                  <a:pt x="0" y="372021"/>
                </a:lnTo>
                <a:lnTo>
                  <a:pt x="317" y="372770"/>
                </a:lnTo>
                <a:lnTo>
                  <a:pt x="1574" y="374040"/>
                </a:lnTo>
                <a:lnTo>
                  <a:pt x="2336" y="374345"/>
                </a:lnTo>
                <a:lnTo>
                  <a:pt x="4114" y="374345"/>
                </a:lnTo>
                <a:lnTo>
                  <a:pt x="4876" y="374040"/>
                </a:lnTo>
                <a:lnTo>
                  <a:pt x="6146" y="372770"/>
                </a:lnTo>
                <a:lnTo>
                  <a:pt x="6451" y="372021"/>
                </a:lnTo>
                <a:lnTo>
                  <a:pt x="6451" y="357327"/>
                </a:lnTo>
                <a:close/>
              </a:path>
              <a:path w="3331845" h="2440304">
                <a:moveTo>
                  <a:pt x="6451" y="325056"/>
                </a:moveTo>
                <a:lnTo>
                  <a:pt x="6146" y="324294"/>
                </a:lnTo>
                <a:lnTo>
                  <a:pt x="4876" y="323037"/>
                </a:lnTo>
                <a:lnTo>
                  <a:pt x="4114" y="322719"/>
                </a:lnTo>
                <a:lnTo>
                  <a:pt x="2336" y="322719"/>
                </a:lnTo>
                <a:lnTo>
                  <a:pt x="1574" y="323037"/>
                </a:lnTo>
                <a:lnTo>
                  <a:pt x="317" y="324294"/>
                </a:lnTo>
                <a:lnTo>
                  <a:pt x="0" y="325056"/>
                </a:lnTo>
                <a:lnTo>
                  <a:pt x="0" y="339737"/>
                </a:lnTo>
                <a:lnTo>
                  <a:pt x="317" y="340499"/>
                </a:lnTo>
                <a:lnTo>
                  <a:pt x="1574" y="341769"/>
                </a:lnTo>
                <a:lnTo>
                  <a:pt x="2336" y="342074"/>
                </a:lnTo>
                <a:lnTo>
                  <a:pt x="4114" y="342074"/>
                </a:lnTo>
                <a:lnTo>
                  <a:pt x="4876" y="341769"/>
                </a:lnTo>
                <a:lnTo>
                  <a:pt x="6146" y="340499"/>
                </a:lnTo>
                <a:lnTo>
                  <a:pt x="6451" y="339737"/>
                </a:lnTo>
                <a:lnTo>
                  <a:pt x="6451" y="325056"/>
                </a:lnTo>
                <a:close/>
              </a:path>
              <a:path w="3331845" h="2440304">
                <a:moveTo>
                  <a:pt x="6451" y="292785"/>
                </a:moveTo>
                <a:lnTo>
                  <a:pt x="6146" y="292023"/>
                </a:lnTo>
                <a:lnTo>
                  <a:pt x="4876" y="290753"/>
                </a:lnTo>
                <a:lnTo>
                  <a:pt x="4114" y="290449"/>
                </a:lnTo>
                <a:lnTo>
                  <a:pt x="2336" y="290449"/>
                </a:lnTo>
                <a:lnTo>
                  <a:pt x="1574" y="290753"/>
                </a:lnTo>
                <a:lnTo>
                  <a:pt x="317" y="292023"/>
                </a:lnTo>
                <a:lnTo>
                  <a:pt x="0" y="292785"/>
                </a:lnTo>
                <a:lnTo>
                  <a:pt x="0" y="307467"/>
                </a:lnTo>
                <a:lnTo>
                  <a:pt x="317" y="308229"/>
                </a:lnTo>
                <a:lnTo>
                  <a:pt x="1574" y="309486"/>
                </a:lnTo>
                <a:lnTo>
                  <a:pt x="2336" y="309803"/>
                </a:lnTo>
                <a:lnTo>
                  <a:pt x="4114" y="309803"/>
                </a:lnTo>
                <a:lnTo>
                  <a:pt x="4876" y="309486"/>
                </a:lnTo>
                <a:lnTo>
                  <a:pt x="6146" y="308229"/>
                </a:lnTo>
                <a:lnTo>
                  <a:pt x="6451" y="307467"/>
                </a:lnTo>
                <a:lnTo>
                  <a:pt x="6451" y="292785"/>
                </a:lnTo>
                <a:close/>
              </a:path>
              <a:path w="3331845" h="2440304">
                <a:moveTo>
                  <a:pt x="6451" y="260502"/>
                </a:moveTo>
                <a:lnTo>
                  <a:pt x="6146" y="259753"/>
                </a:lnTo>
                <a:lnTo>
                  <a:pt x="4876" y="258483"/>
                </a:lnTo>
                <a:lnTo>
                  <a:pt x="4114" y="258165"/>
                </a:lnTo>
                <a:lnTo>
                  <a:pt x="2336" y="258165"/>
                </a:lnTo>
                <a:lnTo>
                  <a:pt x="1574" y="258483"/>
                </a:lnTo>
                <a:lnTo>
                  <a:pt x="317" y="259753"/>
                </a:lnTo>
                <a:lnTo>
                  <a:pt x="0" y="260502"/>
                </a:lnTo>
                <a:lnTo>
                  <a:pt x="0" y="275196"/>
                </a:lnTo>
                <a:lnTo>
                  <a:pt x="317" y="275958"/>
                </a:lnTo>
                <a:lnTo>
                  <a:pt x="1574" y="277215"/>
                </a:lnTo>
                <a:lnTo>
                  <a:pt x="2336" y="277533"/>
                </a:lnTo>
                <a:lnTo>
                  <a:pt x="4114" y="277533"/>
                </a:lnTo>
                <a:lnTo>
                  <a:pt x="4876" y="277215"/>
                </a:lnTo>
                <a:lnTo>
                  <a:pt x="6146" y="275958"/>
                </a:lnTo>
                <a:lnTo>
                  <a:pt x="6451" y="275196"/>
                </a:lnTo>
                <a:lnTo>
                  <a:pt x="6451" y="260502"/>
                </a:lnTo>
                <a:close/>
              </a:path>
              <a:path w="3331845" h="2440304">
                <a:moveTo>
                  <a:pt x="6451" y="228231"/>
                </a:moveTo>
                <a:lnTo>
                  <a:pt x="6146" y="227469"/>
                </a:lnTo>
                <a:lnTo>
                  <a:pt x="4876" y="226212"/>
                </a:lnTo>
                <a:lnTo>
                  <a:pt x="4114" y="225894"/>
                </a:lnTo>
                <a:lnTo>
                  <a:pt x="2336" y="225894"/>
                </a:lnTo>
                <a:lnTo>
                  <a:pt x="1574" y="226212"/>
                </a:lnTo>
                <a:lnTo>
                  <a:pt x="317" y="227469"/>
                </a:lnTo>
                <a:lnTo>
                  <a:pt x="0" y="228231"/>
                </a:lnTo>
                <a:lnTo>
                  <a:pt x="0" y="242925"/>
                </a:lnTo>
                <a:lnTo>
                  <a:pt x="317" y="243687"/>
                </a:lnTo>
                <a:lnTo>
                  <a:pt x="1574" y="244944"/>
                </a:lnTo>
                <a:lnTo>
                  <a:pt x="2336" y="245262"/>
                </a:lnTo>
                <a:lnTo>
                  <a:pt x="4114" y="245262"/>
                </a:lnTo>
                <a:lnTo>
                  <a:pt x="4876" y="244944"/>
                </a:lnTo>
                <a:lnTo>
                  <a:pt x="6146" y="243687"/>
                </a:lnTo>
                <a:lnTo>
                  <a:pt x="6451" y="242925"/>
                </a:lnTo>
                <a:lnTo>
                  <a:pt x="6451" y="228231"/>
                </a:lnTo>
                <a:close/>
              </a:path>
              <a:path w="3331845" h="2440304">
                <a:moveTo>
                  <a:pt x="6451" y="195961"/>
                </a:moveTo>
                <a:lnTo>
                  <a:pt x="6146" y="195199"/>
                </a:lnTo>
                <a:lnTo>
                  <a:pt x="4876" y="193941"/>
                </a:lnTo>
                <a:lnTo>
                  <a:pt x="4114" y="193624"/>
                </a:lnTo>
                <a:lnTo>
                  <a:pt x="2336" y="193624"/>
                </a:lnTo>
                <a:lnTo>
                  <a:pt x="1574" y="193941"/>
                </a:lnTo>
                <a:lnTo>
                  <a:pt x="317" y="195199"/>
                </a:lnTo>
                <a:lnTo>
                  <a:pt x="0" y="195961"/>
                </a:lnTo>
                <a:lnTo>
                  <a:pt x="0" y="210654"/>
                </a:lnTo>
                <a:lnTo>
                  <a:pt x="317" y="211416"/>
                </a:lnTo>
                <a:lnTo>
                  <a:pt x="1574" y="212674"/>
                </a:lnTo>
                <a:lnTo>
                  <a:pt x="2336" y="212991"/>
                </a:lnTo>
                <a:lnTo>
                  <a:pt x="4114" y="212991"/>
                </a:lnTo>
                <a:lnTo>
                  <a:pt x="4876" y="212674"/>
                </a:lnTo>
                <a:lnTo>
                  <a:pt x="6146" y="211416"/>
                </a:lnTo>
                <a:lnTo>
                  <a:pt x="6451" y="210654"/>
                </a:lnTo>
                <a:lnTo>
                  <a:pt x="6451" y="195961"/>
                </a:lnTo>
                <a:close/>
              </a:path>
              <a:path w="3331845" h="2440304">
                <a:moveTo>
                  <a:pt x="6451" y="163690"/>
                </a:moveTo>
                <a:lnTo>
                  <a:pt x="6146" y="162928"/>
                </a:lnTo>
                <a:lnTo>
                  <a:pt x="4876" y="161671"/>
                </a:lnTo>
                <a:lnTo>
                  <a:pt x="4114" y="161353"/>
                </a:lnTo>
                <a:lnTo>
                  <a:pt x="2336" y="161353"/>
                </a:lnTo>
                <a:lnTo>
                  <a:pt x="1574" y="161671"/>
                </a:lnTo>
                <a:lnTo>
                  <a:pt x="317" y="162928"/>
                </a:lnTo>
                <a:lnTo>
                  <a:pt x="0" y="163690"/>
                </a:lnTo>
                <a:lnTo>
                  <a:pt x="0" y="178384"/>
                </a:lnTo>
                <a:lnTo>
                  <a:pt x="317" y="179146"/>
                </a:lnTo>
                <a:lnTo>
                  <a:pt x="1574" y="180403"/>
                </a:lnTo>
                <a:lnTo>
                  <a:pt x="2336" y="180721"/>
                </a:lnTo>
                <a:lnTo>
                  <a:pt x="4114" y="180721"/>
                </a:lnTo>
                <a:lnTo>
                  <a:pt x="4876" y="180403"/>
                </a:lnTo>
                <a:lnTo>
                  <a:pt x="6146" y="179146"/>
                </a:lnTo>
                <a:lnTo>
                  <a:pt x="6451" y="178384"/>
                </a:lnTo>
                <a:lnTo>
                  <a:pt x="6451" y="163690"/>
                </a:lnTo>
                <a:close/>
              </a:path>
              <a:path w="3331845" h="2440304">
                <a:moveTo>
                  <a:pt x="6451" y="131419"/>
                </a:moveTo>
                <a:lnTo>
                  <a:pt x="6146" y="130657"/>
                </a:lnTo>
                <a:lnTo>
                  <a:pt x="4876" y="129400"/>
                </a:lnTo>
                <a:lnTo>
                  <a:pt x="4114" y="129082"/>
                </a:lnTo>
                <a:lnTo>
                  <a:pt x="2336" y="129082"/>
                </a:lnTo>
                <a:lnTo>
                  <a:pt x="1574" y="129400"/>
                </a:lnTo>
                <a:lnTo>
                  <a:pt x="317" y="130657"/>
                </a:lnTo>
                <a:lnTo>
                  <a:pt x="0" y="131419"/>
                </a:lnTo>
                <a:lnTo>
                  <a:pt x="0" y="146113"/>
                </a:lnTo>
                <a:lnTo>
                  <a:pt x="317" y="146875"/>
                </a:lnTo>
                <a:lnTo>
                  <a:pt x="1574" y="148132"/>
                </a:lnTo>
                <a:lnTo>
                  <a:pt x="2336" y="148450"/>
                </a:lnTo>
                <a:lnTo>
                  <a:pt x="4114" y="148450"/>
                </a:lnTo>
                <a:lnTo>
                  <a:pt x="4876" y="148132"/>
                </a:lnTo>
                <a:lnTo>
                  <a:pt x="6146" y="146875"/>
                </a:lnTo>
                <a:lnTo>
                  <a:pt x="6451" y="146113"/>
                </a:lnTo>
                <a:lnTo>
                  <a:pt x="6451" y="131419"/>
                </a:lnTo>
                <a:close/>
              </a:path>
              <a:path w="3331845" h="2440304">
                <a:moveTo>
                  <a:pt x="6451" y="99148"/>
                </a:moveTo>
                <a:lnTo>
                  <a:pt x="6146" y="98386"/>
                </a:lnTo>
                <a:lnTo>
                  <a:pt x="4876" y="97129"/>
                </a:lnTo>
                <a:lnTo>
                  <a:pt x="4114" y="96812"/>
                </a:lnTo>
                <a:lnTo>
                  <a:pt x="2336" y="96812"/>
                </a:lnTo>
                <a:lnTo>
                  <a:pt x="1574" y="97129"/>
                </a:lnTo>
                <a:lnTo>
                  <a:pt x="317" y="98386"/>
                </a:lnTo>
                <a:lnTo>
                  <a:pt x="0" y="99148"/>
                </a:lnTo>
                <a:lnTo>
                  <a:pt x="0" y="113842"/>
                </a:lnTo>
                <a:lnTo>
                  <a:pt x="317" y="114604"/>
                </a:lnTo>
                <a:lnTo>
                  <a:pt x="1574" y="115862"/>
                </a:lnTo>
                <a:lnTo>
                  <a:pt x="2336" y="116179"/>
                </a:lnTo>
                <a:lnTo>
                  <a:pt x="4114" y="116179"/>
                </a:lnTo>
                <a:lnTo>
                  <a:pt x="4876" y="115862"/>
                </a:lnTo>
                <a:lnTo>
                  <a:pt x="6146" y="114604"/>
                </a:lnTo>
                <a:lnTo>
                  <a:pt x="6451" y="113842"/>
                </a:lnTo>
                <a:lnTo>
                  <a:pt x="6451" y="99148"/>
                </a:lnTo>
                <a:close/>
              </a:path>
              <a:path w="3331845" h="2440304">
                <a:moveTo>
                  <a:pt x="6451" y="66878"/>
                </a:moveTo>
                <a:lnTo>
                  <a:pt x="6146" y="66116"/>
                </a:lnTo>
                <a:lnTo>
                  <a:pt x="4876" y="64858"/>
                </a:lnTo>
                <a:lnTo>
                  <a:pt x="4114" y="64541"/>
                </a:lnTo>
                <a:lnTo>
                  <a:pt x="2336" y="64541"/>
                </a:lnTo>
                <a:lnTo>
                  <a:pt x="1574" y="64858"/>
                </a:lnTo>
                <a:lnTo>
                  <a:pt x="317" y="66116"/>
                </a:lnTo>
                <a:lnTo>
                  <a:pt x="0" y="66878"/>
                </a:lnTo>
                <a:lnTo>
                  <a:pt x="0" y="81559"/>
                </a:lnTo>
                <a:lnTo>
                  <a:pt x="317" y="82321"/>
                </a:lnTo>
                <a:lnTo>
                  <a:pt x="1574" y="83591"/>
                </a:lnTo>
                <a:lnTo>
                  <a:pt x="2336" y="83896"/>
                </a:lnTo>
                <a:lnTo>
                  <a:pt x="4114" y="83896"/>
                </a:lnTo>
                <a:lnTo>
                  <a:pt x="4876" y="83591"/>
                </a:lnTo>
                <a:lnTo>
                  <a:pt x="6146" y="82321"/>
                </a:lnTo>
                <a:lnTo>
                  <a:pt x="6451" y="81559"/>
                </a:lnTo>
                <a:lnTo>
                  <a:pt x="6451" y="66878"/>
                </a:lnTo>
                <a:close/>
              </a:path>
              <a:path w="3331845" h="2440304">
                <a:moveTo>
                  <a:pt x="6451" y="34607"/>
                </a:moveTo>
                <a:lnTo>
                  <a:pt x="6146" y="33845"/>
                </a:lnTo>
                <a:lnTo>
                  <a:pt x="4876" y="32575"/>
                </a:lnTo>
                <a:lnTo>
                  <a:pt x="4114" y="32270"/>
                </a:lnTo>
                <a:lnTo>
                  <a:pt x="2336" y="32270"/>
                </a:lnTo>
                <a:lnTo>
                  <a:pt x="1574" y="32575"/>
                </a:lnTo>
                <a:lnTo>
                  <a:pt x="317" y="33845"/>
                </a:lnTo>
                <a:lnTo>
                  <a:pt x="0" y="34607"/>
                </a:lnTo>
                <a:lnTo>
                  <a:pt x="0" y="49288"/>
                </a:lnTo>
                <a:lnTo>
                  <a:pt x="317" y="50050"/>
                </a:lnTo>
                <a:lnTo>
                  <a:pt x="1574" y="51320"/>
                </a:lnTo>
                <a:lnTo>
                  <a:pt x="2336" y="51625"/>
                </a:lnTo>
                <a:lnTo>
                  <a:pt x="4114" y="51625"/>
                </a:lnTo>
                <a:lnTo>
                  <a:pt x="4876" y="51320"/>
                </a:lnTo>
                <a:lnTo>
                  <a:pt x="6146" y="50050"/>
                </a:lnTo>
                <a:lnTo>
                  <a:pt x="6451" y="49288"/>
                </a:lnTo>
                <a:lnTo>
                  <a:pt x="6451" y="34607"/>
                </a:lnTo>
                <a:close/>
              </a:path>
              <a:path w="3331845" h="2440304">
                <a:moveTo>
                  <a:pt x="6451" y="2324"/>
                </a:moveTo>
                <a:lnTo>
                  <a:pt x="6146" y="1574"/>
                </a:lnTo>
                <a:lnTo>
                  <a:pt x="4876" y="304"/>
                </a:lnTo>
                <a:lnTo>
                  <a:pt x="4114" y="0"/>
                </a:lnTo>
                <a:lnTo>
                  <a:pt x="2336" y="0"/>
                </a:lnTo>
                <a:lnTo>
                  <a:pt x="1574" y="304"/>
                </a:lnTo>
                <a:lnTo>
                  <a:pt x="317" y="1574"/>
                </a:lnTo>
                <a:lnTo>
                  <a:pt x="0" y="2324"/>
                </a:lnTo>
                <a:lnTo>
                  <a:pt x="0" y="17018"/>
                </a:lnTo>
                <a:lnTo>
                  <a:pt x="317" y="17780"/>
                </a:lnTo>
                <a:lnTo>
                  <a:pt x="1574" y="19037"/>
                </a:lnTo>
                <a:lnTo>
                  <a:pt x="2336" y="19354"/>
                </a:lnTo>
                <a:lnTo>
                  <a:pt x="4114" y="19354"/>
                </a:lnTo>
                <a:lnTo>
                  <a:pt x="4876" y="19037"/>
                </a:lnTo>
                <a:lnTo>
                  <a:pt x="6146" y="17780"/>
                </a:lnTo>
                <a:lnTo>
                  <a:pt x="6451" y="17018"/>
                </a:lnTo>
                <a:lnTo>
                  <a:pt x="6451" y="2324"/>
                </a:lnTo>
                <a:close/>
              </a:path>
              <a:path w="3331845" h="2440304">
                <a:moveTo>
                  <a:pt x="422122" y="2422741"/>
                </a:moveTo>
                <a:lnTo>
                  <a:pt x="421805" y="2421979"/>
                </a:lnTo>
                <a:lnTo>
                  <a:pt x="420547" y="2420721"/>
                </a:lnTo>
                <a:lnTo>
                  <a:pt x="419785" y="2420404"/>
                </a:lnTo>
                <a:lnTo>
                  <a:pt x="418007" y="2420404"/>
                </a:lnTo>
                <a:lnTo>
                  <a:pt x="417245" y="2420721"/>
                </a:lnTo>
                <a:lnTo>
                  <a:pt x="415988" y="2421979"/>
                </a:lnTo>
                <a:lnTo>
                  <a:pt x="415671" y="2422741"/>
                </a:lnTo>
                <a:lnTo>
                  <a:pt x="415671" y="2437434"/>
                </a:lnTo>
                <a:lnTo>
                  <a:pt x="415988" y="2438196"/>
                </a:lnTo>
                <a:lnTo>
                  <a:pt x="417245" y="2439454"/>
                </a:lnTo>
                <a:lnTo>
                  <a:pt x="418007" y="2439771"/>
                </a:lnTo>
                <a:lnTo>
                  <a:pt x="419785" y="2439771"/>
                </a:lnTo>
                <a:lnTo>
                  <a:pt x="420547" y="2439454"/>
                </a:lnTo>
                <a:lnTo>
                  <a:pt x="421805" y="2438196"/>
                </a:lnTo>
                <a:lnTo>
                  <a:pt x="422122" y="2437434"/>
                </a:lnTo>
                <a:lnTo>
                  <a:pt x="422122" y="2422741"/>
                </a:lnTo>
                <a:close/>
              </a:path>
              <a:path w="3331845" h="2440304">
                <a:moveTo>
                  <a:pt x="422122" y="2390470"/>
                </a:moveTo>
                <a:lnTo>
                  <a:pt x="421805" y="2389708"/>
                </a:lnTo>
                <a:lnTo>
                  <a:pt x="420547" y="2388451"/>
                </a:lnTo>
                <a:lnTo>
                  <a:pt x="419785" y="2388133"/>
                </a:lnTo>
                <a:lnTo>
                  <a:pt x="418007" y="2388133"/>
                </a:lnTo>
                <a:lnTo>
                  <a:pt x="417245" y="2388451"/>
                </a:lnTo>
                <a:lnTo>
                  <a:pt x="415988" y="2389708"/>
                </a:lnTo>
                <a:lnTo>
                  <a:pt x="415671" y="2390470"/>
                </a:lnTo>
                <a:lnTo>
                  <a:pt x="415671" y="2405164"/>
                </a:lnTo>
                <a:lnTo>
                  <a:pt x="415988" y="2405926"/>
                </a:lnTo>
                <a:lnTo>
                  <a:pt x="417245" y="2407183"/>
                </a:lnTo>
                <a:lnTo>
                  <a:pt x="418007" y="2407501"/>
                </a:lnTo>
                <a:lnTo>
                  <a:pt x="419785" y="2407501"/>
                </a:lnTo>
                <a:lnTo>
                  <a:pt x="420547" y="2407183"/>
                </a:lnTo>
                <a:lnTo>
                  <a:pt x="421805" y="2405926"/>
                </a:lnTo>
                <a:lnTo>
                  <a:pt x="422122" y="2405164"/>
                </a:lnTo>
                <a:lnTo>
                  <a:pt x="422122" y="2390470"/>
                </a:lnTo>
                <a:close/>
              </a:path>
              <a:path w="3331845" h="2440304">
                <a:moveTo>
                  <a:pt x="422122" y="2358199"/>
                </a:moveTo>
                <a:lnTo>
                  <a:pt x="421805" y="2357437"/>
                </a:lnTo>
                <a:lnTo>
                  <a:pt x="420547" y="2356180"/>
                </a:lnTo>
                <a:lnTo>
                  <a:pt x="419785" y="2355862"/>
                </a:lnTo>
                <a:lnTo>
                  <a:pt x="418007" y="2355862"/>
                </a:lnTo>
                <a:lnTo>
                  <a:pt x="417245" y="2356180"/>
                </a:lnTo>
                <a:lnTo>
                  <a:pt x="415988" y="2357437"/>
                </a:lnTo>
                <a:lnTo>
                  <a:pt x="415671" y="2358199"/>
                </a:lnTo>
                <a:lnTo>
                  <a:pt x="415671" y="2372893"/>
                </a:lnTo>
                <a:lnTo>
                  <a:pt x="415988" y="2373655"/>
                </a:lnTo>
                <a:lnTo>
                  <a:pt x="417245" y="2374912"/>
                </a:lnTo>
                <a:lnTo>
                  <a:pt x="418007" y="2375230"/>
                </a:lnTo>
                <a:lnTo>
                  <a:pt x="419785" y="2375230"/>
                </a:lnTo>
                <a:lnTo>
                  <a:pt x="420547" y="2374912"/>
                </a:lnTo>
                <a:lnTo>
                  <a:pt x="421805" y="2373655"/>
                </a:lnTo>
                <a:lnTo>
                  <a:pt x="422122" y="2372893"/>
                </a:lnTo>
                <a:lnTo>
                  <a:pt x="422122" y="2358199"/>
                </a:lnTo>
                <a:close/>
              </a:path>
              <a:path w="3331845" h="2440304">
                <a:moveTo>
                  <a:pt x="422122" y="2325928"/>
                </a:moveTo>
                <a:lnTo>
                  <a:pt x="421805" y="2325166"/>
                </a:lnTo>
                <a:lnTo>
                  <a:pt x="420547" y="2323909"/>
                </a:lnTo>
                <a:lnTo>
                  <a:pt x="419785" y="2323592"/>
                </a:lnTo>
                <a:lnTo>
                  <a:pt x="418007" y="2323592"/>
                </a:lnTo>
                <a:lnTo>
                  <a:pt x="417245" y="2323909"/>
                </a:lnTo>
                <a:lnTo>
                  <a:pt x="415988" y="2325166"/>
                </a:lnTo>
                <a:lnTo>
                  <a:pt x="415671" y="2325928"/>
                </a:lnTo>
                <a:lnTo>
                  <a:pt x="415671" y="2340622"/>
                </a:lnTo>
                <a:lnTo>
                  <a:pt x="415988" y="2341384"/>
                </a:lnTo>
                <a:lnTo>
                  <a:pt x="417245" y="2342642"/>
                </a:lnTo>
                <a:lnTo>
                  <a:pt x="418007" y="2342959"/>
                </a:lnTo>
                <a:lnTo>
                  <a:pt x="419785" y="2342959"/>
                </a:lnTo>
                <a:lnTo>
                  <a:pt x="420547" y="2342642"/>
                </a:lnTo>
                <a:lnTo>
                  <a:pt x="421805" y="2341384"/>
                </a:lnTo>
                <a:lnTo>
                  <a:pt x="422122" y="2340622"/>
                </a:lnTo>
                <a:lnTo>
                  <a:pt x="422122" y="2325928"/>
                </a:lnTo>
                <a:close/>
              </a:path>
              <a:path w="3331845" h="2440304">
                <a:moveTo>
                  <a:pt x="422122" y="2293658"/>
                </a:moveTo>
                <a:lnTo>
                  <a:pt x="421805" y="2292896"/>
                </a:lnTo>
                <a:lnTo>
                  <a:pt x="420547" y="2291638"/>
                </a:lnTo>
                <a:lnTo>
                  <a:pt x="419785" y="2291321"/>
                </a:lnTo>
                <a:lnTo>
                  <a:pt x="418007" y="2291321"/>
                </a:lnTo>
                <a:lnTo>
                  <a:pt x="417245" y="2291638"/>
                </a:lnTo>
                <a:lnTo>
                  <a:pt x="415988" y="2292896"/>
                </a:lnTo>
                <a:lnTo>
                  <a:pt x="415671" y="2293658"/>
                </a:lnTo>
                <a:lnTo>
                  <a:pt x="415671" y="2308352"/>
                </a:lnTo>
                <a:lnTo>
                  <a:pt x="415988" y="2309114"/>
                </a:lnTo>
                <a:lnTo>
                  <a:pt x="417245" y="2310371"/>
                </a:lnTo>
                <a:lnTo>
                  <a:pt x="418007" y="2310688"/>
                </a:lnTo>
                <a:lnTo>
                  <a:pt x="419785" y="2310688"/>
                </a:lnTo>
                <a:lnTo>
                  <a:pt x="420547" y="2310371"/>
                </a:lnTo>
                <a:lnTo>
                  <a:pt x="421805" y="2309114"/>
                </a:lnTo>
                <a:lnTo>
                  <a:pt x="422122" y="2308352"/>
                </a:lnTo>
                <a:lnTo>
                  <a:pt x="422122" y="2293658"/>
                </a:lnTo>
                <a:close/>
              </a:path>
              <a:path w="3331845" h="2440304">
                <a:moveTo>
                  <a:pt x="422122" y="2261387"/>
                </a:moveTo>
                <a:lnTo>
                  <a:pt x="421805" y="2260625"/>
                </a:lnTo>
                <a:lnTo>
                  <a:pt x="420547" y="2259368"/>
                </a:lnTo>
                <a:lnTo>
                  <a:pt x="419785" y="2259050"/>
                </a:lnTo>
                <a:lnTo>
                  <a:pt x="418007" y="2259050"/>
                </a:lnTo>
                <a:lnTo>
                  <a:pt x="417245" y="2259368"/>
                </a:lnTo>
                <a:lnTo>
                  <a:pt x="415988" y="2260625"/>
                </a:lnTo>
                <a:lnTo>
                  <a:pt x="415671" y="2261387"/>
                </a:lnTo>
                <a:lnTo>
                  <a:pt x="415671" y="2276081"/>
                </a:lnTo>
                <a:lnTo>
                  <a:pt x="415988" y="2276830"/>
                </a:lnTo>
                <a:lnTo>
                  <a:pt x="417245" y="2278100"/>
                </a:lnTo>
                <a:lnTo>
                  <a:pt x="418007" y="2278405"/>
                </a:lnTo>
                <a:lnTo>
                  <a:pt x="419785" y="2278405"/>
                </a:lnTo>
                <a:lnTo>
                  <a:pt x="420547" y="2278100"/>
                </a:lnTo>
                <a:lnTo>
                  <a:pt x="421805" y="2276830"/>
                </a:lnTo>
                <a:lnTo>
                  <a:pt x="422122" y="2276081"/>
                </a:lnTo>
                <a:lnTo>
                  <a:pt x="422122" y="2261387"/>
                </a:lnTo>
                <a:close/>
              </a:path>
              <a:path w="3331845" h="2440304">
                <a:moveTo>
                  <a:pt x="422122" y="2229116"/>
                </a:moveTo>
                <a:lnTo>
                  <a:pt x="421805" y="2228354"/>
                </a:lnTo>
                <a:lnTo>
                  <a:pt x="420547" y="2227084"/>
                </a:lnTo>
                <a:lnTo>
                  <a:pt x="419785" y="2226780"/>
                </a:lnTo>
                <a:lnTo>
                  <a:pt x="418007" y="2226780"/>
                </a:lnTo>
                <a:lnTo>
                  <a:pt x="417245" y="2227084"/>
                </a:lnTo>
                <a:lnTo>
                  <a:pt x="415988" y="2228354"/>
                </a:lnTo>
                <a:lnTo>
                  <a:pt x="415671" y="2229116"/>
                </a:lnTo>
                <a:lnTo>
                  <a:pt x="415671" y="2243798"/>
                </a:lnTo>
                <a:lnTo>
                  <a:pt x="415988" y="2244560"/>
                </a:lnTo>
                <a:lnTo>
                  <a:pt x="417245" y="2245830"/>
                </a:lnTo>
                <a:lnTo>
                  <a:pt x="418007" y="2246134"/>
                </a:lnTo>
                <a:lnTo>
                  <a:pt x="419785" y="2246134"/>
                </a:lnTo>
                <a:lnTo>
                  <a:pt x="420547" y="2245830"/>
                </a:lnTo>
                <a:lnTo>
                  <a:pt x="421805" y="2244560"/>
                </a:lnTo>
                <a:lnTo>
                  <a:pt x="422122" y="2243798"/>
                </a:lnTo>
                <a:lnTo>
                  <a:pt x="422122" y="2229116"/>
                </a:lnTo>
                <a:close/>
              </a:path>
              <a:path w="3331845" h="2440304">
                <a:moveTo>
                  <a:pt x="422122" y="2196846"/>
                </a:moveTo>
                <a:lnTo>
                  <a:pt x="421805" y="2196084"/>
                </a:lnTo>
                <a:lnTo>
                  <a:pt x="420547" y="2194814"/>
                </a:lnTo>
                <a:lnTo>
                  <a:pt x="419785" y="2194509"/>
                </a:lnTo>
                <a:lnTo>
                  <a:pt x="418007" y="2194509"/>
                </a:lnTo>
                <a:lnTo>
                  <a:pt x="417245" y="2194814"/>
                </a:lnTo>
                <a:lnTo>
                  <a:pt x="415988" y="2196084"/>
                </a:lnTo>
                <a:lnTo>
                  <a:pt x="415671" y="2196846"/>
                </a:lnTo>
                <a:lnTo>
                  <a:pt x="415671" y="2211527"/>
                </a:lnTo>
                <a:lnTo>
                  <a:pt x="415988" y="2212289"/>
                </a:lnTo>
                <a:lnTo>
                  <a:pt x="417245" y="2213546"/>
                </a:lnTo>
                <a:lnTo>
                  <a:pt x="418007" y="2213864"/>
                </a:lnTo>
                <a:lnTo>
                  <a:pt x="419785" y="2213864"/>
                </a:lnTo>
                <a:lnTo>
                  <a:pt x="420547" y="2213546"/>
                </a:lnTo>
                <a:lnTo>
                  <a:pt x="421805" y="2212289"/>
                </a:lnTo>
                <a:lnTo>
                  <a:pt x="422122" y="2211527"/>
                </a:lnTo>
                <a:lnTo>
                  <a:pt x="422122" y="2196846"/>
                </a:lnTo>
                <a:close/>
              </a:path>
              <a:path w="3331845" h="2440304">
                <a:moveTo>
                  <a:pt x="422122" y="2164562"/>
                </a:moveTo>
                <a:lnTo>
                  <a:pt x="421805" y="2163800"/>
                </a:lnTo>
                <a:lnTo>
                  <a:pt x="420547" y="2162543"/>
                </a:lnTo>
                <a:lnTo>
                  <a:pt x="419785" y="2162225"/>
                </a:lnTo>
                <a:lnTo>
                  <a:pt x="418007" y="2162225"/>
                </a:lnTo>
                <a:lnTo>
                  <a:pt x="417245" y="2162543"/>
                </a:lnTo>
                <a:lnTo>
                  <a:pt x="415988" y="2163800"/>
                </a:lnTo>
                <a:lnTo>
                  <a:pt x="415671" y="2164562"/>
                </a:lnTo>
                <a:lnTo>
                  <a:pt x="415671" y="2179256"/>
                </a:lnTo>
                <a:lnTo>
                  <a:pt x="415988" y="2180018"/>
                </a:lnTo>
                <a:lnTo>
                  <a:pt x="417245" y="2181275"/>
                </a:lnTo>
                <a:lnTo>
                  <a:pt x="418007" y="2181593"/>
                </a:lnTo>
                <a:lnTo>
                  <a:pt x="419785" y="2181593"/>
                </a:lnTo>
                <a:lnTo>
                  <a:pt x="420547" y="2181275"/>
                </a:lnTo>
                <a:lnTo>
                  <a:pt x="421805" y="2180018"/>
                </a:lnTo>
                <a:lnTo>
                  <a:pt x="422122" y="2179256"/>
                </a:lnTo>
                <a:lnTo>
                  <a:pt x="422122" y="2164562"/>
                </a:lnTo>
                <a:close/>
              </a:path>
              <a:path w="3331845" h="2440304">
                <a:moveTo>
                  <a:pt x="422122" y="2132292"/>
                </a:moveTo>
                <a:lnTo>
                  <a:pt x="421805" y="2131530"/>
                </a:lnTo>
                <a:lnTo>
                  <a:pt x="420547" y="2130272"/>
                </a:lnTo>
                <a:lnTo>
                  <a:pt x="419785" y="2129955"/>
                </a:lnTo>
                <a:lnTo>
                  <a:pt x="418007" y="2129955"/>
                </a:lnTo>
                <a:lnTo>
                  <a:pt x="417245" y="2130272"/>
                </a:lnTo>
                <a:lnTo>
                  <a:pt x="415988" y="2131530"/>
                </a:lnTo>
                <a:lnTo>
                  <a:pt x="415671" y="2132292"/>
                </a:lnTo>
                <a:lnTo>
                  <a:pt x="415671" y="2146985"/>
                </a:lnTo>
                <a:lnTo>
                  <a:pt x="415988" y="2147747"/>
                </a:lnTo>
                <a:lnTo>
                  <a:pt x="417245" y="2149005"/>
                </a:lnTo>
                <a:lnTo>
                  <a:pt x="418007" y="2149322"/>
                </a:lnTo>
                <a:lnTo>
                  <a:pt x="419785" y="2149322"/>
                </a:lnTo>
                <a:lnTo>
                  <a:pt x="420547" y="2149005"/>
                </a:lnTo>
                <a:lnTo>
                  <a:pt x="421805" y="2147747"/>
                </a:lnTo>
                <a:lnTo>
                  <a:pt x="422122" y="2146985"/>
                </a:lnTo>
                <a:lnTo>
                  <a:pt x="422122" y="2132292"/>
                </a:lnTo>
                <a:close/>
              </a:path>
              <a:path w="3331845" h="2440304">
                <a:moveTo>
                  <a:pt x="422122" y="2100021"/>
                </a:moveTo>
                <a:lnTo>
                  <a:pt x="421805" y="2099259"/>
                </a:lnTo>
                <a:lnTo>
                  <a:pt x="420547" y="2098001"/>
                </a:lnTo>
                <a:lnTo>
                  <a:pt x="419785" y="2097684"/>
                </a:lnTo>
                <a:lnTo>
                  <a:pt x="418007" y="2097684"/>
                </a:lnTo>
                <a:lnTo>
                  <a:pt x="417245" y="2098001"/>
                </a:lnTo>
                <a:lnTo>
                  <a:pt x="415988" y="2099259"/>
                </a:lnTo>
                <a:lnTo>
                  <a:pt x="415671" y="2100021"/>
                </a:lnTo>
                <a:lnTo>
                  <a:pt x="415671" y="2114715"/>
                </a:lnTo>
                <a:lnTo>
                  <a:pt x="415988" y="2115477"/>
                </a:lnTo>
                <a:lnTo>
                  <a:pt x="417245" y="2116734"/>
                </a:lnTo>
                <a:lnTo>
                  <a:pt x="418007" y="2117052"/>
                </a:lnTo>
                <a:lnTo>
                  <a:pt x="419785" y="2117052"/>
                </a:lnTo>
                <a:lnTo>
                  <a:pt x="420547" y="2116734"/>
                </a:lnTo>
                <a:lnTo>
                  <a:pt x="421805" y="2115477"/>
                </a:lnTo>
                <a:lnTo>
                  <a:pt x="422122" y="2114715"/>
                </a:lnTo>
                <a:lnTo>
                  <a:pt x="422122" y="2100021"/>
                </a:lnTo>
                <a:close/>
              </a:path>
              <a:path w="3331845" h="2440304">
                <a:moveTo>
                  <a:pt x="422122" y="2067750"/>
                </a:moveTo>
                <a:lnTo>
                  <a:pt x="421805" y="2066988"/>
                </a:lnTo>
                <a:lnTo>
                  <a:pt x="420547" y="2065731"/>
                </a:lnTo>
                <a:lnTo>
                  <a:pt x="419785" y="2065413"/>
                </a:lnTo>
                <a:lnTo>
                  <a:pt x="418007" y="2065413"/>
                </a:lnTo>
                <a:lnTo>
                  <a:pt x="417245" y="2065731"/>
                </a:lnTo>
                <a:lnTo>
                  <a:pt x="415988" y="2066988"/>
                </a:lnTo>
                <a:lnTo>
                  <a:pt x="415671" y="2067750"/>
                </a:lnTo>
                <a:lnTo>
                  <a:pt x="415671" y="2082444"/>
                </a:lnTo>
                <a:lnTo>
                  <a:pt x="415988" y="2083206"/>
                </a:lnTo>
                <a:lnTo>
                  <a:pt x="417245" y="2084463"/>
                </a:lnTo>
                <a:lnTo>
                  <a:pt x="418007" y="2084781"/>
                </a:lnTo>
                <a:lnTo>
                  <a:pt x="419785" y="2084781"/>
                </a:lnTo>
                <a:lnTo>
                  <a:pt x="420547" y="2084463"/>
                </a:lnTo>
                <a:lnTo>
                  <a:pt x="421805" y="2083206"/>
                </a:lnTo>
                <a:lnTo>
                  <a:pt x="422122" y="2082444"/>
                </a:lnTo>
                <a:lnTo>
                  <a:pt x="422122" y="2067750"/>
                </a:lnTo>
                <a:close/>
              </a:path>
              <a:path w="3331845" h="2440304">
                <a:moveTo>
                  <a:pt x="422122" y="2035479"/>
                </a:moveTo>
                <a:lnTo>
                  <a:pt x="421805" y="2034717"/>
                </a:lnTo>
                <a:lnTo>
                  <a:pt x="420547" y="2033460"/>
                </a:lnTo>
                <a:lnTo>
                  <a:pt x="419785" y="2033143"/>
                </a:lnTo>
                <a:lnTo>
                  <a:pt x="418007" y="2033143"/>
                </a:lnTo>
                <a:lnTo>
                  <a:pt x="417245" y="2033460"/>
                </a:lnTo>
                <a:lnTo>
                  <a:pt x="415988" y="2034717"/>
                </a:lnTo>
                <a:lnTo>
                  <a:pt x="415671" y="2035479"/>
                </a:lnTo>
                <a:lnTo>
                  <a:pt x="415671" y="2050173"/>
                </a:lnTo>
                <a:lnTo>
                  <a:pt x="415988" y="2050935"/>
                </a:lnTo>
                <a:lnTo>
                  <a:pt x="417245" y="2052193"/>
                </a:lnTo>
                <a:lnTo>
                  <a:pt x="418007" y="2052510"/>
                </a:lnTo>
                <a:lnTo>
                  <a:pt x="419785" y="2052510"/>
                </a:lnTo>
                <a:lnTo>
                  <a:pt x="420547" y="2052193"/>
                </a:lnTo>
                <a:lnTo>
                  <a:pt x="421805" y="2050935"/>
                </a:lnTo>
                <a:lnTo>
                  <a:pt x="422122" y="2050173"/>
                </a:lnTo>
                <a:lnTo>
                  <a:pt x="422122" y="2035479"/>
                </a:lnTo>
                <a:close/>
              </a:path>
              <a:path w="3331845" h="2440304">
                <a:moveTo>
                  <a:pt x="422122" y="2003209"/>
                </a:moveTo>
                <a:lnTo>
                  <a:pt x="421805" y="2002447"/>
                </a:lnTo>
                <a:lnTo>
                  <a:pt x="420547" y="2001189"/>
                </a:lnTo>
                <a:lnTo>
                  <a:pt x="419785" y="2000872"/>
                </a:lnTo>
                <a:lnTo>
                  <a:pt x="418007" y="2000872"/>
                </a:lnTo>
                <a:lnTo>
                  <a:pt x="417245" y="2001189"/>
                </a:lnTo>
                <a:lnTo>
                  <a:pt x="415988" y="2002447"/>
                </a:lnTo>
                <a:lnTo>
                  <a:pt x="415671" y="2003209"/>
                </a:lnTo>
                <a:lnTo>
                  <a:pt x="415671" y="2017903"/>
                </a:lnTo>
                <a:lnTo>
                  <a:pt x="415988" y="2018652"/>
                </a:lnTo>
                <a:lnTo>
                  <a:pt x="417245" y="2019922"/>
                </a:lnTo>
                <a:lnTo>
                  <a:pt x="418007" y="2020239"/>
                </a:lnTo>
                <a:lnTo>
                  <a:pt x="419785" y="2020239"/>
                </a:lnTo>
                <a:lnTo>
                  <a:pt x="420547" y="2019922"/>
                </a:lnTo>
                <a:lnTo>
                  <a:pt x="421805" y="2018652"/>
                </a:lnTo>
                <a:lnTo>
                  <a:pt x="422122" y="2017903"/>
                </a:lnTo>
                <a:lnTo>
                  <a:pt x="422122" y="2003209"/>
                </a:lnTo>
                <a:close/>
              </a:path>
              <a:path w="3331845" h="2440304">
                <a:moveTo>
                  <a:pt x="422122" y="1970938"/>
                </a:moveTo>
                <a:lnTo>
                  <a:pt x="421805" y="1970176"/>
                </a:lnTo>
                <a:lnTo>
                  <a:pt x="420547" y="1968919"/>
                </a:lnTo>
                <a:lnTo>
                  <a:pt x="419785" y="1968601"/>
                </a:lnTo>
                <a:lnTo>
                  <a:pt x="418007" y="1968601"/>
                </a:lnTo>
                <a:lnTo>
                  <a:pt x="417245" y="1968919"/>
                </a:lnTo>
                <a:lnTo>
                  <a:pt x="415988" y="1970176"/>
                </a:lnTo>
                <a:lnTo>
                  <a:pt x="415671" y="1970938"/>
                </a:lnTo>
                <a:lnTo>
                  <a:pt x="415671" y="1985619"/>
                </a:lnTo>
                <a:lnTo>
                  <a:pt x="415988" y="1986381"/>
                </a:lnTo>
                <a:lnTo>
                  <a:pt x="417245" y="1987651"/>
                </a:lnTo>
                <a:lnTo>
                  <a:pt x="418007" y="1987956"/>
                </a:lnTo>
                <a:lnTo>
                  <a:pt x="419785" y="1987956"/>
                </a:lnTo>
                <a:lnTo>
                  <a:pt x="420547" y="1987651"/>
                </a:lnTo>
                <a:lnTo>
                  <a:pt x="421805" y="1986381"/>
                </a:lnTo>
                <a:lnTo>
                  <a:pt x="422122" y="1985619"/>
                </a:lnTo>
                <a:lnTo>
                  <a:pt x="422122" y="1970938"/>
                </a:lnTo>
                <a:close/>
              </a:path>
              <a:path w="3331845" h="2440304">
                <a:moveTo>
                  <a:pt x="422122" y="1938667"/>
                </a:moveTo>
                <a:lnTo>
                  <a:pt x="421805" y="1937905"/>
                </a:lnTo>
                <a:lnTo>
                  <a:pt x="420547" y="1936635"/>
                </a:lnTo>
                <a:lnTo>
                  <a:pt x="419785" y="1936330"/>
                </a:lnTo>
                <a:lnTo>
                  <a:pt x="418007" y="1936330"/>
                </a:lnTo>
                <a:lnTo>
                  <a:pt x="417245" y="1936635"/>
                </a:lnTo>
                <a:lnTo>
                  <a:pt x="415988" y="1937905"/>
                </a:lnTo>
                <a:lnTo>
                  <a:pt x="415671" y="1938667"/>
                </a:lnTo>
                <a:lnTo>
                  <a:pt x="415671" y="1953348"/>
                </a:lnTo>
                <a:lnTo>
                  <a:pt x="415988" y="1954110"/>
                </a:lnTo>
                <a:lnTo>
                  <a:pt x="417245" y="1955368"/>
                </a:lnTo>
                <a:lnTo>
                  <a:pt x="418007" y="1955685"/>
                </a:lnTo>
                <a:lnTo>
                  <a:pt x="419785" y="1955685"/>
                </a:lnTo>
                <a:lnTo>
                  <a:pt x="420547" y="1955368"/>
                </a:lnTo>
                <a:lnTo>
                  <a:pt x="421805" y="1954110"/>
                </a:lnTo>
                <a:lnTo>
                  <a:pt x="422122" y="1953348"/>
                </a:lnTo>
                <a:lnTo>
                  <a:pt x="422122" y="1938667"/>
                </a:lnTo>
                <a:close/>
              </a:path>
              <a:path w="3331845" h="2440304">
                <a:moveTo>
                  <a:pt x="422122" y="1906384"/>
                </a:moveTo>
                <a:lnTo>
                  <a:pt x="421805" y="1905635"/>
                </a:lnTo>
                <a:lnTo>
                  <a:pt x="420547" y="1904365"/>
                </a:lnTo>
                <a:lnTo>
                  <a:pt x="419785" y="1904047"/>
                </a:lnTo>
                <a:lnTo>
                  <a:pt x="418007" y="1904047"/>
                </a:lnTo>
                <a:lnTo>
                  <a:pt x="417245" y="1904365"/>
                </a:lnTo>
                <a:lnTo>
                  <a:pt x="415988" y="1905635"/>
                </a:lnTo>
                <a:lnTo>
                  <a:pt x="415671" y="1906384"/>
                </a:lnTo>
                <a:lnTo>
                  <a:pt x="415671" y="1921078"/>
                </a:lnTo>
                <a:lnTo>
                  <a:pt x="415988" y="1921840"/>
                </a:lnTo>
                <a:lnTo>
                  <a:pt x="417245" y="1923097"/>
                </a:lnTo>
                <a:lnTo>
                  <a:pt x="418007" y="1923415"/>
                </a:lnTo>
                <a:lnTo>
                  <a:pt x="419785" y="1923415"/>
                </a:lnTo>
                <a:lnTo>
                  <a:pt x="420547" y="1923097"/>
                </a:lnTo>
                <a:lnTo>
                  <a:pt x="421805" y="1921840"/>
                </a:lnTo>
                <a:lnTo>
                  <a:pt x="422122" y="1921078"/>
                </a:lnTo>
                <a:lnTo>
                  <a:pt x="422122" y="1906384"/>
                </a:lnTo>
                <a:close/>
              </a:path>
              <a:path w="3331845" h="2440304">
                <a:moveTo>
                  <a:pt x="422122" y="1874113"/>
                </a:moveTo>
                <a:lnTo>
                  <a:pt x="421805" y="1873351"/>
                </a:lnTo>
                <a:lnTo>
                  <a:pt x="420547" y="1872094"/>
                </a:lnTo>
                <a:lnTo>
                  <a:pt x="419785" y="1871776"/>
                </a:lnTo>
                <a:lnTo>
                  <a:pt x="418007" y="1871776"/>
                </a:lnTo>
                <a:lnTo>
                  <a:pt x="417245" y="1872094"/>
                </a:lnTo>
                <a:lnTo>
                  <a:pt x="415988" y="1873351"/>
                </a:lnTo>
                <a:lnTo>
                  <a:pt x="415671" y="1874113"/>
                </a:lnTo>
                <a:lnTo>
                  <a:pt x="415671" y="1888807"/>
                </a:lnTo>
                <a:lnTo>
                  <a:pt x="415988" y="1889569"/>
                </a:lnTo>
                <a:lnTo>
                  <a:pt x="417245" y="1890826"/>
                </a:lnTo>
                <a:lnTo>
                  <a:pt x="418007" y="1891144"/>
                </a:lnTo>
                <a:lnTo>
                  <a:pt x="419785" y="1891144"/>
                </a:lnTo>
                <a:lnTo>
                  <a:pt x="420547" y="1890826"/>
                </a:lnTo>
                <a:lnTo>
                  <a:pt x="421805" y="1889569"/>
                </a:lnTo>
                <a:lnTo>
                  <a:pt x="422122" y="1888807"/>
                </a:lnTo>
                <a:lnTo>
                  <a:pt x="422122" y="1874113"/>
                </a:lnTo>
                <a:close/>
              </a:path>
              <a:path w="3331845" h="2440304">
                <a:moveTo>
                  <a:pt x="422122" y="1841842"/>
                </a:moveTo>
                <a:lnTo>
                  <a:pt x="421805" y="1841080"/>
                </a:lnTo>
                <a:lnTo>
                  <a:pt x="420547" y="1839823"/>
                </a:lnTo>
                <a:lnTo>
                  <a:pt x="419785" y="1839506"/>
                </a:lnTo>
                <a:lnTo>
                  <a:pt x="418007" y="1839506"/>
                </a:lnTo>
                <a:lnTo>
                  <a:pt x="417245" y="1839823"/>
                </a:lnTo>
                <a:lnTo>
                  <a:pt x="415988" y="1841080"/>
                </a:lnTo>
                <a:lnTo>
                  <a:pt x="415671" y="1841842"/>
                </a:lnTo>
                <a:lnTo>
                  <a:pt x="415671" y="1856536"/>
                </a:lnTo>
                <a:lnTo>
                  <a:pt x="415988" y="1857298"/>
                </a:lnTo>
                <a:lnTo>
                  <a:pt x="417245" y="1858556"/>
                </a:lnTo>
                <a:lnTo>
                  <a:pt x="418007" y="1858873"/>
                </a:lnTo>
                <a:lnTo>
                  <a:pt x="419785" y="1858873"/>
                </a:lnTo>
                <a:lnTo>
                  <a:pt x="420547" y="1858556"/>
                </a:lnTo>
                <a:lnTo>
                  <a:pt x="421805" y="1857298"/>
                </a:lnTo>
                <a:lnTo>
                  <a:pt x="422122" y="1856536"/>
                </a:lnTo>
                <a:lnTo>
                  <a:pt x="422122" y="1841842"/>
                </a:lnTo>
                <a:close/>
              </a:path>
              <a:path w="3331845" h="2440304">
                <a:moveTo>
                  <a:pt x="422122" y="1809572"/>
                </a:moveTo>
                <a:lnTo>
                  <a:pt x="421805" y="1808810"/>
                </a:lnTo>
                <a:lnTo>
                  <a:pt x="420547" y="1807552"/>
                </a:lnTo>
                <a:lnTo>
                  <a:pt x="419785" y="1807235"/>
                </a:lnTo>
                <a:lnTo>
                  <a:pt x="418007" y="1807235"/>
                </a:lnTo>
                <a:lnTo>
                  <a:pt x="417245" y="1807552"/>
                </a:lnTo>
                <a:lnTo>
                  <a:pt x="415988" y="1808810"/>
                </a:lnTo>
                <a:lnTo>
                  <a:pt x="415671" y="1809572"/>
                </a:lnTo>
                <a:lnTo>
                  <a:pt x="415671" y="1824266"/>
                </a:lnTo>
                <a:lnTo>
                  <a:pt x="415988" y="1825028"/>
                </a:lnTo>
                <a:lnTo>
                  <a:pt x="417245" y="1826285"/>
                </a:lnTo>
                <a:lnTo>
                  <a:pt x="418007" y="1826602"/>
                </a:lnTo>
                <a:lnTo>
                  <a:pt x="419785" y="1826602"/>
                </a:lnTo>
                <a:lnTo>
                  <a:pt x="420547" y="1826285"/>
                </a:lnTo>
                <a:lnTo>
                  <a:pt x="421805" y="1825028"/>
                </a:lnTo>
                <a:lnTo>
                  <a:pt x="422122" y="1824266"/>
                </a:lnTo>
                <a:lnTo>
                  <a:pt x="422122" y="1809572"/>
                </a:lnTo>
                <a:close/>
              </a:path>
              <a:path w="3331845" h="2440304">
                <a:moveTo>
                  <a:pt x="422122" y="1777301"/>
                </a:moveTo>
                <a:lnTo>
                  <a:pt x="421805" y="1776539"/>
                </a:lnTo>
                <a:lnTo>
                  <a:pt x="420547" y="1775282"/>
                </a:lnTo>
                <a:lnTo>
                  <a:pt x="419785" y="1774964"/>
                </a:lnTo>
                <a:lnTo>
                  <a:pt x="418007" y="1774964"/>
                </a:lnTo>
                <a:lnTo>
                  <a:pt x="417245" y="1775282"/>
                </a:lnTo>
                <a:lnTo>
                  <a:pt x="415988" y="1776539"/>
                </a:lnTo>
                <a:lnTo>
                  <a:pt x="415671" y="1777301"/>
                </a:lnTo>
                <a:lnTo>
                  <a:pt x="415671" y="1791995"/>
                </a:lnTo>
                <a:lnTo>
                  <a:pt x="415988" y="1792757"/>
                </a:lnTo>
                <a:lnTo>
                  <a:pt x="417245" y="1794014"/>
                </a:lnTo>
                <a:lnTo>
                  <a:pt x="418007" y="1794332"/>
                </a:lnTo>
                <a:lnTo>
                  <a:pt x="419785" y="1794332"/>
                </a:lnTo>
                <a:lnTo>
                  <a:pt x="420547" y="1794014"/>
                </a:lnTo>
                <a:lnTo>
                  <a:pt x="421805" y="1792757"/>
                </a:lnTo>
                <a:lnTo>
                  <a:pt x="422122" y="1791995"/>
                </a:lnTo>
                <a:lnTo>
                  <a:pt x="422122" y="1777301"/>
                </a:lnTo>
                <a:close/>
              </a:path>
              <a:path w="3331845" h="2440304">
                <a:moveTo>
                  <a:pt x="422122" y="1745030"/>
                </a:moveTo>
                <a:lnTo>
                  <a:pt x="421805" y="1744268"/>
                </a:lnTo>
                <a:lnTo>
                  <a:pt x="420547" y="1743011"/>
                </a:lnTo>
                <a:lnTo>
                  <a:pt x="419785" y="1742694"/>
                </a:lnTo>
                <a:lnTo>
                  <a:pt x="418007" y="1742694"/>
                </a:lnTo>
                <a:lnTo>
                  <a:pt x="417245" y="1743011"/>
                </a:lnTo>
                <a:lnTo>
                  <a:pt x="415988" y="1744268"/>
                </a:lnTo>
                <a:lnTo>
                  <a:pt x="415671" y="1745030"/>
                </a:lnTo>
                <a:lnTo>
                  <a:pt x="415671" y="1759724"/>
                </a:lnTo>
                <a:lnTo>
                  <a:pt x="415988" y="1760486"/>
                </a:lnTo>
                <a:lnTo>
                  <a:pt x="417245" y="1761744"/>
                </a:lnTo>
                <a:lnTo>
                  <a:pt x="418007" y="1762061"/>
                </a:lnTo>
                <a:lnTo>
                  <a:pt x="419785" y="1762061"/>
                </a:lnTo>
                <a:lnTo>
                  <a:pt x="420547" y="1761744"/>
                </a:lnTo>
                <a:lnTo>
                  <a:pt x="421805" y="1760486"/>
                </a:lnTo>
                <a:lnTo>
                  <a:pt x="422122" y="1759724"/>
                </a:lnTo>
                <a:lnTo>
                  <a:pt x="422122" y="1745030"/>
                </a:lnTo>
                <a:close/>
              </a:path>
              <a:path w="3331845" h="2440304">
                <a:moveTo>
                  <a:pt x="422122" y="1712760"/>
                </a:moveTo>
                <a:lnTo>
                  <a:pt x="421805" y="1711998"/>
                </a:lnTo>
                <a:lnTo>
                  <a:pt x="420547" y="1710740"/>
                </a:lnTo>
                <a:lnTo>
                  <a:pt x="419785" y="1710423"/>
                </a:lnTo>
                <a:lnTo>
                  <a:pt x="418007" y="1710423"/>
                </a:lnTo>
                <a:lnTo>
                  <a:pt x="417245" y="1710740"/>
                </a:lnTo>
                <a:lnTo>
                  <a:pt x="415988" y="1711998"/>
                </a:lnTo>
                <a:lnTo>
                  <a:pt x="415671" y="1712760"/>
                </a:lnTo>
                <a:lnTo>
                  <a:pt x="415671" y="1727454"/>
                </a:lnTo>
                <a:lnTo>
                  <a:pt x="415988" y="1728203"/>
                </a:lnTo>
                <a:lnTo>
                  <a:pt x="417245" y="1729473"/>
                </a:lnTo>
                <a:lnTo>
                  <a:pt x="418007" y="1729778"/>
                </a:lnTo>
                <a:lnTo>
                  <a:pt x="419785" y="1729778"/>
                </a:lnTo>
                <a:lnTo>
                  <a:pt x="420547" y="1729473"/>
                </a:lnTo>
                <a:lnTo>
                  <a:pt x="421805" y="1728203"/>
                </a:lnTo>
                <a:lnTo>
                  <a:pt x="422122" y="1727454"/>
                </a:lnTo>
                <a:lnTo>
                  <a:pt x="422122" y="1712760"/>
                </a:lnTo>
                <a:close/>
              </a:path>
              <a:path w="3331845" h="2440304">
                <a:moveTo>
                  <a:pt x="422122" y="1680489"/>
                </a:moveTo>
                <a:lnTo>
                  <a:pt x="421805" y="1679727"/>
                </a:lnTo>
                <a:lnTo>
                  <a:pt x="420547" y="1678457"/>
                </a:lnTo>
                <a:lnTo>
                  <a:pt x="419785" y="1678152"/>
                </a:lnTo>
                <a:lnTo>
                  <a:pt x="418007" y="1678152"/>
                </a:lnTo>
                <a:lnTo>
                  <a:pt x="417245" y="1678457"/>
                </a:lnTo>
                <a:lnTo>
                  <a:pt x="415988" y="1679727"/>
                </a:lnTo>
                <a:lnTo>
                  <a:pt x="415671" y="1680489"/>
                </a:lnTo>
                <a:lnTo>
                  <a:pt x="415671" y="1695170"/>
                </a:lnTo>
                <a:lnTo>
                  <a:pt x="415988" y="1695932"/>
                </a:lnTo>
                <a:lnTo>
                  <a:pt x="417245" y="1697202"/>
                </a:lnTo>
                <a:lnTo>
                  <a:pt x="418007" y="1697507"/>
                </a:lnTo>
                <a:lnTo>
                  <a:pt x="419785" y="1697507"/>
                </a:lnTo>
                <a:lnTo>
                  <a:pt x="420547" y="1697202"/>
                </a:lnTo>
                <a:lnTo>
                  <a:pt x="421805" y="1695932"/>
                </a:lnTo>
                <a:lnTo>
                  <a:pt x="422122" y="1695170"/>
                </a:lnTo>
                <a:lnTo>
                  <a:pt x="422122" y="1680489"/>
                </a:lnTo>
                <a:close/>
              </a:path>
              <a:path w="3331845" h="2440304">
                <a:moveTo>
                  <a:pt x="422122" y="1648206"/>
                </a:moveTo>
                <a:lnTo>
                  <a:pt x="421805" y="1647456"/>
                </a:lnTo>
                <a:lnTo>
                  <a:pt x="420547" y="1646186"/>
                </a:lnTo>
                <a:lnTo>
                  <a:pt x="419785" y="1645881"/>
                </a:lnTo>
                <a:lnTo>
                  <a:pt x="418007" y="1645881"/>
                </a:lnTo>
                <a:lnTo>
                  <a:pt x="417245" y="1646186"/>
                </a:lnTo>
                <a:lnTo>
                  <a:pt x="415988" y="1647456"/>
                </a:lnTo>
                <a:lnTo>
                  <a:pt x="415671" y="1648206"/>
                </a:lnTo>
                <a:lnTo>
                  <a:pt x="415671" y="1662899"/>
                </a:lnTo>
                <a:lnTo>
                  <a:pt x="415988" y="1663661"/>
                </a:lnTo>
                <a:lnTo>
                  <a:pt x="417245" y="1664919"/>
                </a:lnTo>
                <a:lnTo>
                  <a:pt x="418007" y="1665236"/>
                </a:lnTo>
                <a:lnTo>
                  <a:pt x="419785" y="1665236"/>
                </a:lnTo>
                <a:lnTo>
                  <a:pt x="420547" y="1664919"/>
                </a:lnTo>
                <a:lnTo>
                  <a:pt x="421805" y="1663661"/>
                </a:lnTo>
                <a:lnTo>
                  <a:pt x="422122" y="1662899"/>
                </a:lnTo>
                <a:lnTo>
                  <a:pt x="422122" y="1648206"/>
                </a:lnTo>
                <a:close/>
              </a:path>
              <a:path w="3331845" h="2440304">
                <a:moveTo>
                  <a:pt x="422122" y="1615935"/>
                </a:moveTo>
                <a:lnTo>
                  <a:pt x="421805" y="1615173"/>
                </a:lnTo>
                <a:lnTo>
                  <a:pt x="420547" y="1613916"/>
                </a:lnTo>
                <a:lnTo>
                  <a:pt x="419785" y="1613598"/>
                </a:lnTo>
                <a:lnTo>
                  <a:pt x="418007" y="1613598"/>
                </a:lnTo>
                <a:lnTo>
                  <a:pt x="417245" y="1613916"/>
                </a:lnTo>
                <a:lnTo>
                  <a:pt x="415988" y="1615173"/>
                </a:lnTo>
                <a:lnTo>
                  <a:pt x="415671" y="1615935"/>
                </a:lnTo>
                <a:lnTo>
                  <a:pt x="415671" y="1630629"/>
                </a:lnTo>
                <a:lnTo>
                  <a:pt x="415988" y="1631391"/>
                </a:lnTo>
                <a:lnTo>
                  <a:pt x="417245" y="1632648"/>
                </a:lnTo>
                <a:lnTo>
                  <a:pt x="418007" y="1632966"/>
                </a:lnTo>
                <a:lnTo>
                  <a:pt x="419785" y="1632966"/>
                </a:lnTo>
                <a:lnTo>
                  <a:pt x="420547" y="1632648"/>
                </a:lnTo>
                <a:lnTo>
                  <a:pt x="421805" y="1631391"/>
                </a:lnTo>
                <a:lnTo>
                  <a:pt x="422122" y="1630629"/>
                </a:lnTo>
                <a:lnTo>
                  <a:pt x="422122" y="1615935"/>
                </a:lnTo>
                <a:close/>
              </a:path>
              <a:path w="3331845" h="2440304">
                <a:moveTo>
                  <a:pt x="422122" y="1583664"/>
                </a:moveTo>
                <a:lnTo>
                  <a:pt x="421805" y="1582902"/>
                </a:lnTo>
                <a:lnTo>
                  <a:pt x="420547" y="1581645"/>
                </a:lnTo>
                <a:lnTo>
                  <a:pt x="419785" y="1581327"/>
                </a:lnTo>
                <a:lnTo>
                  <a:pt x="418007" y="1581327"/>
                </a:lnTo>
                <a:lnTo>
                  <a:pt x="417245" y="1581645"/>
                </a:lnTo>
                <a:lnTo>
                  <a:pt x="415988" y="1582902"/>
                </a:lnTo>
                <a:lnTo>
                  <a:pt x="415671" y="1583664"/>
                </a:lnTo>
                <a:lnTo>
                  <a:pt x="415671" y="1598358"/>
                </a:lnTo>
                <a:lnTo>
                  <a:pt x="415988" y="1599120"/>
                </a:lnTo>
                <a:lnTo>
                  <a:pt x="417245" y="1600377"/>
                </a:lnTo>
                <a:lnTo>
                  <a:pt x="418007" y="1600695"/>
                </a:lnTo>
                <a:lnTo>
                  <a:pt x="419785" y="1600695"/>
                </a:lnTo>
                <a:lnTo>
                  <a:pt x="420547" y="1600377"/>
                </a:lnTo>
                <a:lnTo>
                  <a:pt x="421805" y="1599120"/>
                </a:lnTo>
                <a:lnTo>
                  <a:pt x="422122" y="1598358"/>
                </a:lnTo>
                <a:lnTo>
                  <a:pt x="422122" y="1583664"/>
                </a:lnTo>
                <a:close/>
              </a:path>
              <a:path w="3331845" h="2440304">
                <a:moveTo>
                  <a:pt x="422122" y="1551393"/>
                </a:moveTo>
                <a:lnTo>
                  <a:pt x="421805" y="1550631"/>
                </a:lnTo>
                <a:lnTo>
                  <a:pt x="420547" y="1549374"/>
                </a:lnTo>
                <a:lnTo>
                  <a:pt x="419785" y="1549057"/>
                </a:lnTo>
                <a:lnTo>
                  <a:pt x="418007" y="1549057"/>
                </a:lnTo>
                <a:lnTo>
                  <a:pt x="417245" y="1549374"/>
                </a:lnTo>
                <a:lnTo>
                  <a:pt x="415988" y="1550631"/>
                </a:lnTo>
                <a:lnTo>
                  <a:pt x="415671" y="1551393"/>
                </a:lnTo>
                <a:lnTo>
                  <a:pt x="415671" y="1566087"/>
                </a:lnTo>
                <a:lnTo>
                  <a:pt x="415988" y="1566849"/>
                </a:lnTo>
                <a:lnTo>
                  <a:pt x="417245" y="1568107"/>
                </a:lnTo>
                <a:lnTo>
                  <a:pt x="418007" y="1568424"/>
                </a:lnTo>
                <a:lnTo>
                  <a:pt x="419785" y="1568424"/>
                </a:lnTo>
                <a:lnTo>
                  <a:pt x="420547" y="1568107"/>
                </a:lnTo>
                <a:lnTo>
                  <a:pt x="421805" y="1566849"/>
                </a:lnTo>
                <a:lnTo>
                  <a:pt x="422122" y="1566087"/>
                </a:lnTo>
                <a:lnTo>
                  <a:pt x="422122" y="1551393"/>
                </a:lnTo>
                <a:close/>
              </a:path>
              <a:path w="3331845" h="2440304">
                <a:moveTo>
                  <a:pt x="422122" y="1519123"/>
                </a:moveTo>
                <a:lnTo>
                  <a:pt x="421805" y="1518361"/>
                </a:lnTo>
                <a:lnTo>
                  <a:pt x="420547" y="1517103"/>
                </a:lnTo>
                <a:lnTo>
                  <a:pt x="419785" y="1516786"/>
                </a:lnTo>
                <a:lnTo>
                  <a:pt x="418007" y="1516786"/>
                </a:lnTo>
                <a:lnTo>
                  <a:pt x="417245" y="1517103"/>
                </a:lnTo>
                <a:lnTo>
                  <a:pt x="415988" y="1518361"/>
                </a:lnTo>
                <a:lnTo>
                  <a:pt x="415671" y="1519123"/>
                </a:lnTo>
                <a:lnTo>
                  <a:pt x="415671" y="1533817"/>
                </a:lnTo>
                <a:lnTo>
                  <a:pt x="415988" y="1534579"/>
                </a:lnTo>
                <a:lnTo>
                  <a:pt x="417245" y="1535836"/>
                </a:lnTo>
                <a:lnTo>
                  <a:pt x="418007" y="1536153"/>
                </a:lnTo>
                <a:lnTo>
                  <a:pt x="419785" y="1536153"/>
                </a:lnTo>
                <a:lnTo>
                  <a:pt x="420547" y="1535836"/>
                </a:lnTo>
                <a:lnTo>
                  <a:pt x="421805" y="1534579"/>
                </a:lnTo>
                <a:lnTo>
                  <a:pt x="422122" y="1533817"/>
                </a:lnTo>
                <a:lnTo>
                  <a:pt x="422122" y="1519123"/>
                </a:lnTo>
                <a:close/>
              </a:path>
              <a:path w="3331845" h="2440304">
                <a:moveTo>
                  <a:pt x="422122" y="1486852"/>
                </a:moveTo>
                <a:lnTo>
                  <a:pt x="421805" y="1486090"/>
                </a:lnTo>
                <a:lnTo>
                  <a:pt x="420547" y="1484833"/>
                </a:lnTo>
                <a:lnTo>
                  <a:pt x="419785" y="1484515"/>
                </a:lnTo>
                <a:lnTo>
                  <a:pt x="418007" y="1484515"/>
                </a:lnTo>
                <a:lnTo>
                  <a:pt x="417245" y="1484833"/>
                </a:lnTo>
                <a:lnTo>
                  <a:pt x="415988" y="1486090"/>
                </a:lnTo>
                <a:lnTo>
                  <a:pt x="415671" y="1486852"/>
                </a:lnTo>
                <a:lnTo>
                  <a:pt x="415671" y="1501546"/>
                </a:lnTo>
                <a:lnTo>
                  <a:pt x="415988" y="1502308"/>
                </a:lnTo>
                <a:lnTo>
                  <a:pt x="417245" y="1503565"/>
                </a:lnTo>
                <a:lnTo>
                  <a:pt x="418007" y="1503883"/>
                </a:lnTo>
                <a:lnTo>
                  <a:pt x="419785" y="1503883"/>
                </a:lnTo>
                <a:lnTo>
                  <a:pt x="420547" y="1503565"/>
                </a:lnTo>
                <a:lnTo>
                  <a:pt x="421805" y="1502308"/>
                </a:lnTo>
                <a:lnTo>
                  <a:pt x="422122" y="1501546"/>
                </a:lnTo>
                <a:lnTo>
                  <a:pt x="422122" y="1486852"/>
                </a:lnTo>
                <a:close/>
              </a:path>
              <a:path w="3331845" h="2440304">
                <a:moveTo>
                  <a:pt x="422122" y="1454581"/>
                </a:moveTo>
                <a:lnTo>
                  <a:pt x="421805" y="1453819"/>
                </a:lnTo>
                <a:lnTo>
                  <a:pt x="420547" y="1452562"/>
                </a:lnTo>
                <a:lnTo>
                  <a:pt x="419785" y="1452245"/>
                </a:lnTo>
                <a:lnTo>
                  <a:pt x="418007" y="1452245"/>
                </a:lnTo>
                <a:lnTo>
                  <a:pt x="417245" y="1452562"/>
                </a:lnTo>
                <a:lnTo>
                  <a:pt x="415988" y="1453819"/>
                </a:lnTo>
                <a:lnTo>
                  <a:pt x="415671" y="1454581"/>
                </a:lnTo>
                <a:lnTo>
                  <a:pt x="415671" y="1469275"/>
                </a:lnTo>
                <a:lnTo>
                  <a:pt x="415988" y="1470025"/>
                </a:lnTo>
                <a:lnTo>
                  <a:pt x="417245" y="1471295"/>
                </a:lnTo>
                <a:lnTo>
                  <a:pt x="418007" y="1471612"/>
                </a:lnTo>
                <a:lnTo>
                  <a:pt x="419785" y="1471612"/>
                </a:lnTo>
                <a:lnTo>
                  <a:pt x="420547" y="1471295"/>
                </a:lnTo>
                <a:lnTo>
                  <a:pt x="421805" y="1470025"/>
                </a:lnTo>
                <a:lnTo>
                  <a:pt x="422122" y="1469275"/>
                </a:lnTo>
                <a:lnTo>
                  <a:pt x="422122" y="1454581"/>
                </a:lnTo>
                <a:close/>
              </a:path>
              <a:path w="3331845" h="2440304">
                <a:moveTo>
                  <a:pt x="422122" y="1422311"/>
                </a:moveTo>
                <a:lnTo>
                  <a:pt x="421805" y="1421549"/>
                </a:lnTo>
                <a:lnTo>
                  <a:pt x="420547" y="1420291"/>
                </a:lnTo>
                <a:lnTo>
                  <a:pt x="419785" y="1419974"/>
                </a:lnTo>
                <a:lnTo>
                  <a:pt x="418007" y="1419974"/>
                </a:lnTo>
                <a:lnTo>
                  <a:pt x="417245" y="1420291"/>
                </a:lnTo>
                <a:lnTo>
                  <a:pt x="415988" y="1421549"/>
                </a:lnTo>
                <a:lnTo>
                  <a:pt x="415671" y="1422311"/>
                </a:lnTo>
                <a:lnTo>
                  <a:pt x="415671" y="1436992"/>
                </a:lnTo>
                <a:lnTo>
                  <a:pt x="415988" y="1437754"/>
                </a:lnTo>
                <a:lnTo>
                  <a:pt x="417245" y="1439024"/>
                </a:lnTo>
                <a:lnTo>
                  <a:pt x="418007" y="1439329"/>
                </a:lnTo>
                <a:lnTo>
                  <a:pt x="419785" y="1439329"/>
                </a:lnTo>
                <a:lnTo>
                  <a:pt x="420547" y="1439024"/>
                </a:lnTo>
                <a:lnTo>
                  <a:pt x="421805" y="1437754"/>
                </a:lnTo>
                <a:lnTo>
                  <a:pt x="422122" y="1436992"/>
                </a:lnTo>
                <a:lnTo>
                  <a:pt x="422122" y="1422311"/>
                </a:lnTo>
                <a:close/>
              </a:path>
              <a:path w="3331845" h="2440304">
                <a:moveTo>
                  <a:pt x="422122" y="1390040"/>
                </a:moveTo>
                <a:lnTo>
                  <a:pt x="421805" y="1389278"/>
                </a:lnTo>
                <a:lnTo>
                  <a:pt x="420547" y="1388008"/>
                </a:lnTo>
                <a:lnTo>
                  <a:pt x="419785" y="1387703"/>
                </a:lnTo>
                <a:lnTo>
                  <a:pt x="418007" y="1387703"/>
                </a:lnTo>
                <a:lnTo>
                  <a:pt x="417245" y="1388008"/>
                </a:lnTo>
                <a:lnTo>
                  <a:pt x="415988" y="1389278"/>
                </a:lnTo>
                <a:lnTo>
                  <a:pt x="415671" y="1390040"/>
                </a:lnTo>
                <a:lnTo>
                  <a:pt x="415671" y="1404721"/>
                </a:lnTo>
                <a:lnTo>
                  <a:pt x="415988" y="1405483"/>
                </a:lnTo>
                <a:lnTo>
                  <a:pt x="417245" y="1406740"/>
                </a:lnTo>
                <a:lnTo>
                  <a:pt x="418007" y="1407058"/>
                </a:lnTo>
                <a:lnTo>
                  <a:pt x="419785" y="1407058"/>
                </a:lnTo>
                <a:lnTo>
                  <a:pt x="420547" y="1406740"/>
                </a:lnTo>
                <a:lnTo>
                  <a:pt x="421805" y="1405483"/>
                </a:lnTo>
                <a:lnTo>
                  <a:pt x="422122" y="1404721"/>
                </a:lnTo>
                <a:lnTo>
                  <a:pt x="422122" y="1390040"/>
                </a:lnTo>
                <a:close/>
              </a:path>
              <a:path w="3331845" h="2440304">
                <a:moveTo>
                  <a:pt x="422122" y="1357757"/>
                </a:moveTo>
                <a:lnTo>
                  <a:pt x="421805" y="1357007"/>
                </a:lnTo>
                <a:lnTo>
                  <a:pt x="420547" y="1355737"/>
                </a:lnTo>
                <a:lnTo>
                  <a:pt x="419785" y="1355420"/>
                </a:lnTo>
                <a:lnTo>
                  <a:pt x="418007" y="1355420"/>
                </a:lnTo>
                <a:lnTo>
                  <a:pt x="417245" y="1355737"/>
                </a:lnTo>
                <a:lnTo>
                  <a:pt x="415988" y="1357007"/>
                </a:lnTo>
                <a:lnTo>
                  <a:pt x="415671" y="1357757"/>
                </a:lnTo>
                <a:lnTo>
                  <a:pt x="415671" y="1372450"/>
                </a:lnTo>
                <a:lnTo>
                  <a:pt x="415988" y="1373212"/>
                </a:lnTo>
                <a:lnTo>
                  <a:pt x="417245" y="1374470"/>
                </a:lnTo>
                <a:lnTo>
                  <a:pt x="418007" y="1374787"/>
                </a:lnTo>
                <a:lnTo>
                  <a:pt x="419785" y="1374787"/>
                </a:lnTo>
                <a:lnTo>
                  <a:pt x="420547" y="1374470"/>
                </a:lnTo>
                <a:lnTo>
                  <a:pt x="421805" y="1373212"/>
                </a:lnTo>
                <a:lnTo>
                  <a:pt x="422122" y="1372450"/>
                </a:lnTo>
                <a:lnTo>
                  <a:pt x="422122" y="1357757"/>
                </a:lnTo>
                <a:close/>
              </a:path>
              <a:path w="3331845" h="2440304">
                <a:moveTo>
                  <a:pt x="422122" y="1325486"/>
                </a:moveTo>
                <a:lnTo>
                  <a:pt x="421805" y="1324724"/>
                </a:lnTo>
                <a:lnTo>
                  <a:pt x="420547" y="1323467"/>
                </a:lnTo>
                <a:lnTo>
                  <a:pt x="419785" y="1323149"/>
                </a:lnTo>
                <a:lnTo>
                  <a:pt x="418007" y="1323149"/>
                </a:lnTo>
                <a:lnTo>
                  <a:pt x="417245" y="1323467"/>
                </a:lnTo>
                <a:lnTo>
                  <a:pt x="415988" y="1324724"/>
                </a:lnTo>
                <a:lnTo>
                  <a:pt x="415671" y="1325486"/>
                </a:lnTo>
                <a:lnTo>
                  <a:pt x="415671" y="1340180"/>
                </a:lnTo>
                <a:lnTo>
                  <a:pt x="415988" y="1340942"/>
                </a:lnTo>
                <a:lnTo>
                  <a:pt x="417245" y="1342199"/>
                </a:lnTo>
                <a:lnTo>
                  <a:pt x="418007" y="1342517"/>
                </a:lnTo>
                <a:lnTo>
                  <a:pt x="419785" y="1342517"/>
                </a:lnTo>
                <a:lnTo>
                  <a:pt x="420547" y="1342199"/>
                </a:lnTo>
                <a:lnTo>
                  <a:pt x="421805" y="1340942"/>
                </a:lnTo>
                <a:lnTo>
                  <a:pt x="422122" y="1340180"/>
                </a:lnTo>
                <a:lnTo>
                  <a:pt x="422122" y="1325486"/>
                </a:lnTo>
                <a:close/>
              </a:path>
              <a:path w="3331845" h="2440304">
                <a:moveTo>
                  <a:pt x="422122" y="1293215"/>
                </a:moveTo>
                <a:lnTo>
                  <a:pt x="421805" y="1292453"/>
                </a:lnTo>
                <a:lnTo>
                  <a:pt x="420547" y="1291196"/>
                </a:lnTo>
                <a:lnTo>
                  <a:pt x="419785" y="1290878"/>
                </a:lnTo>
                <a:lnTo>
                  <a:pt x="418007" y="1290878"/>
                </a:lnTo>
                <a:lnTo>
                  <a:pt x="417245" y="1291196"/>
                </a:lnTo>
                <a:lnTo>
                  <a:pt x="415988" y="1292453"/>
                </a:lnTo>
                <a:lnTo>
                  <a:pt x="415671" y="1293215"/>
                </a:lnTo>
                <a:lnTo>
                  <a:pt x="415671" y="1307909"/>
                </a:lnTo>
                <a:lnTo>
                  <a:pt x="415988" y="1308671"/>
                </a:lnTo>
                <a:lnTo>
                  <a:pt x="417245" y="1309928"/>
                </a:lnTo>
                <a:lnTo>
                  <a:pt x="418007" y="1310246"/>
                </a:lnTo>
                <a:lnTo>
                  <a:pt x="419785" y="1310246"/>
                </a:lnTo>
                <a:lnTo>
                  <a:pt x="420547" y="1309928"/>
                </a:lnTo>
                <a:lnTo>
                  <a:pt x="421805" y="1308671"/>
                </a:lnTo>
                <a:lnTo>
                  <a:pt x="422122" y="1307909"/>
                </a:lnTo>
                <a:lnTo>
                  <a:pt x="422122" y="1293215"/>
                </a:lnTo>
                <a:close/>
              </a:path>
              <a:path w="3331845" h="2440304">
                <a:moveTo>
                  <a:pt x="422122" y="1260944"/>
                </a:moveTo>
                <a:lnTo>
                  <a:pt x="421805" y="1260182"/>
                </a:lnTo>
                <a:lnTo>
                  <a:pt x="420547" y="1258925"/>
                </a:lnTo>
                <a:lnTo>
                  <a:pt x="419785" y="1258608"/>
                </a:lnTo>
                <a:lnTo>
                  <a:pt x="418007" y="1258608"/>
                </a:lnTo>
                <a:lnTo>
                  <a:pt x="417245" y="1258925"/>
                </a:lnTo>
                <a:lnTo>
                  <a:pt x="415988" y="1260182"/>
                </a:lnTo>
                <a:lnTo>
                  <a:pt x="415671" y="1260944"/>
                </a:lnTo>
                <a:lnTo>
                  <a:pt x="415671" y="1275638"/>
                </a:lnTo>
                <a:lnTo>
                  <a:pt x="415988" y="1276400"/>
                </a:lnTo>
                <a:lnTo>
                  <a:pt x="417245" y="1277658"/>
                </a:lnTo>
                <a:lnTo>
                  <a:pt x="418007" y="1277975"/>
                </a:lnTo>
                <a:lnTo>
                  <a:pt x="419785" y="1277975"/>
                </a:lnTo>
                <a:lnTo>
                  <a:pt x="420547" y="1277658"/>
                </a:lnTo>
                <a:lnTo>
                  <a:pt x="421805" y="1276400"/>
                </a:lnTo>
                <a:lnTo>
                  <a:pt x="422122" y="1275638"/>
                </a:lnTo>
                <a:lnTo>
                  <a:pt x="422122" y="1260944"/>
                </a:lnTo>
                <a:close/>
              </a:path>
              <a:path w="3331845" h="2440304">
                <a:moveTo>
                  <a:pt x="422122" y="1228674"/>
                </a:moveTo>
                <a:lnTo>
                  <a:pt x="421805" y="1227912"/>
                </a:lnTo>
                <a:lnTo>
                  <a:pt x="420547" y="1226654"/>
                </a:lnTo>
                <a:lnTo>
                  <a:pt x="419785" y="1226337"/>
                </a:lnTo>
                <a:lnTo>
                  <a:pt x="418007" y="1226337"/>
                </a:lnTo>
                <a:lnTo>
                  <a:pt x="417245" y="1226654"/>
                </a:lnTo>
                <a:lnTo>
                  <a:pt x="415988" y="1227912"/>
                </a:lnTo>
                <a:lnTo>
                  <a:pt x="415671" y="1228674"/>
                </a:lnTo>
                <a:lnTo>
                  <a:pt x="415671" y="1243368"/>
                </a:lnTo>
                <a:lnTo>
                  <a:pt x="415988" y="1244130"/>
                </a:lnTo>
                <a:lnTo>
                  <a:pt x="417245" y="1245387"/>
                </a:lnTo>
                <a:lnTo>
                  <a:pt x="418007" y="1245704"/>
                </a:lnTo>
                <a:lnTo>
                  <a:pt x="419785" y="1245704"/>
                </a:lnTo>
                <a:lnTo>
                  <a:pt x="420547" y="1245387"/>
                </a:lnTo>
                <a:lnTo>
                  <a:pt x="421805" y="1244130"/>
                </a:lnTo>
                <a:lnTo>
                  <a:pt x="422122" y="1243368"/>
                </a:lnTo>
                <a:lnTo>
                  <a:pt x="422122" y="1228674"/>
                </a:lnTo>
                <a:close/>
              </a:path>
              <a:path w="3331845" h="2440304">
                <a:moveTo>
                  <a:pt x="422122" y="1196403"/>
                </a:moveTo>
                <a:lnTo>
                  <a:pt x="421805" y="1195641"/>
                </a:lnTo>
                <a:lnTo>
                  <a:pt x="420547" y="1194384"/>
                </a:lnTo>
                <a:lnTo>
                  <a:pt x="419785" y="1194066"/>
                </a:lnTo>
                <a:lnTo>
                  <a:pt x="418007" y="1194066"/>
                </a:lnTo>
                <a:lnTo>
                  <a:pt x="417245" y="1194384"/>
                </a:lnTo>
                <a:lnTo>
                  <a:pt x="415988" y="1195641"/>
                </a:lnTo>
                <a:lnTo>
                  <a:pt x="415671" y="1196403"/>
                </a:lnTo>
                <a:lnTo>
                  <a:pt x="415671" y="1211097"/>
                </a:lnTo>
                <a:lnTo>
                  <a:pt x="415988" y="1211859"/>
                </a:lnTo>
                <a:lnTo>
                  <a:pt x="417245" y="1213116"/>
                </a:lnTo>
                <a:lnTo>
                  <a:pt x="418007" y="1213434"/>
                </a:lnTo>
                <a:lnTo>
                  <a:pt x="419785" y="1213434"/>
                </a:lnTo>
                <a:lnTo>
                  <a:pt x="420547" y="1213116"/>
                </a:lnTo>
                <a:lnTo>
                  <a:pt x="421805" y="1211859"/>
                </a:lnTo>
                <a:lnTo>
                  <a:pt x="422122" y="1211097"/>
                </a:lnTo>
                <a:lnTo>
                  <a:pt x="422122" y="1196403"/>
                </a:lnTo>
                <a:close/>
              </a:path>
              <a:path w="3331845" h="2440304">
                <a:moveTo>
                  <a:pt x="422122" y="1164132"/>
                </a:moveTo>
                <a:lnTo>
                  <a:pt x="421805" y="1163370"/>
                </a:lnTo>
                <a:lnTo>
                  <a:pt x="420547" y="1162113"/>
                </a:lnTo>
                <a:lnTo>
                  <a:pt x="419785" y="1161796"/>
                </a:lnTo>
                <a:lnTo>
                  <a:pt x="418007" y="1161796"/>
                </a:lnTo>
                <a:lnTo>
                  <a:pt x="417245" y="1162113"/>
                </a:lnTo>
                <a:lnTo>
                  <a:pt x="415988" y="1163370"/>
                </a:lnTo>
                <a:lnTo>
                  <a:pt x="415671" y="1164132"/>
                </a:lnTo>
                <a:lnTo>
                  <a:pt x="415671" y="1178826"/>
                </a:lnTo>
                <a:lnTo>
                  <a:pt x="415988" y="1179576"/>
                </a:lnTo>
                <a:lnTo>
                  <a:pt x="417245" y="1180846"/>
                </a:lnTo>
                <a:lnTo>
                  <a:pt x="418007" y="1181150"/>
                </a:lnTo>
                <a:lnTo>
                  <a:pt x="419785" y="1181150"/>
                </a:lnTo>
                <a:lnTo>
                  <a:pt x="420547" y="1180846"/>
                </a:lnTo>
                <a:lnTo>
                  <a:pt x="421805" y="1179576"/>
                </a:lnTo>
                <a:lnTo>
                  <a:pt x="422122" y="1178826"/>
                </a:lnTo>
                <a:lnTo>
                  <a:pt x="422122" y="1164132"/>
                </a:lnTo>
                <a:close/>
              </a:path>
              <a:path w="3331845" h="2440304">
                <a:moveTo>
                  <a:pt x="422122" y="1131862"/>
                </a:moveTo>
                <a:lnTo>
                  <a:pt x="421805" y="1131100"/>
                </a:lnTo>
                <a:lnTo>
                  <a:pt x="420547" y="1129830"/>
                </a:lnTo>
                <a:lnTo>
                  <a:pt x="419785" y="1129525"/>
                </a:lnTo>
                <a:lnTo>
                  <a:pt x="418007" y="1129525"/>
                </a:lnTo>
                <a:lnTo>
                  <a:pt x="417245" y="1129830"/>
                </a:lnTo>
                <a:lnTo>
                  <a:pt x="415988" y="1131100"/>
                </a:lnTo>
                <a:lnTo>
                  <a:pt x="415671" y="1131862"/>
                </a:lnTo>
                <a:lnTo>
                  <a:pt x="415671" y="1146543"/>
                </a:lnTo>
                <a:lnTo>
                  <a:pt x="415988" y="1147305"/>
                </a:lnTo>
                <a:lnTo>
                  <a:pt x="417245" y="1148575"/>
                </a:lnTo>
                <a:lnTo>
                  <a:pt x="418007" y="1148880"/>
                </a:lnTo>
                <a:lnTo>
                  <a:pt x="419785" y="1148880"/>
                </a:lnTo>
                <a:lnTo>
                  <a:pt x="420547" y="1148575"/>
                </a:lnTo>
                <a:lnTo>
                  <a:pt x="421805" y="1147305"/>
                </a:lnTo>
                <a:lnTo>
                  <a:pt x="422122" y="1146543"/>
                </a:lnTo>
                <a:lnTo>
                  <a:pt x="422122" y="1131862"/>
                </a:lnTo>
                <a:close/>
              </a:path>
              <a:path w="3331845" h="2440304">
                <a:moveTo>
                  <a:pt x="422122" y="1099578"/>
                </a:moveTo>
                <a:lnTo>
                  <a:pt x="421805" y="1098829"/>
                </a:lnTo>
                <a:lnTo>
                  <a:pt x="420547" y="1097559"/>
                </a:lnTo>
                <a:lnTo>
                  <a:pt x="419785" y="1097254"/>
                </a:lnTo>
                <a:lnTo>
                  <a:pt x="418007" y="1097254"/>
                </a:lnTo>
                <a:lnTo>
                  <a:pt x="417245" y="1097559"/>
                </a:lnTo>
                <a:lnTo>
                  <a:pt x="415988" y="1098829"/>
                </a:lnTo>
                <a:lnTo>
                  <a:pt x="415671" y="1099578"/>
                </a:lnTo>
                <a:lnTo>
                  <a:pt x="415671" y="1114272"/>
                </a:lnTo>
                <a:lnTo>
                  <a:pt x="415988" y="1115034"/>
                </a:lnTo>
                <a:lnTo>
                  <a:pt x="417245" y="1116291"/>
                </a:lnTo>
                <a:lnTo>
                  <a:pt x="418007" y="1116609"/>
                </a:lnTo>
                <a:lnTo>
                  <a:pt x="419785" y="1116609"/>
                </a:lnTo>
                <a:lnTo>
                  <a:pt x="420547" y="1116291"/>
                </a:lnTo>
                <a:lnTo>
                  <a:pt x="421805" y="1115034"/>
                </a:lnTo>
                <a:lnTo>
                  <a:pt x="422122" y="1114272"/>
                </a:lnTo>
                <a:lnTo>
                  <a:pt x="422122" y="1099578"/>
                </a:lnTo>
                <a:close/>
              </a:path>
              <a:path w="3331845" h="2440304">
                <a:moveTo>
                  <a:pt x="422122" y="1067308"/>
                </a:moveTo>
                <a:lnTo>
                  <a:pt x="421805" y="1066546"/>
                </a:lnTo>
                <a:lnTo>
                  <a:pt x="420547" y="1065288"/>
                </a:lnTo>
                <a:lnTo>
                  <a:pt x="419785" y="1064971"/>
                </a:lnTo>
                <a:lnTo>
                  <a:pt x="418007" y="1064971"/>
                </a:lnTo>
                <a:lnTo>
                  <a:pt x="417245" y="1065288"/>
                </a:lnTo>
                <a:lnTo>
                  <a:pt x="415988" y="1066546"/>
                </a:lnTo>
                <a:lnTo>
                  <a:pt x="415671" y="1067308"/>
                </a:lnTo>
                <a:lnTo>
                  <a:pt x="415671" y="1082001"/>
                </a:lnTo>
                <a:lnTo>
                  <a:pt x="415988" y="1082763"/>
                </a:lnTo>
                <a:lnTo>
                  <a:pt x="417245" y="1084021"/>
                </a:lnTo>
                <a:lnTo>
                  <a:pt x="418007" y="1084338"/>
                </a:lnTo>
                <a:lnTo>
                  <a:pt x="419785" y="1084338"/>
                </a:lnTo>
                <a:lnTo>
                  <a:pt x="420547" y="1084021"/>
                </a:lnTo>
                <a:lnTo>
                  <a:pt x="421805" y="1082763"/>
                </a:lnTo>
                <a:lnTo>
                  <a:pt x="422122" y="1082001"/>
                </a:lnTo>
                <a:lnTo>
                  <a:pt x="422122" y="1067308"/>
                </a:lnTo>
                <a:close/>
              </a:path>
              <a:path w="3331845" h="2440304">
                <a:moveTo>
                  <a:pt x="422122" y="1035037"/>
                </a:moveTo>
                <a:lnTo>
                  <a:pt x="421805" y="1034275"/>
                </a:lnTo>
                <a:lnTo>
                  <a:pt x="420547" y="1033018"/>
                </a:lnTo>
                <a:lnTo>
                  <a:pt x="419785" y="1032700"/>
                </a:lnTo>
                <a:lnTo>
                  <a:pt x="418007" y="1032700"/>
                </a:lnTo>
                <a:lnTo>
                  <a:pt x="417245" y="1033018"/>
                </a:lnTo>
                <a:lnTo>
                  <a:pt x="415988" y="1034275"/>
                </a:lnTo>
                <a:lnTo>
                  <a:pt x="415671" y="1035037"/>
                </a:lnTo>
                <a:lnTo>
                  <a:pt x="415671" y="1049731"/>
                </a:lnTo>
                <a:lnTo>
                  <a:pt x="415988" y="1050493"/>
                </a:lnTo>
                <a:lnTo>
                  <a:pt x="417245" y="1051750"/>
                </a:lnTo>
                <a:lnTo>
                  <a:pt x="418007" y="1052068"/>
                </a:lnTo>
                <a:lnTo>
                  <a:pt x="419785" y="1052068"/>
                </a:lnTo>
                <a:lnTo>
                  <a:pt x="420547" y="1051750"/>
                </a:lnTo>
                <a:lnTo>
                  <a:pt x="421805" y="1050493"/>
                </a:lnTo>
                <a:lnTo>
                  <a:pt x="422122" y="1049731"/>
                </a:lnTo>
                <a:lnTo>
                  <a:pt x="422122" y="1035037"/>
                </a:lnTo>
                <a:close/>
              </a:path>
              <a:path w="3331845" h="2440304">
                <a:moveTo>
                  <a:pt x="422122" y="1002766"/>
                </a:moveTo>
                <a:lnTo>
                  <a:pt x="421805" y="1002004"/>
                </a:lnTo>
                <a:lnTo>
                  <a:pt x="420547" y="1000747"/>
                </a:lnTo>
                <a:lnTo>
                  <a:pt x="419785" y="1000429"/>
                </a:lnTo>
                <a:lnTo>
                  <a:pt x="418007" y="1000429"/>
                </a:lnTo>
                <a:lnTo>
                  <a:pt x="417245" y="1000747"/>
                </a:lnTo>
                <a:lnTo>
                  <a:pt x="415988" y="1002004"/>
                </a:lnTo>
                <a:lnTo>
                  <a:pt x="415671" y="1002766"/>
                </a:lnTo>
                <a:lnTo>
                  <a:pt x="415671" y="1017460"/>
                </a:lnTo>
                <a:lnTo>
                  <a:pt x="415988" y="1018222"/>
                </a:lnTo>
                <a:lnTo>
                  <a:pt x="417245" y="1019479"/>
                </a:lnTo>
                <a:lnTo>
                  <a:pt x="418007" y="1019797"/>
                </a:lnTo>
                <a:lnTo>
                  <a:pt x="419785" y="1019797"/>
                </a:lnTo>
                <a:lnTo>
                  <a:pt x="420547" y="1019479"/>
                </a:lnTo>
                <a:lnTo>
                  <a:pt x="421805" y="1018222"/>
                </a:lnTo>
                <a:lnTo>
                  <a:pt x="422122" y="1017460"/>
                </a:lnTo>
                <a:lnTo>
                  <a:pt x="422122" y="1002766"/>
                </a:lnTo>
                <a:close/>
              </a:path>
              <a:path w="3331845" h="2440304">
                <a:moveTo>
                  <a:pt x="422122" y="970495"/>
                </a:moveTo>
                <a:lnTo>
                  <a:pt x="421805" y="969733"/>
                </a:lnTo>
                <a:lnTo>
                  <a:pt x="420547" y="968476"/>
                </a:lnTo>
                <a:lnTo>
                  <a:pt x="419785" y="968159"/>
                </a:lnTo>
                <a:lnTo>
                  <a:pt x="418007" y="968159"/>
                </a:lnTo>
                <a:lnTo>
                  <a:pt x="417245" y="968476"/>
                </a:lnTo>
                <a:lnTo>
                  <a:pt x="415988" y="969733"/>
                </a:lnTo>
                <a:lnTo>
                  <a:pt x="415671" y="970495"/>
                </a:lnTo>
                <a:lnTo>
                  <a:pt x="415671" y="985189"/>
                </a:lnTo>
                <a:lnTo>
                  <a:pt x="415988" y="985951"/>
                </a:lnTo>
                <a:lnTo>
                  <a:pt x="417245" y="987209"/>
                </a:lnTo>
                <a:lnTo>
                  <a:pt x="418007" y="987526"/>
                </a:lnTo>
                <a:lnTo>
                  <a:pt x="419785" y="987526"/>
                </a:lnTo>
                <a:lnTo>
                  <a:pt x="420547" y="987209"/>
                </a:lnTo>
                <a:lnTo>
                  <a:pt x="421805" y="985951"/>
                </a:lnTo>
                <a:lnTo>
                  <a:pt x="422122" y="985189"/>
                </a:lnTo>
                <a:lnTo>
                  <a:pt x="422122" y="970495"/>
                </a:lnTo>
                <a:close/>
              </a:path>
              <a:path w="3331845" h="2440304">
                <a:moveTo>
                  <a:pt x="422122" y="938225"/>
                </a:moveTo>
                <a:lnTo>
                  <a:pt x="421805" y="937463"/>
                </a:lnTo>
                <a:lnTo>
                  <a:pt x="420547" y="936205"/>
                </a:lnTo>
                <a:lnTo>
                  <a:pt x="419785" y="935888"/>
                </a:lnTo>
                <a:lnTo>
                  <a:pt x="418007" y="935888"/>
                </a:lnTo>
                <a:lnTo>
                  <a:pt x="417245" y="936205"/>
                </a:lnTo>
                <a:lnTo>
                  <a:pt x="415988" y="937463"/>
                </a:lnTo>
                <a:lnTo>
                  <a:pt x="415671" y="938225"/>
                </a:lnTo>
                <a:lnTo>
                  <a:pt x="415671" y="952919"/>
                </a:lnTo>
                <a:lnTo>
                  <a:pt x="415988" y="953681"/>
                </a:lnTo>
                <a:lnTo>
                  <a:pt x="417245" y="954938"/>
                </a:lnTo>
                <a:lnTo>
                  <a:pt x="418007" y="955255"/>
                </a:lnTo>
                <a:lnTo>
                  <a:pt x="419785" y="955255"/>
                </a:lnTo>
                <a:lnTo>
                  <a:pt x="420547" y="954938"/>
                </a:lnTo>
                <a:lnTo>
                  <a:pt x="421805" y="953681"/>
                </a:lnTo>
                <a:lnTo>
                  <a:pt x="422122" y="952919"/>
                </a:lnTo>
                <a:lnTo>
                  <a:pt x="422122" y="938225"/>
                </a:lnTo>
                <a:close/>
              </a:path>
              <a:path w="3331845" h="2440304">
                <a:moveTo>
                  <a:pt x="422122" y="905954"/>
                </a:moveTo>
                <a:lnTo>
                  <a:pt x="421805" y="905192"/>
                </a:lnTo>
                <a:lnTo>
                  <a:pt x="420547" y="903935"/>
                </a:lnTo>
                <a:lnTo>
                  <a:pt x="419785" y="903617"/>
                </a:lnTo>
                <a:lnTo>
                  <a:pt x="418007" y="903617"/>
                </a:lnTo>
                <a:lnTo>
                  <a:pt x="417245" y="903935"/>
                </a:lnTo>
                <a:lnTo>
                  <a:pt x="415988" y="905192"/>
                </a:lnTo>
                <a:lnTo>
                  <a:pt x="415671" y="905954"/>
                </a:lnTo>
                <a:lnTo>
                  <a:pt x="415671" y="920648"/>
                </a:lnTo>
                <a:lnTo>
                  <a:pt x="415988" y="921397"/>
                </a:lnTo>
                <a:lnTo>
                  <a:pt x="417245" y="922667"/>
                </a:lnTo>
                <a:lnTo>
                  <a:pt x="418007" y="922985"/>
                </a:lnTo>
                <a:lnTo>
                  <a:pt x="419785" y="922985"/>
                </a:lnTo>
                <a:lnTo>
                  <a:pt x="420547" y="922667"/>
                </a:lnTo>
                <a:lnTo>
                  <a:pt x="421805" y="921397"/>
                </a:lnTo>
                <a:lnTo>
                  <a:pt x="422122" y="920648"/>
                </a:lnTo>
                <a:lnTo>
                  <a:pt x="422122" y="905954"/>
                </a:lnTo>
                <a:close/>
              </a:path>
              <a:path w="3331845" h="2440304">
                <a:moveTo>
                  <a:pt x="422122" y="873683"/>
                </a:moveTo>
                <a:lnTo>
                  <a:pt x="421805" y="872921"/>
                </a:lnTo>
                <a:lnTo>
                  <a:pt x="420547" y="871664"/>
                </a:lnTo>
                <a:lnTo>
                  <a:pt x="419785" y="871347"/>
                </a:lnTo>
                <a:lnTo>
                  <a:pt x="418007" y="871347"/>
                </a:lnTo>
                <a:lnTo>
                  <a:pt x="417245" y="871664"/>
                </a:lnTo>
                <a:lnTo>
                  <a:pt x="415988" y="872921"/>
                </a:lnTo>
                <a:lnTo>
                  <a:pt x="415671" y="873683"/>
                </a:lnTo>
                <a:lnTo>
                  <a:pt x="415671" y="888365"/>
                </a:lnTo>
                <a:lnTo>
                  <a:pt x="415988" y="889127"/>
                </a:lnTo>
                <a:lnTo>
                  <a:pt x="417245" y="890397"/>
                </a:lnTo>
                <a:lnTo>
                  <a:pt x="418007" y="890701"/>
                </a:lnTo>
                <a:lnTo>
                  <a:pt x="419785" y="890701"/>
                </a:lnTo>
                <a:lnTo>
                  <a:pt x="420547" y="890397"/>
                </a:lnTo>
                <a:lnTo>
                  <a:pt x="421805" y="889127"/>
                </a:lnTo>
                <a:lnTo>
                  <a:pt x="422122" y="888365"/>
                </a:lnTo>
                <a:lnTo>
                  <a:pt x="422122" y="873683"/>
                </a:lnTo>
                <a:close/>
              </a:path>
              <a:path w="3331845" h="2440304">
                <a:moveTo>
                  <a:pt x="422122" y="841413"/>
                </a:moveTo>
                <a:lnTo>
                  <a:pt x="421805" y="840651"/>
                </a:lnTo>
                <a:lnTo>
                  <a:pt x="420547" y="839381"/>
                </a:lnTo>
                <a:lnTo>
                  <a:pt x="419785" y="839076"/>
                </a:lnTo>
                <a:lnTo>
                  <a:pt x="418007" y="839076"/>
                </a:lnTo>
                <a:lnTo>
                  <a:pt x="417245" y="839381"/>
                </a:lnTo>
                <a:lnTo>
                  <a:pt x="415988" y="840651"/>
                </a:lnTo>
                <a:lnTo>
                  <a:pt x="415671" y="841413"/>
                </a:lnTo>
                <a:lnTo>
                  <a:pt x="415671" y="856094"/>
                </a:lnTo>
                <a:lnTo>
                  <a:pt x="415988" y="856856"/>
                </a:lnTo>
                <a:lnTo>
                  <a:pt x="417245" y="858113"/>
                </a:lnTo>
                <a:lnTo>
                  <a:pt x="418007" y="858431"/>
                </a:lnTo>
                <a:lnTo>
                  <a:pt x="419785" y="858431"/>
                </a:lnTo>
                <a:lnTo>
                  <a:pt x="420547" y="858113"/>
                </a:lnTo>
                <a:lnTo>
                  <a:pt x="421805" y="856856"/>
                </a:lnTo>
                <a:lnTo>
                  <a:pt x="422122" y="856094"/>
                </a:lnTo>
                <a:lnTo>
                  <a:pt x="422122" y="841413"/>
                </a:lnTo>
                <a:close/>
              </a:path>
              <a:path w="3331845" h="2440304">
                <a:moveTo>
                  <a:pt x="422122" y="809129"/>
                </a:moveTo>
                <a:lnTo>
                  <a:pt x="421805" y="808380"/>
                </a:lnTo>
                <a:lnTo>
                  <a:pt x="420547" y="807110"/>
                </a:lnTo>
                <a:lnTo>
                  <a:pt x="419785" y="806792"/>
                </a:lnTo>
                <a:lnTo>
                  <a:pt x="418007" y="806792"/>
                </a:lnTo>
                <a:lnTo>
                  <a:pt x="417245" y="807110"/>
                </a:lnTo>
                <a:lnTo>
                  <a:pt x="415988" y="808380"/>
                </a:lnTo>
                <a:lnTo>
                  <a:pt x="415671" y="809129"/>
                </a:lnTo>
                <a:lnTo>
                  <a:pt x="415671" y="823823"/>
                </a:lnTo>
                <a:lnTo>
                  <a:pt x="415988" y="824585"/>
                </a:lnTo>
                <a:lnTo>
                  <a:pt x="417245" y="825842"/>
                </a:lnTo>
                <a:lnTo>
                  <a:pt x="418007" y="826160"/>
                </a:lnTo>
                <a:lnTo>
                  <a:pt x="419785" y="826160"/>
                </a:lnTo>
                <a:lnTo>
                  <a:pt x="420547" y="825842"/>
                </a:lnTo>
                <a:lnTo>
                  <a:pt x="421805" y="824585"/>
                </a:lnTo>
                <a:lnTo>
                  <a:pt x="422122" y="823823"/>
                </a:lnTo>
                <a:lnTo>
                  <a:pt x="422122" y="809129"/>
                </a:lnTo>
                <a:close/>
              </a:path>
              <a:path w="3331845" h="2440304">
                <a:moveTo>
                  <a:pt x="422122" y="776859"/>
                </a:moveTo>
                <a:lnTo>
                  <a:pt x="421805" y="776097"/>
                </a:lnTo>
                <a:lnTo>
                  <a:pt x="420547" y="774839"/>
                </a:lnTo>
                <a:lnTo>
                  <a:pt x="419785" y="774522"/>
                </a:lnTo>
                <a:lnTo>
                  <a:pt x="418007" y="774522"/>
                </a:lnTo>
                <a:lnTo>
                  <a:pt x="417245" y="774839"/>
                </a:lnTo>
                <a:lnTo>
                  <a:pt x="415988" y="776097"/>
                </a:lnTo>
                <a:lnTo>
                  <a:pt x="415671" y="776859"/>
                </a:lnTo>
                <a:lnTo>
                  <a:pt x="415671" y="791552"/>
                </a:lnTo>
                <a:lnTo>
                  <a:pt x="415988" y="792314"/>
                </a:lnTo>
                <a:lnTo>
                  <a:pt x="417245" y="793572"/>
                </a:lnTo>
                <a:lnTo>
                  <a:pt x="418007" y="793889"/>
                </a:lnTo>
                <a:lnTo>
                  <a:pt x="419785" y="793889"/>
                </a:lnTo>
                <a:lnTo>
                  <a:pt x="420547" y="793572"/>
                </a:lnTo>
                <a:lnTo>
                  <a:pt x="421805" y="792314"/>
                </a:lnTo>
                <a:lnTo>
                  <a:pt x="422122" y="791552"/>
                </a:lnTo>
                <a:lnTo>
                  <a:pt x="422122" y="776859"/>
                </a:lnTo>
                <a:close/>
              </a:path>
              <a:path w="3331845" h="2440304">
                <a:moveTo>
                  <a:pt x="422122" y="744588"/>
                </a:moveTo>
                <a:lnTo>
                  <a:pt x="421805" y="743826"/>
                </a:lnTo>
                <a:lnTo>
                  <a:pt x="420547" y="742569"/>
                </a:lnTo>
                <a:lnTo>
                  <a:pt x="419785" y="742251"/>
                </a:lnTo>
                <a:lnTo>
                  <a:pt x="418007" y="742251"/>
                </a:lnTo>
                <a:lnTo>
                  <a:pt x="417245" y="742569"/>
                </a:lnTo>
                <a:lnTo>
                  <a:pt x="415988" y="743826"/>
                </a:lnTo>
                <a:lnTo>
                  <a:pt x="415671" y="744588"/>
                </a:lnTo>
                <a:lnTo>
                  <a:pt x="415671" y="759282"/>
                </a:lnTo>
                <a:lnTo>
                  <a:pt x="415988" y="760044"/>
                </a:lnTo>
                <a:lnTo>
                  <a:pt x="417245" y="761301"/>
                </a:lnTo>
                <a:lnTo>
                  <a:pt x="418007" y="761619"/>
                </a:lnTo>
                <a:lnTo>
                  <a:pt x="419785" y="761619"/>
                </a:lnTo>
                <a:lnTo>
                  <a:pt x="420547" y="761301"/>
                </a:lnTo>
                <a:lnTo>
                  <a:pt x="421805" y="760044"/>
                </a:lnTo>
                <a:lnTo>
                  <a:pt x="422122" y="759282"/>
                </a:lnTo>
                <a:lnTo>
                  <a:pt x="422122" y="744588"/>
                </a:lnTo>
                <a:close/>
              </a:path>
              <a:path w="3331845" h="2440304">
                <a:moveTo>
                  <a:pt x="422122" y="712317"/>
                </a:moveTo>
                <a:lnTo>
                  <a:pt x="421805" y="711555"/>
                </a:lnTo>
                <a:lnTo>
                  <a:pt x="420547" y="710298"/>
                </a:lnTo>
                <a:lnTo>
                  <a:pt x="419785" y="709980"/>
                </a:lnTo>
                <a:lnTo>
                  <a:pt x="418007" y="709980"/>
                </a:lnTo>
                <a:lnTo>
                  <a:pt x="417245" y="710298"/>
                </a:lnTo>
                <a:lnTo>
                  <a:pt x="415988" y="711555"/>
                </a:lnTo>
                <a:lnTo>
                  <a:pt x="415671" y="712317"/>
                </a:lnTo>
                <a:lnTo>
                  <a:pt x="415671" y="727011"/>
                </a:lnTo>
                <a:lnTo>
                  <a:pt x="415988" y="727773"/>
                </a:lnTo>
                <a:lnTo>
                  <a:pt x="417245" y="729030"/>
                </a:lnTo>
                <a:lnTo>
                  <a:pt x="418007" y="729348"/>
                </a:lnTo>
                <a:lnTo>
                  <a:pt x="419785" y="729348"/>
                </a:lnTo>
                <a:lnTo>
                  <a:pt x="420547" y="729030"/>
                </a:lnTo>
                <a:lnTo>
                  <a:pt x="421805" y="727773"/>
                </a:lnTo>
                <a:lnTo>
                  <a:pt x="422122" y="727011"/>
                </a:lnTo>
                <a:lnTo>
                  <a:pt x="422122" y="712317"/>
                </a:lnTo>
                <a:close/>
              </a:path>
              <a:path w="3331845" h="2440304">
                <a:moveTo>
                  <a:pt x="422122" y="680046"/>
                </a:moveTo>
                <a:lnTo>
                  <a:pt x="421805" y="679284"/>
                </a:lnTo>
                <a:lnTo>
                  <a:pt x="420547" y="678027"/>
                </a:lnTo>
                <a:lnTo>
                  <a:pt x="419785" y="677710"/>
                </a:lnTo>
                <a:lnTo>
                  <a:pt x="418007" y="677710"/>
                </a:lnTo>
                <a:lnTo>
                  <a:pt x="417245" y="678027"/>
                </a:lnTo>
                <a:lnTo>
                  <a:pt x="415988" y="679284"/>
                </a:lnTo>
                <a:lnTo>
                  <a:pt x="415671" y="680046"/>
                </a:lnTo>
                <a:lnTo>
                  <a:pt x="415671" y="694740"/>
                </a:lnTo>
                <a:lnTo>
                  <a:pt x="415988" y="695502"/>
                </a:lnTo>
                <a:lnTo>
                  <a:pt x="417245" y="696760"/>
                </a:lnTo>
                <a:lnTo>
                  <a:pt x="418007" y="697077"/>
                </a:lnTo>
                <a:lnTo>
                  <a:pt x="419785" y="697077"/>
                </a:lnTo>
                <a:lnTo>
                  <a:pt x="420547" y="696760"/>
                </a:lnTo>
                <a:lnTo>
                  <a:pt x="421805" y="695502"/>
                </a:lnTo>
                <a:lnTo>
                  <a:pt x="422122" y="694740"/>
                </a:lnTo>
                <a:lnTo>
                  <a:pt x="422122" y="680046"/>
                </a:lnTo>
                <a:close/>
              </a:path>
              <a:path w="3331845" h="2440304">
                <a:moveTo>
                  <a:pt x="422122" y="647776"/>
                </a:moveTo>
                <a:lnTo>
                  <a:pt x="421805" y="647014"/>
                </a:lnTo>
                <a:lnTo>
                  <a:pt x="420547" y="645756"/>
                </a:lnTo>
                <a:lnTo>
                  <a:pt x="419785" y="645439"/>
                </a:lnTo>
                <a:lnTo>
                  <a:pt x="418007" y="645439"/>
                </a:lnTo>
                <a:lnTo>
                  <a:pt x="417245" y="645756"/>
                </a:lnTo>
                <a:lnTo>
                  <a:pt x="415988" y="647014"/>
                </a:lnTo>
                <a:lnTo>
                  <a:pt x="415671" y="647776"/>
                </a:lnTo>
                <a:lnTo>
                  <a:pt x="415671" y="662470"/>
                </a:lnTo>
                <a:lnTo>
                  <a:pt x="415988" y="663232"/>
                </a:lnTo>
                <a:lnTo>
                  <a:pt x="417245" y="664489"/>
                </a:lnTo>
                <a:lnTo>
                  <a:pt x="418007" y="664806"/>
                </a:lnTo>
                <a:lnTo>
                  <a:pt x="419785" y="664806"/>
                </a:lnTo>
                <a:lnTo>
                  <a:pt x="420547" y="664489"/>
                </a:lnTo>
                <a:lnTo>
                  <a:pt x="421805" y="663232"/>
                </a:lnTo>
                <a:lnTo>
                  <a:pt x="422122" y="662470"/>
                </a:lnTo>
                <a:lnTo>
                  <a:pt x="422122" y="647776"/>
                </a:lnTo>
                <a:close/>
              </a:path>
              <a:path w="3331845" h="2440304">
                <a:moveTo>
                  <a:pt x="422122" y="615505"/>
                </a:moveTo>
                <a:lnTo>
                  <a:pt x="421805" y="614743"/>
                </a:lnTo>
                <a:lnTo>
                  <a:pt x="420547" y="613486"/>
                </a:lnTo>
                <a:lnTo>
                  <a:pt x="419785" y="613168"/>
                </a:lnTo>
                <a:lnTo>
                  <a:pt x="418007" y="613168"/>
                </a:lnTo>
                <a:lnTo>
                  <a:pt x="417245" y="613486"/>
                </a:lnTo>
                <a:lnTo>
                  <a:pt x="415988" y="614743"/>
                </a:lnTo>
                <a:lnTo>
                  <a:pt x="415671" y="615505"/>
                </a:lnTo>
                <a:lnTo>
                  <a:pt x="415671" y="630199"/>
                </a:lnTo>
                <a:lnTo>
                  <a:pt x="415988" y="630948"/>
                </a:lnTo>
                <a:lnTo>
                  <a:pt x="417245" y="632218"/>
                </a:lnTo>
                <a:lnTo>
                  <a:pt x="418007" y="632523"/>
                </a:lnTo>
                <a:lnTo>
                  <a:pt x="419785" y="632523"/>
                </a:lnTo>
                <a:lnTo>
                  <a:pt x="420547" y="632218"/>
                </a:lnTo>
                <a:lnTo>
                  <a:pt x="421805" y="630948"/>
                </a:lnTo>
                <a:lnTo>
                  <a:pt x="422122" y="630199"/>
                </a:lnTo>
                <a:lnTo>
                  <a:pt x="422122" y="615505"/>
                </a:lnTo>
                <a:close/>
              </a:path>
              <a:path w="3331845" h="2440304">
                <a:moveTo>
                  <a:pt x="422122" y="583234"/>
                </a:moveTo>
                <a:lnTo>
                  <a:pt x="421805" y="582472"/>
                </a:lnTo>
                <a:lnTo>
                  <a:pt x="420547" y="581202"/>
                </a:lnTo>
                <a:lnTo>
                  <a:pt x="419785" y="580898"/>
                </a:lnTo>
                <a:lnTo>
                  <a:pt x="418007" y="580898"/>
                </a:lnTo>
                <a:lnTo>
                  <a:pt x="417245" y="581202"/>
                </a:lnTo>
                <a:lnTo>
                  <a:pt x="415988" y="582472"/>
                </a:lnTo>
                <a:lnTo>
                  <a:pt x="415671" y="583234"/>
                </a:lnTo>
                <a:lnTo>
                  <a:pt x="415671" y="597916"/>
                </a:lnTo>
                <a:lnTo>
                  <a:pt x="415988" y="598678"/>
                </a:lnTo>
                <a:lnTo>
                  <a:pt x="417245" y="599948"/>
                </a:lnTo>
                <a:lnTo>
                  <a:pt x="418007" y="600252"/>
                </a:lnTo>
                <a:lnTo>
                  <a:pt x="419785" y="600252"/>
                </a:lnTo>
                <a:lnTo>
                  <a:pt x="420547" y="599948"/>
                </a:lnTo>
                <a:lnTo>
                  <a:pt x="421805" y="598678"/>
                </a:lnTo>
                <a:lnTo>
                  <a:pt x="422122" y="597916"/>
                </a:lnTo>
                <a:lnTo>
                  <a:pt x="422122" y="583234"/>
                </a:lnTo>
                <a:close/>
              </a:path>
              <a:path w="3331845" h="2440304">
                <a:moveTo>
                  <a:pt x="422122" y="550951"/>
                </a:moveTo>
                <a:lnTo>
                  <a:pt x="421805" y="550202"/>
                </a:lnTo>
                <a:lnTo>
                  <a:pt x="420547" y="548932"/>
                </a:lnTo>
                <a:lnTo>
                  <a:pt x="419785" y="548627"/>
                </a:lnTo>
                <a:lnTo>
                  <a:pt x="418007" y="548627"/>
                </a:lnTo>
                <a:lnTo>
                  <a:pt x="417245" y="548932"/>
                </a:lnTo>
                <a:lnTo>
                  <a:pt x="415988" y="550202"/>
                </a:lnTo>
                <a:lnTo>
                  <a:pt x="415671" y="550951"/>
                </a:lnTo>
                <a:lnTo>
                  <a:pt x="415671" y="565645"/>
                </a:lnTo>
                <a:lnTo>
                  <a:pt x="415988" y="566407"/>
                </a:lnTo>
                <a:lnTo>
                  <a:pt x="417245" y="567664"/>
                </a:lnTo>
                <a:lnTo>
                  <a:pt x="418007" y="567982"/>
                </a:lnTo>
                <a:lnTo>
                  <a:pt x="419785" y="567982"/>
                </a:lnTo>
                <a:lnTo>
                  <a:pt x="420547" y="567664"/>
                </a:lnTo>
                <a:lnTo>
                  <a:pt x="421805" y="566407"/>
                </a:lnTo>
                <a:lnTo>
                  <a:pt x="422122" y="565645"/>
                </a:lnTo>
                <a:lnTo>
                  <a:pt x="422122" y="550951"/>
                </a:lnTo>
                <a:close/>
              </a:path>
              <a:path w="3331845" h="2440304">
                <a:moveTo>
                  <a:pt x="422122" y="518680"/>
                </a:moveTo>
                <a:lnTo>
                  <a:pt x="421805" y="517918"/>
                </a:lnTo>
                <a:lnTo>
                  <a:pt x="420547" y="516661"/>
                </a:lnTo>
                <a:lnTo>
                  <a:pt x="419785" y="516343"/>
                </a:lnTo>
                <a:lnTo>
                  <a:pt x="418007" y="516343"/>
                </a:lnTo>
                <a:lnTo>
                  <a:pt x="417245" y="516661"/>
                </a:lnTo>
                <a:lnTo>
                  <a:pt x="415988" y="517918"/>
                </a:lnTo>
                <a:lnTo>
                  <a:pt x="415671" y="518680"/>
                </a:lnTo>
                <a:lnTo>
                  <a:pt x="415671" y="533374"/>
                </a:lnTo>
                <a:lnTo>
                  <a:pt x="415988" y="534136"/>
                </a:lnTo>
                <a:lnTo>
                  <a:pt x="417245" y="535393"/>
                </a:lnTo>
                <a:lnTo>
                  <a:pt x="418007" y="535711"/>
                </a:lnTo>
                <a:lnTo>
                  <a:pt x="419785" y="535711"/>
                </a:lnTo>
                <a:lnTo>
                  <a:pt x="420547" y="535393"/>
                </a:lnTo>
                <a:lnTo>
                  <a:pt x="421805" y="534136"/>
                </a:lnTo>
                <a:lnTo>
                  <a:pt x="422122" y="533374"/>
                </a:lnTo>
                <a:lnTo>
                  <a:pt x="422122" y="518680"/>
                </a:lnTo>
                <a:close/>
              </a:path>
              <a:path w="3331845" h="2440304">
                <a:moveTo>
                  <a:pt x="422122" y="486410"/>
                </a:moveTo>
                <a:lnTo>
                  <a:pt x="421805" y="485648"/>
                </a:lnTo>
                <a:lnTo>
                  <a:pt x="420547" y="484390"/>
                </a:lnTo>
                <a:lnTo>
                  <a:pt x="419785" y="484073"/>
                </a:lnTo>
                <a:lnTo>
                  <a:pt x="418007" y="484073"/>
                </a:lnTo>
                <a:lnTo>
                  <a:pt x="417245" y="484390"/>
                </a:lnTo>
                <a:lnTo>
                  <a:pt x="415988" y="485648"/>
                </a:lnTo>
                <a:lnTo>
                  <a:pt x="415671" y="486410"/>
                </a:lnTo>
                <a:lnTo>
                  <a:pt x="415671" y="501103"/>
                </a:lnTo>
                <a:lnTo>
                  <a:pt x="415988" y="501865"/>
                </a:lnTo>
                <a:lnTo>
                  <a:pt x="417245" y="503123"/>
                </a:lnTo>
                <a:lnTo>
                  <a:pt x="418007" y="503440"/>
                </a:lnTo>
                <a:lnTo>
                  <a:pt x="419785" y="503440"/>
                </a:lnTo>
                <a:lnTo>
                  <a:pt x="420547" y="503123"/>
                </a:lnTo>
                <a:lnTo>
                  <a:pt x="421805" y="501865"/>
                </a:lnTo>
                <a:lnTo>
                  <a:pt x="422122" y="501103"/>
                </a:lnTo>
                <a:lnTo>
                  <a:pt x="422122" y="486410"/>
                </a:lnTo>
                <a:close/>
              </a:path>
              <a:path w="3331845" h="2440304">
                <a:moveTo>
                  <a:pt x="422122" y="454139"/>
                </a:moveTo>
                <a:lnTo>
                  <a:pt x="421805" y="453377"/>
                </a:lnTo>
                <a:lnTo>
                  <a:pt x="420547" y="452120"/>
                </a:lnTo>
                <a:lnTo>
                  <a:pt x="419785" y="451802"/>
                </a:lnTo>
                <a:lnTo>
                  <a:pt x="418007" y="451802"/>
                </a:lnTo>
                <a:lnTo>
                  <a:pt x="417245" y="452120"/>
                </a:lnTo>
                <a:lnTo>
                  <a:pt x="415988" y="453377"/>
                </a:lnTo>
                <a:lnTo>
                  <a:pt x="415671" y="454139"/>
                </a:lnTo>
                <a:lnTo>
                  <a:pt x="415671" y="468833"/>
                </a:lnTo>
                <a:lnTo>
                  <a:pt x="415988" y="469595"/>
                </a:lnTo>
                <a:lnTo>
                  <a:pt x="417245" y="470852"/>
                </a:lnTo>
                <a:lnTo>
                  <a:pt x="418007" y="471170"/>
                </a:lnTo>
                <a:lnTo>
                  <a:pt x="419785" y="471170"/>
                </a:lnTo>
                <a:lnTo>
                  <a:pt x="420547" y="470852"/>
                </a:lnTo>
                <a:lnTo>
                  <a:pt x="421805" y="469595"/>
                </a:lnTo>
                <a:lnTo>
                  <a:pt x="422122" y="468833"/>
                </a:lnTo>
                <a:lnTo>
                  <a:pt x="422122" y="454139"/>
                </a:lnTo>
                <a:close/>
              </a:path>
              <a:path w="3331845" h="2440304">
                <a:moveTo>
                  <a:pt x="422122" y="421868"/>
                </a:moveTo>
                <a:lnTo>
                  <a:pt x="421805" y="421106"/>
                </a:lnTo>
                <a:lnTo>
                  <a:pt x="420547" y="419849"/>
                </a:lnTo>
                <a:lnTo>
                  <a:pt x="419785" y="419531"/>
                </a:lnTo>
                <a:lnTo>
                  <a:pt x="418007" y="419531"/>
                </a:lnTo>
                <a:lnTo>
                  <a:pt x="417245" y="419849"/>
                </a:lnTo>
                <a:lnTo>
                  <a:pt x="415988" y="421106"/>
                </a:lnTo>
                <a:lnTo>
                  <a:pt x="415671" y="421868"/>
                </a:lnTo>
                <a:lnTo>
                  <a:pt x="415671" y="436562"/>
                </a:lnTo>
                <a:lnTo>
                  <a:pt x="415988" y="437324"/>
                </a:lnTo>
                <a:lnTo>
                  <a:pt x="417245" y="438581"/>
                </a:lnTo>
                <a:lnTo>
                  <a:pt x="418007" y="438899"/>
                </a:lnTo>
                <a:lnTo>
                  <a:pt x="419785" y="438899"/>
                </a:lnTo>
                <a:lnTo>
                  <a:pt x="420547" y="438581"/>
                </a:lnTo>
                <a:lnTo>
                  <a:pt x="421805" y="437324"/>
                </a:lnTo>
                <a:lnTo>
                  <a:pt x="422122" y="436562"/>
                </a:lnTo>
                <a:lnTo>
                  <a:pt x="422122" y="421868"/>
                </a:lnTo>
                <a:close/>
              </a:path>
              <a:path w="3331845" h="2440304">
                <a:moveTo>
                  <a:pt x="422122" y="389597"/>
                </a:moveTo>
                <a:lnTo>
                  <a:pt x="421805" y="388835"/>
                </a:lnTo>
                <a:lnTo>
                  <a:pt x="420547" y="387578"/>
                </a:lnTo>
                <a:lnTo>
                  <a:pt x="419785" y="387261"/>
                </a:lnTo>
                <a:lnTo>
                  <a:pt x="418007" y="387261"/>
                </a:lnTo>
                <a:lnTo>
                  <a:pt x="417245" y="387578"/>
                </a:lnTo>
                <a:lnTo>
                  <a:pt x="415988" y="388835"/>
                </a:lnTo>
                <a:lnTo>
                  <a:pt x="415671" y="389597"/>
                </a:lnTo>
                <a:lnTo>
                  <a:pt x="415671" y="404291"/>
                </a:lnTo>
                <a:lnTo>
                  <a:pt x="415988" y="405053"/>
                </a:lnTo>
                <a:lnTo>
                  <a:pt x="417245" y="406311"/>
                </a:lnTo>
                <a:lnTo>
                  <a:pt x="418007" y="406628"/>
                </a:lnTo>
                <a:lnTo>
                  <a:pt x="419785" y="406628"/>
                </a:lnTo>
                <a:lnTo>
                  <a:pt x="420547" y="406311"/>
                </a:lnTo>
                <a:lnTo>
                  <a:pt x="421805" y="405053"/>
                </a:lnTo>
                <a:lnTo>
                  <a:pt x="422122" y="404291"/>
                </a:lnTo>
                <a:lnTo>
                  <a:pt x="422122" y="389597"/>
                </a:lnTo>
                <a:close/>
              </a:path>
              <a:path w="3331845" h="2440304">
                <a:moveTo>
                  <a:pt x="422122" y="357327"/>
                </a:moveTo>
                <a:lnTo>
                  <a:pt x="421805" y="356565"/>
                </a:lnTo>
                <a:lnTo>
                  <a:pt x="420547" y="355307"/>
                </a:lnTo>
                <a:lnTo>
                  <a:pt x="419785" y="354990"/>
                </a:lnTo>
                <a:lnTo>
                  <a:pt x="418007" y="354990"/>
                </a:lnTo>
                <a:lnTo>
                  <a:pt x="417245" y="355307"/>
                </a:lnTo>
                <a:lnTo>
                  <a:pt x="415988" y="356565"/>
                </a:lnTo>
                <a:lnTo>
                  <a:pt x="415671" y="357327"/>
                </a:lnTo>
                <a:lnTo>
                  <a:pt x="415671" y="372021"/>
                </a:lnTo>
                <a:lnTo>
                  <a:pt x="415988" y="372770"/>
                </a:lnTo>
                <a:lnTo>
                  <a:pt x="417245" y="374040"/>
                </a:lnTo>
                <a:lnTo>
                  <a:pt x="418007" y="374345"/>
                </a:lnTo>
                <a:lnTo>
                  <a:pt x="419785" y="374345"/>
                </a:lnTo>
                <a:lnTo>
                  <a:pt x="420547" y="374040"/>
                </a:lnTo>
                <a:lnTo>
                  <a:pt x="421805" y="372770"/>
                </a:lnTo>
                <a:lnTo>
                  <a:pt x="422122" y="372021"/>
                </a:lnTo>
                <a:lnTo>
                  <a:pt x="422122" y="357327"/>
                </a:lnTo>
                <a:close/>
              </a:path>
              <a:path w="3331845" h="2440304">
                <a:moveTo>
                  <a:pt x="422122" y="325056"/>
                </a:moveTo>
                <a:lnTo>
                  <a:pt x="421805" y="324294"/>
                </a:lnTo>
                <a:lnTo>
                  <a:pt x="420547" y="323037"/>
                </a:lnTo>
                <a:lnTo>
                  <a:pt x="419785" y="322719"/>
                </a:lnTo>
                <a:lnTo>
                  <a:pt x="418007" y="322719"/>
                </a:lnTo>
                <a:lnTo>
                  <a:pt x="417245" y="323037"/>
                </a:lnTo>
                <a:lnTo>
                  <a:pt x="415988" y="324294"/>
                </a:lnTo>
                <a:lnTo>
                  <a:pt x="415671" y="325056"/>
                </a:lnTo>
                <a:lnTo>
                  <a:pt x="415671" y="339737"/>
                </a:lnTo>
                <a:lnTo>
                  <a:pt x="415988" y="340499"/>
                </a:lnTo>
                <a:lnTo>
                  <a:pt x="417245" y="341769"/>
                </a:lnTo>
                <a:lnTo>
                  <a:pt x="418007" y="342074"/>
                </a:lnTo>
                <a:lnTo>
                  <a:pt x="419785" y="342074"/>
                </a:lnTo>
                <a:lnTo>
                  <a:pt x="420547" y="341769"/>
                </a:lnTo>
                <a:lnTo>
                  <a:pt x="421805" y="340499"/>
                </a:lnTo>
                <a:lnTo>
                  <a:pt x="422122" y="339737"/>
                </a:lnTo>
                <a:lnTo>
                  <a:pt x="422122" y="325056"/>
                </a:lnTo>
                <a:close/>
              </a:path>
              <a:path w="3331845" h="2440304">
                <a:moveTo>
                  <a:pt x="422122" y="292785"/>
                </a:moveTo>
                <a:lnTo>
                  <a:pt x="421805" y="292023"/>
                </a:lnTo>
                <a:lnTo>
                  <a:pt x="420547" y="290753"/>
                </a:lnTo>
                <a:lnTo>
                  <a:pt x="419785" y="290449"/>
                </a:lnTo>
                <a:lnTo>
                  <a:pt x="418007" y="290449"/>
                </a:lnTo>
                <a:lnTo>
                  <a:pt x="417245" y="290753"/>
                </a:lnTo>
                <a:lnTo>
                  <a:pt x="415988" y="292023"/>
                </a:lnTo>
                <a:lnTo>
                  <a:pt x="415671" y="292785"/>
                </a:lnTo>
                <a:lnTo>
                  <a:pt x="415671" y="307467"/>
                </a:lnTo>
                <a:lnTo>
                  <a:pt x="415988" y="308229"/>
                </a:lnTo>
                <a:lnTo>
                  <a:pt x="417245" y="309486"/>
                </a:lnTo>
                <a:lnTo>
                  <a:pt x="418007" y="309803"/>
                </a:lnTo>
                <a:lnTo>
                  <a:pt x="419785" y="309803"/>
                </a:lnTo>
                <a:lnTo>
                  <a:pt x="420547" y="309486"/>
                </a:lnTo>
                <a:lnTo>
                  <a:pt x="421805" y="308229"/>
                </a:lnTo>
                <a:lnTo>
                  <a:pt x="422122" y="307467"/>
                </a:lnTo>
                <a:lnTo>
                  <a:pt x="422122" y="292785"/>
                </a:lnTo>
                <a:close/>
              </a:path>
              <a:path w="3331845" h="2440304">
                <a:moveTo>
                  <a:pt x="422122" y="260502"/>
                </a:moveTo>
                <a:lnTo>
                  <a:pt x="421805" y="259753"/>
                </a:lnTo>
                <a:lnTo>
                  <a:pt x="420547" y="258483"/>
                </a:lnTo>
                <a:lnTo>
                  <a:pt x="419785" y="258165"/>
                </a:lnTo>
                <a:lnTo>
                  <a:pt x="418007" y="258165"/>
                </a:lnTo>
                <a:lnTo>
                  <a:pt x="417245" y="258483"/>
                </a:lnTo>
                <a:lnTo>
                  <a:pt x="415988" y="259753"/>
                </a:lnTo>
                <a:lnTo>
                  <a:pt x="415671" y="260502"/>
                </a:lnTo>
                <a:lnTo>
                  <a:pt x="415671" y="275196"/>
                </a:lnTo>
                <a:lnTo>
                  <a:pt x="415988" y="275958"/>
                </a:lnTo>
                <a:lnTo>
                  <a:pt x="417245" y="277215"/>
                </a:lnTo>
                <a:lnTo>
                  <a:pt x="418007" y="277533"/>
                </a:lnTo>
                <a:lnTo>
                  <a:pt x="419785" y="277533"/>
                </a:lnTo>
                <a:lnTo>
                  <a:pt x="420547" y="277215"/>
                </a:lnTo>
                <a:lnTo>
                  <a:pt x="421805" y="275958"/>
                </a:lnTo>
                <a:lnTo>
                  <a:pt x="422122" y="275196"/>
                </a:lnTo>
                <a:lnTo>
                  <a:pt x="422122" y="260502"/>
                </a:lnTo>
                <a:close/>
              </a:path>
              <a:path w="3331845" h="2440304">
                <a:moveTo>
                  <a:pt x="422122" y="228231"/>
                </a:moveTo>
                <a:lnTo>
                  <a:pt x="421805" y="227469"/>
                </a:lnTo>
                <a:lnTo>
                  <a:pt x="420547" y="226212"/>
                </a:lnTo>
                <a:lnTo>
                  <a:pt x="419785" y="225894"/>
                </a:lnTo>
                <a:lnTo>
                  <a:pt x="418007" y="225894"/>
                </a:lnTo>
                <a:lnTo>
                  <a:pt x="417245" y="226212"/>
                </a:lnTo>
                <a:lnTo>
                  <a:pt x="415988" y="227469"/>
                </a:lnTo>
                <a:lnTo>
                  <a:pt x="415671" y="228231"/>
                </a:lnTo>
                <a:lnTo>
                  <a:pt x="415671" y="242925"/>
                </a:lnTo>
                <a:lnTo>
                  <a:pt x="415988" y="243687"/>
                </a:lnTo>
                <a:lnTo>
                  <a:pt x="417245" y="244944"/>
                </a:lnTo>
                <a:lnTo>
                  <a:pt x="418007" y="245262"/>
                </a:lnTo>
                <a:lnTo>
                  <a:pt x="419785" y="245262"/>
                </a:lnTo>
                <a:lnTo>
                  <a:pt x="420547" y="244944"/>
                </a:lnTo>
                <a:lnTo>
                  <a:pt x="421805" y="243687"/>
                </a:lnTo>
                <a:lnTo>
                  <a:pt x="422122" y="242925"/>
                </a:lnTo>
                <a:lnTo>
                  <a:pt x="422122" y="228231"/>
                </a:lnTo>
                <a:close/>
              </a:path>
              <a:path w="3331845" h="2440304">
                <a:moveTo>
                  <a:pt x="422122" y="195961"/>
                </a:moveTo>
                <a:lnTo>
                  <a:pt x="421805" y="195199"/>
                </a:lnTo>
                <a:lnTo>
                  <a:pt x="420547" y="193941"/>
                </a:lnTo>
                <a:lnTo>
                  <a:pt x="419785" y="193624"/>
                </a:lnTo>
                <a:lnTo>
                  <a:pt x="418007" y="193624"/>
                </a:lnTo>
                <a:lnTo>
                  <a:pt x="417245" y="193941"/>
                </a:lnTo>
                <a:lnTo>
                  <a:pt x="415988" y="195199"/>
                </a:lnTo>
                <a:lnTo>
                  <a:pt x="415671" y="195961"/>
                </a:lnTo>
                <a:lnTo>
                  <a:pt x="415671" y="210654"/>
                </a:lnTo>
                <a:lnTo>
                  <a:pt x="415988" y="211416"/>
                </a:lnTo>
                <a:lnTo>
                  <a:pt x="417245" y="212674"/>
                </a:lnTo>
                <a:lnTo>
                  <a:pt x="418007" y="212991"/>
                </a:lnTo>
                <a:lnTo>
                  <a:pt x="419785" y="212991"/>
                </a:lnTo>
                <a:lnTo>
                  <a:pt x="420547" y="212674"/>
                </a:lnTo>
                <a:lnTo>
                  <a:pt x="421805" y="211416"/>
                </a:lnTo>
                <a:lnTo>
                  <a:pt x="422122" y="210654"/>
                </a:lnTo>
                <a:lnTo>
                  <a:pt x="422122" y="195961"/>
                </a:lnTo>
                <a:close/>
              </a:path>
              <a:path w="3331845" h="2440304">
                <a:moveTo>
                  <a:pt x="422122" y="163690"/>
                </a:moveTo>
                <a:lnTo>
                  <a:pt x="421805" y="162928"/>
                </a:lnTo>
                <a:lnTo>
                  <a:pt x="420547" y="161671"/>
                </a:lnTo>
                <a:lnTo>
                  <a:pt x="419785" y="161353"/>
                </a:lnTo>
                <a:lnTo>
                  <a:pt x="418007" y="161353"/>
                </a:lnTo>
                <a:lnTo>
                  <a:pt x="417245" y="161671"/>
                </a:lnTo>
                <a:lnTo>
                  <a:pt x="415988" y="162928"/>
                </a:lnTo>
                <a:lnTo>
                  <a:pt x="415671" y="163690"/>
                </a:lnTo>
                <a:lnTo>
                  <a:pt x="415671" y="178384"/>
                </a:lnTo>
                <a:lnTo>
                  <a:pt x="415988" y="179146"/>
                </a:lnTo>
                <a:lnTo>
                  <a:pt x="417245" y="180403"/>
                </a:lnTo>
                <a:lnTo>
                  <a:pt x="418007" y="180721"/>
                </a:lnTo>
                <a:lnTo>
                  <a:pt x="419785" y="180721"/>
                </a:lnTo>
                <a:lnTo>
                  <a:pt x="420547" y="180403"/>
                </a:lnTo>
                <a:lnTo>
                  <a:pt x="421805" y="179146"/>
                </a:lnTo>
                <a:lnTo>
                  <a:pt x="422122" y="178384"/>
                </a:lnTo>
                <a:lnTo>
                  <a:pt x="422122" y="163690"/>
                </a:lnTo>
                <a:close/>
              </a:path>
              <a:path w="3331845" h="2440304">
                <a:moveTo>
                  <a:pt x="422122" y="131419"/>
                </a:moveTo>
                <a:lnTo>
                  <a:pt x="421805" y="130657"/>
                </a:lnTo>
                <a:lnTo>
                  <a:pt x="420547" y="129400"/>
                </a:lnTo>
                <a:lnTo>
                  <a:pt x="419785" y="129082"/>
                </a:lnTo>
                <a:lnTo>
                  <a:pt x="418007" y="129082"/>
                </a:lnTo>
                <a:lnTo>
                  <a:pt x="417245" y="129400"/>
                </a:lnTo>
                <a:lnTo>
                  <a:pt x="415988" y="130657"/>
                </a:lnTo>
                <a:lnTo>
                  <a:pt x="415671" y="131419"/>
                </a:lnTo>
                <a:lnTo>
                  <a:pt x="415671" y="146113"/>
                </a:lnTo>
                <a:lnTo>
                  <a:pt x="415988" y="146875"/>
                </a:lnTo>
                <a:lnTo>
                  <a:pt x="417245" y="148132"/>
                </a:lnTo>
                <a:lnTo>
                  <a:pt x="418007" y="148450"/>
                </a:lnTo>
                <a:lnTo>
                  <a:pt x="419785" y="148450"/>
                </a:lnTo>
                <a:lnTo>
                  <a:pt x="420547" y="148132"/>
                </a:lnTo>
                <a:lnTo>
                  <a:pt x="421805" y="146875"/>
                </a:lnTo>
                <a:lnTo>
                  <a:pt x="422122" y="146113"/>
                </a:lnTo>
                <a:lnTo>
                  <a:pt x="422122" y="131419"/>
                </a:lnTo>
                <a:close/>
              </a:path>
              <a:path w="3331845" h="2440304">
                <a:moveTo>
                  <a:pt x="422122" y="99148"/>
                </a:moveTo>
                <a:lnTo>
                  <a:pt x="421805" y="98386"/>
                </a:lnTo>
                <a:lnTo>
                  <a:pt x="420547" y="97129"/>
                </a:lnTo>
                <a:lnTo>
                  <a:pt x="419785" y="96812"/>
                </a:lnTo>
                <a:lnTo>
                  <a:pt x="418007" y="96812"/>
                </a:lnTo>
                <a:lnTo>
                  <a:pt x="417245" y="97129"/>
                </a:lnTo>
                <a:lnTo>
                  <a:pt x="415988" y="98386"/>
                </a:lnTo>
                <a:lnTo>
                  <a:pt x="415671" y="99148"/>
                </a:lnTo>
                <a:lnTo>
                  <a:pt x="415671" y="113842"/>
                </a:lnTo>
                <a:lnTo>
                  <a:pt x="415988" y="114604"/>
                </a:lnTo>
                <a:lnTo>
                  <a:pt x="417245" y="115862"/>
                </a:lnTo>
                <a:lnTo>
                  <a:pt x="418007" y="116179"/>
                </a:lnTo>
                <a:lnTo>
                  <a:pt x="419785" y="116179"/>
                </a:lnTo>
                <a:lnTo>
                  <a:pt x="420547" y="115862"/>
                </a:lnTo>
                <a:lnTo>
                  <a:pt x="421805" y="114604"/>
                </a:lnTo>
                <a:lnTo>
                  <a:pt x="422122" y="113842"/>
                </a:lnTo>
                <a:lnTo>
                  <a:pt x="422122" y="99148"/>
                </a:lnTo>
                <a:close/>
              </a:path>
              <a:path w="3331845" h="2440304">
                <a:moveTo>
                  <a:pt x="422122" y="66878"/>
                </a:moveTo>
                <a:lnTo>
                  <a:pt x="421805" y="66116"/>
                </a:lnTo>
                <a:lnTo>
                  <a:pt x="420547" y="64858"/>
                </a:lnTo>
                <a:lnTo>
                  <a:pt x="419785" y="64541"/>
                </a:lnTo>
                <a:lnTo>
                  <a:pt x="418007" y="64541"/>
                </a:lnTo>
                <a:lnTo>
                  <a:pt x="417245" y="64858"/>
                </a:lnTo>
                <a:lnTo>
                  <a:pt x="415988" y="66116"/>
                </a:lnTo>
                <a:lnTo>
                  <a:pt x="415671" y="66878"/>
                </a:lnTo>
                <a:lnTo>
                  <a:pt x="415671" y="81559"/>
                </a:lnTo>
                <a:lnTo>
                  <a:pt x="415988" y="82321"/>
                </a:lnTo>
                <a:lnTo>
                  <a:pt x="417245" y="83591"/>
                </a:lnTo>
                <a:lnTo>
                  <a:pt x="418007" y="83896"/>
                </a:lnTo>
                <a:lnTo>
                  <a:pt x="419785" y="83896"/>
                </a:lnTo>
                <a:lnTo>
                  <a:pt x="420547" y="83591"/>
                </a:lnTo>
                <a:lnTo>
                  <a:pt x="421805" y="82321"/>
                </a:lnTo>
                <a:lnTo>
                  <a:pt x="422122" y="81559"/>
                </a:lnTo>
                <a:lnTo>
                  <a:pt x="422122" y="66878"/>
                </a:lnTo>
                <a:close/>
              </a:path>
              <a:path w="3331845" h="2440304">
                <a:moveTo>
                  <a:pt x="422122" y="34607"/>
                </a:moveTo>
                <a:lnTo>
                  <a:pt x="421805" y="33845"/>
                </a:lnTo>
                <a:lnTo>
                  <a:pt x="420547" y="32575"/>
                </a:lnTo>
                <a:lnTo>
                  <a:pt x="419785" y="32270"/>
                </a:lnTo>
                <a:lnTo>
                  <a:pt x="418007" y="32270"/>
                </a:lnTo>
                <a:lnTo>
                  <a:pt x="417245" y="32575"/>
                </a:lnTo>
                <a:lnTo>
                  <a:pt x="415988" y="33845"/>
                </a:lnTo>
                <a:lnTo>
                  <a:pt x="415671" y="34607"/>
                </a:lnTo>
                <a:lnTo>
                  <a:pt x="415671" y="49288"/>
                </a:lnTo>
                <a:lnTo>
                  <a:pt x="415988" y="50050"/>
                </a:lnTo>
                <a:lnTo>
                  <a:pt x="417245" y="51320"/>
                </a:lnTo>
                <a:lnTo>
                  <a:pt x="418007" y="51625"/>
                </a:lnTo>
                <a:lnTo>
                  <a:pt x="419785" y="51625"/>
                </a:lnTo>
                <a:lnTo>
                  <a:pt x="420547" y="51320"/>
                </a:lnTo>
                <a:lnTo>
                  <a:pt x="421805" y="50050"/>
                </a:lnTo>
                <a:lnTo>
                  <a:pt x="422122" y="49288"/>
                </a:lnTo>
                <a:lnTo>
                  <a:pt x="422122" y="34607"/>
                </a:lnTo>
                <a:close/>
              </a:path>
              <a:path w="3331845" h="2440304">
                <a:moveTo>
                  <a:pt x="422122" y="2324"/>
                </a:moveTo>
                <a:lnTo>
                  <a:pt x="421805" y="1574"/>
                </a:lnTo>
                <a:lnTo>
                  <a:pt x="420547" y="304"/>
                </a:lnTo>
                <a:lnTo>
                  <a:pt x="419785" y="0"/>
                </a:lnTo>
                <a:lnTo>
                  <a:pt x="418007" y="0"/>
                </a:lnTo>
                <a:lnTo>
                  <a:pt x="417245" y="304"/>
                </a:lnTo>
                <a:lnTo>
                  <a:pt x="415988" y="1574"/>
                </a:lnTo>
                <a:lnTo>
                  <a:pt x="415671" y="2324"/>
                </a:lnTo>
                <a:lnTo>
                  <a:pt x="415671" y="17018"/>
                </a:lnTo>
                <a:lnTo>
                  <a:pt x="415988" y="17780"/>
                </a:lnTo>
                <a:lnTo>
                  <a:pt x="417245" y="19037"/>
                </a:lnTo>
                <a:lnTo>
                  <a:pt x="418007" y="19354"/>
                </a:lnTo>
                <a:lnTo>
                  <a:pt x="419785" y="19354"/>
                </a:lnTo>
                <a:lnTo>
                  <a:pt x="420547" y="19037"/>
                </a:lnTo>
                <a:lnTo>
                  <a:pt x="421805" y="17780"/>
                </a:lnTo>
                <a:lnTo>
                  <a:pt x="422122" y="17018"/>
                </a:lnTo>
                <a:lnTo>
                  <a:pt x="422122" y="2324"/>
                </a:lnTo>
                <a:close/>
              </a:path>
              <a:path w="3331845" h="2440304">
                <a:moveTo>
                  <a:pt x="837793" y="2422741"/>
                </a:moveTo>
                <a:lnTo>
                  <a:pt x="837476" y="2421979"/>
                </a:lnTo>
                <a:lnTo>
                  <a:pt x="836218" y="2420721"/>
                </a:lnTo>
                <a:lnTo>
                  <a:pt x="835456" y="2420404"/>
                </a:lnTo>
                <a:lnTo>
                  <a:pt x="833666" y="2420404"/>
                </a:lnTo>
                <a:lnTo>
                  <a:pt x="832904" y="2420721"/>
                </a:lnTo>
                <a:lnTo>
                  <a:pt x="831646" y="2421979"/>
                </a:lnTo>
                <a:lnTo>
                  <a:pt x="831329" y="2422741"/>
                </a:lnTo>
                <a:lnTo>
                  <a:pt x="831329" y="2437434"/>
                </a:lnTo>
                <a:lnTo>
                  <a:pt x="831646" y="2438196"/>
                </a:lnTo>
                <a:lnTo>
                  <a:pt x="832904" y="2439454"/>
                </a:lnTo>
                <a:lnTo>
                  <a:pt x="833666" y="2439771"/>
                </a:lnTo>
                <a:lnTo>
                  <a:pt x="835456" y="2439771"/>
                </a:lnTo>
                <a:lnTo>
                  <a:pt x="836218" y="2439454"/>
                </a:lnTo>
                <a:lnTo>
                  <a:pt x="837476" y="2438196"/>
                </a:lnTo>
                <a:lnTo>
                  <a:pt x="837793" y="2437434"/>
                </a:lnTo>
                <a:lnTo>
                  <a:pt x="837793" y="2422741"/>
                </a:lnTo>
                <a:close/>
              </a:path>
              <a:path w="3331845" h="2440304">
                <a:moveTo>
                  <a:pt x="837793" y="2390470"/>
                </a:moveTo>
                <a:lnTo>
                  <a:pt x="837476" y="2389708"/>
                </a:lnTo>
                <a:lnTo>
                  <a:pt x="836218" y="2388451"/>
                </a:lnTo>
                <a:lnTo>
                  <a:pt x="835456" y="2388133"/>
                </a:lnTo>
                <a:lnTo>
                  <a:pt x="833666" y="2388133"/>
                </a:lnTo>
                <a:lnTo>
                  <a:pt x="832904" y="2388451"/>
                </a:lnTo>
                <a:lnTo>
                  <a:pt x="831646" y="2389708"/>
                </a:lnTo>
                <a:lnTo>
                  <a:pt x="831329" y="2390470"/>
                </a:lnTo>
                <a:lnTo>
                  <a:pt x="831329" y="2405164"/>
                </a:lnTo>
                <a:lnTo>
                  <a:pt x="831646" y="2405926"/>
                </a:lnTo>
                <a:lnTo>
                  <a:pt x="832904" y="2407183"/>
                </a:lnTo>
                <a:lnTo>
                  <a:pt x="833666" y="2407501"/>
                </a:lnTo>
                <a:lnTo>
                  <a:pt x="835456" y="2407501"/>
                </a:lnTo>
                <a:lnTo>
                  <a:pt x="836218" y="2407183"/>
                </a:lnTo>
                <a:lnTo>
                  <a:pt x="837476" y="2405926"/>
                </a:lnTo>
                <a:lnTo>
                  <a:pt x="837793" y="2405164"/>
                </a:lnTo>
                <a:lnTo>
                  <a:pt x="837793" y="2390470"/>
                </a:lnTo>
                <a:close/>
              </a:path>
              <a:path w="3331845" h="2440304">
                <a:moveTo>
                  <a:pt x="837793" y="2358199"/>
                </a:moveTo>
                <a:lnTo>
                  <a:pt x="837476" y="2357437"/>
                </a:lnTo>
                <a:lnTo>
                  <a:pt x="836218" y="2356180"/>
                </a:lnTo>
                <a:lnTo>
                  <a:pt x="835456" y="2355862"/>
                </a:lnTo>
                <a:lnTo>
                  <a:pt x="833666" y="2355862"/>
                </a:lnTo>
                <a:lnTo>
                  <a:pt x="832904" y="2356180"/>
                </a:lnTo>
                <a:lnTo>
                  <a:pt x="831646" y="2357437"/>
                </a:lnTo>
                <a:lnTo>
                  <a:pt x="831329" y="2358199"/>
                </a:lnTo>
                <a:lnTo>
                  <a:pt x="831329" y="2372893"/>
                </a:lnTo>
                <a:lnTo>
                  <a:pt x="831646" y="2373655"/>
                </a:lnTo>
                <a:lnTo>
                  <a:pt x="832904" y="2374912"/>
                </a:lnTo>
                <a:lnTo>
                  <a:pt x="833666" y="2375230"/>
                </a:lnTo>
                <a:lnTo>
                  <a:pt x="835456" y="2375230"/>
                </a:lnTo>
                <a:lnTo>
                  <a:pt x="836218" y="2374912"/>
                </a:lnTo>
                <a:lnTo>
                  <a:pt x="837476" y="2373655"/>
                </a:lnTo>
                <a:lnTo>
                  <a:pt x="837793" y="2372893"/>
                </a:lnTo>
                <a:lnTo>
                  <a:pt x="837793" y="2358199"/>
                </a:lnTo>
                <a:close/>
              </a:path>
              <a:path w="3331845" h="2440304">
                <a:moveTo>
                  <a:pt x="837793" y="2325928"/>
                </a:moveTo>
                <a:lnTo>
                  <a:pt x="837476" y="2325166"/>
                </a:lnTo>
                <a:lnTo>
                  <a:pt x="836218" y="2323909"/>
                </a:lnTo>
                <a:lnTo>
                  <a:pt x="835456" y="2323592"/>
                </a:lnTo>
                <a:lnTo>
                  <a:pt x="833666" y="2323592"/>
                </a:lnTo>
                <a:lnTo>
                  <a:pt x="832904" y="2323909"/>
                </a:lnTo>
                <a:lnTo>
                  <a:pt x="831646" y="2325166"/>
                </a:lnTo>
                <a:lnTo>
                  <a:pt x="831329" y="2325928"/>
                </a:lnTo>
                <a:lnTo>
                  <a:pt x="831329" y="2340622"/>
                </a:lnTo>
                <a:lnTo>
                  <a:pt x="831646" y="2341384"/>
                </a:lnTo>
                <a:lnTo>
                  <a:pt x="832904" y="2342642"/>
                </a:lnTo>
                <a:lnTo>
                  <a:pt x="833666" y="2342959"/>
                </a:lnTo>
                <a:lnTo>
                  <a:pt x="835456" y="2342959"/>
                </a:lnTo>
                <a:lnTo>
                  <a:pt x="836218" y="2342642"/>
                </a:lnTo>
                <a:lnTo>
                  <a:pt x="837476" y="2341384"/>
                </a:lnTo>
                <a:lnTo>
                  <a:pt x="837793" y="2340622"/>
                </a:lnTo>
                <a:lnTo>
                  <a:pt x="837793" y="2325928"/>
                </a:lnTo>
                <a:close/>
              </a:path>
              <a:path w="3331845" h="2440304">
                <a:moveTo>
                  <a:pt x="837793" y="2293658"/>
                </a:moveTo>
                <a:lnTo>
                  <a:pt x="837476" y="2292896"/>
                </a:lnTo>
                <a:lnTo>
                  <a:pt x="836218" y="2291638"/>
                </a:lnTo>
                <a:lnTo>
                  <a:pt x="835456" y="2291321"/>
                </a:lnTo>
                <a:lnTo>
                  <a:pt x="833666" y="2291321"/>
                </a:lnTo>
                <a:lnTo>
                  <a:pt x="832904" y="2291638"/>
                </a:lnTo>
                <a:lnTo>
                  <a:pt x="831646" y="2292896"/>
                </a:lnTo>
                <a:lnTo>
                  <a:pt x="831329" y="2293658"/>
                </a:lnTo>
                <a:lnTo>
                  <a:pt x="831329" y="2308352"/>
                </a:lnTo>
                <a:lnTo>
                  <a:pt x="831646" y="2309114"/>
                </a:lnTo>
                <a:lnTo>
                  <a:pt x="832904" y="2310371"/>
                </a:lnTo>
                <a:lnTo>
                  <a:pt x="833666" y="2310688"/>
                </a:lnTo>
                <a:lnTo>
                  <a:pt x="835456" y="2310688"/>
                </a:lnTo>
                <a:lnTo>
                  <a:pt x="836218" y="2310371"/>
                </a:lnTo>
                <a:lnTo>
                  <a:pt x="837476" y="2309114"/>
                </a:lnTo>
                <a:lnTo>
                  <a:pt x="837793" y="2308352"/>
                </a:lnTo>
                <a:lnTo>
                  <a:pt x="837793" y="2293658"/>
                </a:lnTo>
                <a:close/>
              </a:path>
              <a:path w="3331845" h="2440304">
                <a:moveTo>
                  <a:pt x="837793" y="2261387"/>
                </a:moveTo>
                <a:lnTo>
                  <a:pt x="837476" y="2260625"/>
                </a:lnTo>
                <a:lnTo>
                  <a:pt x="836218" y="2259368"/>
                </a:lnTo>
                <a:lnTo>
                  <a:pt x="835456" y="2259050"/>
                </a:lnTo>
                <a:lnTo>
                  <a:pt x="833666" y="2259050"/>
                </a:lnTo>
                <a:lnTo>
                  <a:pt x="832904" y="2259368"/>
                </a:lnTo>
                <a:lnTo>
                  <a:pt x="831646" y="2260625"/>
                </a:lnTo>
                <a:lnTo>
                  <a:pt x="831329" y="2261387"/>
                </a:lnTo>
                <a:lnTo>
                  <a:pt x="831329" y="2276081"/>
                </a:lnTo>
                <a:lnTo>
                  <a:pt x="831646" y="2276830"/>
                </a:lnTo>
                <a:lnTo>
                  <a:pt x="832904" y="2278100"/>
                </a:lnTo>
                <a:lnTo>
                  <a:pt x="833666" y="2278405"/>
                </a:lnTo>
                <a:lnTo>
                  <a:pt x="835456" y="2278405"/>
                </a:lnTo>
                <a:lnTo>
                  <a:pt x="836218" y="2278100"/>
                </a:lnTo>
                <a:lnTo>
                  <a:pt x="837476" y="2276830"/>
                </a:lnTo>
                <a:lnTo>
                  <a:pt x="837793" y="2276081"/>
                </a:lnTo>
                <a:lnTo>
                  <a:pt x="837793" y="2261387"/>
                </a:lnTo>
                <a:close/>
              </a:path>
              <a:path w="3331845" h="2440304">
                <a:moveTo>
                  <a:pt x="837793" y="2229116"/>
                </a:moveTo>
                <a:lnTo>
                  <a:pt x="837476" y="2228354"/>
                </a:lnTo>
                <a:lnTo>
                  <a:pt x="836218" y="2227084"/>
                </a:lnTo>
                <a:lnTo>
                  <a:pt x="835456" y="2226780"/>
                </a:lnTo>
                <a:lnTo>
                  <a:pt x="833666" y="2226780"/>
                </a:lnTo>
                <a:lnTo>
                  <a:pt x="832904" y="2227084"/>
                </a:lnTo>
                <a:lnTo>
                  <a:pt x="831646" y="2228354"/>
                </a:lnTo>
                <a:lnTo>
                  <a:pt x="831329" y="2229116"/>
                </a:lnTo>
                <a:lnTo>
                  <a:pt x="831329" y="2243798"/>
                </a:lnTo>
                <a:lnTo>
                  <a:pt x="831646" y="2244560"/>
                </a:lnTo>
                <a:lnTo>
                  <a:pt x="832904" y="2245830"/>
                </a:lnTo>
                <a:lnTo>
                  <a:pt x="833666" y="2246134"/>
                </a:lnTo>
                <a:lnTo>
                  <a:pt x="835456" y="2246134"/>
                </a:lnTo>
                <a:lnTo>
                  <a:pt x="836218" y="2245830"/>
                </a:lnTo>
                <a:lnTo>
                  <a:pt x="837476" y="2244560"/>
                </a:lnTo>
                <a:lnTo>
                  <a:pt x="837793" y="2243798"/>
                </a:lnTo>
                <a:lnTo>
                  <a:pt x="837793" y="2229116"/>
                </a:lnTo>
                <a:close/>
              </a:path>
              <a:path w="3331845" h="2440304">
                <a:moveTo>
                  <a:pt x="837793" y="2196846"/>
                </a:moveTo>
                <a:lnTo>
                  <a:pt x="837476" y="2196084"/>
                </a:lnTo>
                <a:lnTo>
                  <a:pt x="836218" y="2194814"/>
                </a:lnTo>
                <a:lnTo>
                  <a:pt x="835456" y="2194509"/>
                </a:lnTo>
                <a:lnTo>
                  <a:pt x="833666" y="2194509"/>
                </a:lnTo>
                <a:lnTo>
                  <a:pt x="832904" y="2194814"/>
                </a:lnTo>
                <a:lnTo>
                  <a:pt x="831646" y="2196084"/>
                </a:lnTo>
                <a:lnTo>
                  <a:pt x="831329" y="2196846"/>
                </a:lnTo>
                <a:lnTo>
                  <a:pt x="831329" y="2211527"/>
                </a:lnTo>
                <a:lnTo>
                  <a:pt x="831646" y="2212289"/>
                </a:lnTo>
                <a:lnTo>
                  <a:pt x="832904" y="2213546"/>
                </a:lnTo>
                <a:lnTo>
                  <a:pt x="833666" y="2213864"/>
                </a:lnTo>
                <a:lnTo>
                  <a:pt x="835456" y="2213864"/>
                </a:lnTo>
                <a:lnTo>
                  <a:pt x="836218" y="2213546"/>
                </a:lnTo>
                <a:lnTo>
                  <a:pt x="837476" y="2212289"/>
                </a:lnTo>
                <a:lnTo>
                  <a:pt x="837793" y="2211527"/>
                </a:lnTo>
                <a:lnTo>
                  <a:pt x="837793" y="2196846"/>
                </a:lnTo>
                <a:close/>
              </a:path>
              <a:path w="3331845" h="2440304">
                <a:moveTo>
                  <a:pt x="837793" y="2164562"/>
                </a:moveTo>
                <a:lnTo>
                  <a:pt x="837476" y="2163800"/>
                </a:lnTo>
                <a:lnTo>
                  <a:pt x="836218" y="2162543"/>
                </a:lnTo>
                <a:lnTo>
                  <a:pt x="835456" y="2162225"/>
                </a:lnTo>
                <a:lnTo>
                  <a:pt x="833666" y="2162225"/>
                </a:lnTo>
                <a:lnTo>
                  <a:pt x="832904" y="2162543"/>
                </a:lnTo>
                <a:lnTo>
                  <a:pt x="831646" y="2163800"/>
                </a:lnTo>
                <a:lnTo>
                  <a:pt x="831329" y="2164562"/>
                </a:lnTo>
                <a:lnTo>
                  <a:pt x="831329" y="2179256"/>
                </a:lnTo>
                <a:lnTo>
                  <a:pt x="831646" y="2180018"/>
                </a:lnTo>
                <a:lnTo>
                  <a:pt x="832904" y="2181275"/>
                </a:lnTo>
                <a:lnTo>
                  <a:pt x="833666" y="2181593"/>
                </a:lnTo>
                <a:lnTo>
                  <a:pt x="835456" y="2181593"/>
                </a:lnTo>
                <a:lnTo>
                  <a:pt x="836218" y="2181275"/>
                </a:lnTo>
                <a:lnTo>
                  <a:pt x="837476" y="2180018"/>
                </a:lnTo>
                <a:lnTo>
                  <a:pt x="837793" y="2179256"/>
                </a:lnTo>
                <a:lnTo>
                  <a:pt x="837793" y="2164562"/>
                </a:lnTo>
                <a:close/>
              </a:path>
              <a:path w="3331845" h="2440304">
                <a:moveTo>
                  <a:pt x="837793" y="2132292"/>
                </a:moveTo>
                <a:lnTo>
                  <a:pt x="837476" y="2131530"/>
                </a:lnTo>
                <a:lnTo>
                  <a:pt x="836218" y="2130272"/>
                </a:lnTo>
                <a:lnTo>
                  <a:pt x="835456" y="2129955"/>
                </a:lnTo>
                <a:lnTo>
                  <a:pt x="833666" y="2129955"/>
                </a:lnTo>
                <a:lnTo>
                  <a:pt x="832904" y="2130272"/>
                </a:lnTo>
                <a:lnTo>
                  <a:pt x="831646" y="2131530"/>
                </a:lnTo>
                <a:lnTo>
                  <a:pt x="831329" y="2132292"/>
                </a:lnTo>
                <a:lnTo>
                  <a:pt x="831329" y="2146985"/>
                </a:lnTo>
                <a:lnTo>
                  <a:pt x="831646" y="2147747"/>
                </a:lnTo>
                <a:lnTo>
                  <a:pt x="832904" y="2149005"/>
                </a:lnTo>
                <a:lnTo>
                  <a:pt x="833666" y="2149322"/>
                </a:lnTo>
                <a:lnTo>
                  <a:pt x="835456" y="2149322"/>
                </a:lnTo>
                <a:lnTo>
                  <a:pt x="836218" y="2149005"/>
                </a:lnTo>
                <a:lnTo>
                  <a:pt x="837476" y="2147747"/>
                </a:lnTo>
                <a:lnTo>
                  <a:pt x="837793" y="2146985"/>
                </a:lnTo>
                <a:lnTo>
                  <a:pt x="837793" y="2132292"/>
                </a:lnTo>
                <a:close/>
              </a:path>
              <a:path w="3331845" h="2440304">
                <a:moveTo>
                  <a:pt x="837793" y="2100021"/>
                </a:moveTo>
                <a:lnTo>
                  <a:pt x="837476" y="2099259"/>
                </a:lnTo>
                <a:lnTo>
                  <a:pt x="836218" y="2098001"/>
                </a:lnTo>
                <a:lnTo>
                  <a:pt x="835456" y="2097684"/>
                </a:lnTo>
                <a:lnTo>
                  <a:pt x="833666" y="2097684"/>
                </a:lnTo>
                <a:lnTo>
                  <a:pt x="832904" y="2098001"/>
                </a:lnTo>
                <a:lnTo>
                  <a:pt x="831646" y="2099259"/>
                </a:lnTo>
                <a:lnTo>
                  <a:pt x="831329" y="2100021"/>
                </a:lnTo>
                <a:lnTo>
                  <a:pt x="831329" y="2114715"/>
                </a:lnTo>
                <a:lnTo>
                  <a:pt x="831646" y="2115477"/>
                </a:lnTo>
                <a:lnTo>
                  <a:pt x="832904" y="2116734"/>
                </a:lnTo>
                <a:lnTo>
                  <a:pt x="833666" y="2117052"/>
                </a:lnTo>
                <a:lnTo>
                  <a:pt x="835456" y="2117052"/>
                </a:lnTo>
                <a:lnTo>
                  <a:pt x="836218" y="2116734"/>
                </a:lnTo>
                <a:lnTo>
                  <a:pt x="837476" y="2115477"/>
                </a:lnTo>
                <a:lnTo>
                  <a:pt x="837793" y="2114715"/>
                </a:lnTo>
                <a:lnTo>
                  <a:pt x="837793" y="2100021"/>
                </a:lnTo>
                <a:close/>
              </a:path>
              <a:path w="3331845" h="2440304">
                <a:moveTo>
                  <a:pt x="837793" y="2067750"/>
                </a:moveTo>
                <a:lnTo>
                  <a:pt x="837476" y="2066988"/>
                </a:lnTo>
                <a:lnTo>
                  <a:pt x="836218" y="2065731"/>
                </a:lnTo>
                <a:lnTo>
                  <a:pt x="835456" y="2065413"/>
                </a:lnTo>
                <a:lnTo>
                  <a:pt x="833666" y="2065413"/>
                </a:lnTo>
                <a:lnTo>
                  <a:pt x="832904" y="2065731"/>
                </a:lnTo>
                <a:lnTo>
                  <a:pt x="831646" y="2066988"/>
                </a:lnTo>
                <a:lnTo>
                  <a:pt x="831329" y="2067750"/>
                </a:lnTo>
                <a:lnTo>
                  <a:pt x="831329" y="2082444"/>
                </a:lnTo>
                <a:lnTo>
                  <a:pt x="831646" y="2083206"/>
                </a:lnTo>
                <a:lnTo>
                  <a:pt x="832904" y="2084463"/>
                </a:lnTo>
                <a:lnTo>
                  <a:pt x="833666" y="2084781"/>
                </a:lnTo>
                <a:lnTo>
                  <a:pt x="835456" y="2084781"/>
                </a:lnTo>
                <a:lnTo>
                  <a:pt x="836218" y="2084463"/>
                </a:lnTo>
                <a:lnTo>
                  <a:pt x="837476" y="2083206"/>
                </a:lnTo>
                <a:lnTo>
                  <a:pt x="837793" y="2082444"/>
                </a:lnTo>
                <a:lnTo>
                  <a:pt x="837793" y="2067750"/>
                </a:lnTo>
                <a:close/>
              </a:path>
              <a:path w="3331845" h="2440304">
                <a:moveTo>
                  <a:pt x="837793" y="2035479"/>
                </a:moveTo>
                <a:lnTo>
                  <a:pt x="837476" y="2034717"/>
                </a:lnTo>
                <a:lnTo>
                  <a:pt x="836218" y="2033460"/>
                </a:lnTo>
                <a:lnTo>
                  <a:pt x="835456" y="2033143"/>
                </a:lnTo>
                <a:lnTo>
                  <a:pt x="833666" y="2033143"/>
                </a:lnTo>
                <a:lnTo>
                  <a:pt x="832904" y="2033460"/>
                </a:lnTo>
                <a:lnTo>
                  <a:pt x="831646" y="2034717"/>
                </a:lnTo>
                <a:lnTo>
                  <a:pt x="831329" y="2035479"/>
                </a:lnTo>
                <a:lnTo>
                  <a:pt x="831329" y="2050173"/>
                </a:lnTo>
                <a:lnTo>
                  <a:pt x="831646" y="2050935"/>
                </a:lnTo>
                <a:lnTo>
                  <a:pt x="832904" y="2052193"/>
                </a:lnTo>
                <a:lnTo>
                  <a:pt x="833666" y="2052510"/>
                </a:lnTo>
                <a:lnTo>
                  <a:pt x="835456" y="2052510"/>
                </a:lnTo>
                <a:lnTo>
                  <a:pt x="836218" y="2052193"/>
                </a:lnTo>
                <a:lnTo>
                  <a:pt x="837476" y="2050935"/>
                </a:lnTo>
                <a:lnTo>
                  <a:pt x="837793" y="2050173"/>
                </a:lnTo>
                <a:lnTo>
                  <a:pt x="837793" y="2035479"/>
                </a:lnTo>
                <a:close/>
              </a:path>
              <a:path w="3331845" h="2440304">
                <a:moveTo>
                  <a:pt x="837793" y="2003209"/>
                </a:moveTo>
                <a:lnTo>
                  <a:pt x="837476" y="2002447"/>
                </a:lnTo>
                <a:lnTo>
                  <a:pt x="836218" y="2001189"/>
                </a:lnTo>
                <a:lnTo>
                  <a:pt x="835456" y="2000872"/>
                </a:lnTo>
                <a:lnTo>
                  <a:pt x="833666" y="2000872"/>
                </a:lnTo>
                <a:lnTo>
                  <a:pt x="832904" y="2001189"/>
                </a:lnTo>
                <a:lnTo>
                  <a:pt x="831646" y="2002447"/>
                </a:lnTo>
                <a:lnTo>
                  <a:pt x="831329" y="2003209"/>
                </a:lnTo>
                <a:lnTo>
                  <a:pt x="831329" y="2017903"/>
                </a:lnTo>
                <a:lnTo>
                  <a:pt x="831646" y="2018652"/>
                </a:lnTo>
                <a:lnTo>
                  <a:pt x="832904" y="2019922"/>
                </a:lnTo>
                <a:lnTo>
                  <a:pt x="833666" y="2020239"/>
                </a:lnTo>
                <a:lnTo>
                  <a:pt x="835456" y="2020239"/>
                </a:lnTo>
                <a:lnTo>
                  <a:pt x="836218" y="2019922"/>
                </a:lnTo>
                <a:lnTo>
                  <a:pt x="837476" y="2018652"/>
                </a:lnTo>
                <a:lnTo>
                  <a:pt x="837793" y="2017903"/>
                </a:lnTo>
                <a:lnTo>
                  <a:pt x="837793" y="2003209"/>
                </a:lnTo>
                <a:close/>
              </a:path>
              <a:path w="3331845" h="2440304">
                <a:moveTo>
                  <a:pt x="837793" y="1970938"/>
                </a:moveTo>
                <a:lnTo>
                  <a:pt x="837476" y="1970176"/>
                </a:lnTo>
                <a:lnTo>
                  <a:pt x="836218" y="1968919"/>
                </a:lnTo>
                <a:lnTo>
                  <a:pt x="835456" y="1968601"/>
                </a:lnTo>
                <a:lnTo>
                  <a:pt x="833666" y="1968601"/>
                </a:lnTo>
                <a:lnTo>
                  <a:pt x="832904" y="1968919"/>
                </a:lnTo>
                <a:lnTo>
                  <a:pt x="831646" y="1970176"/>
                </a:lnTo>
                <a:lnTo>
                  <a:pt x="831329" y="1970938"/>
                </a:lnTo>
                <a:lnTo>
                  <a:pt x="831329" y="1985619"/>
                </a:lnTo>
                <a:lnTo>
                  <a:pt x="831646" y="1986381"/>
                </a:lnTo>
                <a:lnTo>
                  <a:pt x="832904" y="1987651"/>
                </a:lnTo>
                <a:lnTo>
                  <a:pt x="833666" y="1987956"/>
                </a:lnTo>
                <a:lnTo>
                  <a:pt x="835456" y="1987956"/>
                </a:lnTo>
                <a:lnTo>
                  <a:pt x="836218" y="1987651"/>
                </a:lnTo>
                <a:lnTo>
                  <a:pt x="837476" y="1986381"/>
                </a:lnTo>
                <a:lnTo>
                  <a:pt x="837793" y="1985619"/>
                </a:lnTo>
                <a:lnTo>
                  <a:pt x="837793" y="1970938"/>
                </a:lnTo>
                <a:close/>
              </a:path>
              <a:path w="3331845" h="2440304">
                <a:moveTo>
                  <a:pt x="837793" y="1938667"/>
                </a:moveTo>
                <a:lnTo>
                  <a:pt x="837476" y="1937905"/>
                </a:lnTo>
                <a:lnTo>
                  <a:pt x="836218" y="1936635"/>
                </a:lnTo>
                <a:lnTo>
                  <a:pt x="835456" y="1936330"/>
                </a:lnTo>
                <a:lnTo>
                  <a:pt x="833666" y="1936330"/>
                </a:lnTo>
                <a:lnTo>
                  <a:pt x="832904" y="1936635"/>
                </a:lnTo>
                <a:lnTo>
                  <a:pt x="831646" y="1937905"/>
                </a:lnTo>
                <a:lnTo>
                  <a:pt x="831329" y="1938667"/>
                </a:lnTo>
                <a:lnTo>
                  <a:pt x="831329" y="1953348"/>
                </a:lnTo>
                <a:lnTo>
                  <a:pt x="831646" y="1954110"/>
                </a:lnTo>
                <a:lnTo>
                  <a:pt x="832904" y="1955368"/>
                </a:lnTo>
                <a:lnTo>
                  <a:pt x="833666" y="1955685"/>
                </a:lnTo>
                <a:lnTo>
                  <a:pt x="835456" y="1955685"/>
                </a:lnTo>
                <a:lnTo>
                  <a:pt x="836218" y="1955368"/>
                </a:lnTo>
                <a:lnTo>
                  <a:pt x="837476" y="1954110"/>
                </a:lnTo>
                <a:lnTo>
                  <a:pt x="837793" y="1953348"/>
                </a:lnTo>
                <a:lnTo>
                  <a:pt x="837793" y="1938667"/>
                </a:lnTo>
                <a:close/>
              </a:path>
              <a:path w="3331845" h="2440304">
                <a:moveTo>
                  <a:pt x="837793" y="1906384"/>
                </a:moveTo>
                <a:lnTo>
                  <a:pt x="837476" y="1905635"/>
                </a:lnTo>
                <a:lnTo>
                  <a:pt x="836218" y="1904365"/>
                </a:lnTo>
                <a:lnTo>
                  <a:pt x="835456" y="1904047"/>
                </a:lnTo>
                <a:lnTo>
                  <a:pt x="833666" y="1904047"/>
                </a:lnTo>
                <a:lnTo>
                  <a:pt x="832904" y="1904365"/>
                </a:lnTo>
                <a:lnTo>
                  <a:pt x="831646" y="1905635"/>
                </a:lnTo>
                <a:lnTo>
                  <a:pt x="831329" y="1906384"/>
                </a:lnTo>
                <a:lnTo>
                  <a:pt x="831329" y="1921078"/>
                </a:lnTo>
                <a:lnTo>
                  <a:pt x="831646" y="1921840"/>
                </a:lnTo>
                <a:lnTo>
                  <a:pt x="832904" y="1923097"/>
                </a:lnTo>
                <a:lnTo>
                  <a:pt x="833666" y="1923415"/>
                </a:lnTo>
                <a:lnTo>
                  <a:pt x="835456" y="1923415"/>
                </a:lnTo>
                <a:lnTo>
                  <a:pt x="836218" y="1923097"/>
                </a:lnTo>
                <a:lnTo>
                  <a:pt x="837476" y="1921840"/>
                </a:lnTo>
                <a:lnTo>
                  <a:pt x="837793" y="1921078"/>
                </a:lnTo>
                <a:lnTo>
                  <a:pt x="837793" y="1906384"/>
                </a:lnTo>
                <a:close/>
              </a:path>
              <a:path w="3331845" h="2440304">
                <a:moveTo>
                  <a:pt x="837793" y="1874113"/>
                </a:moveTo>
                <a:lnTo>
                  <a:pt x="837476" y="1873351"/>
                </a:lnTo>
                <a:lnTo>
                  <a:pt x="836218" y="1872094"/>
                </a:lnTo>
                <a:lnTo>
                  <a:pt x="835456" y="1871776"/>
                </a:lnTo>
                <a:lnTo>
                  <a:pt x="833666" y="1871776"/>
                </a:lnTo>
                <a:lnTo>
                  <a:pt x="832904" y="1872094"/>
                </a:lnTo>
                <a:lnTo>
                  <a:pt x="831646" y="1873351"/>
                </a:lnTo>
                <a:lnTo>
                  <a:pt x="831329" y="1874113"/>
                </a:lnTo>
                <a:lnTo>
                  <a:pt x="831329" y="1888807"/>
                </a:lnTo>
                <a:lnTo>
                  <a:pt x="831646" y="1889569"/>
                </a:lnTo>
                <a:lnTo>
                  <a:pt x="832904" y="1890826"/>
                </a:lnTo>
                <a:lnTo>
                  <a:pt x="833666" y="1891144"/>
                </a:lnTo>
                <a:lnTo>
                  <a:pt x="835456" y="1891144"/>
                </a:lnTo>
                <a:lnTo>
                  <a:pt x="836218" y="1890826"/>
                </a:lnTo>
                <a:lnTo>
                  <a:pt x="837476" y="1889569"/>
                </a:lnTo>
                <a:lnTo>
                  <a:pt x="837793" y="1888807"/>
                </a:lnTo>
                <a:lnTo>
                  <a:pt x="837793" y="1874113"/>
                </a:lnTo>
                <a:close/>
              </a:path>
              <a:path w="3331845" h="2440304">
                <a:moveTo>
                  <a:pt x="837793" y="1841842"/>
                </a:moveTo>
                <a:lnTo>
                  <a:pt x="837476" y="1841080"/>
                </a:lnTo>
                <a:lnTo>
                  <a:pt x="836218" y="1839823"/>
                </a:lnTo>
                <a:lnTo>
                  <a:pt x="835456" y="1839506"/>
                </a:lnTo>
                <a:lnTo>
                  <a:pt x="833666" y="1839506"/>
                </a:lnTo>
                <a:lnTo>
                  <a:pt x="832904" y="1839823"/>
                </a:lnTo>
                <a:lnTo>
                  <a:pt x="831646" y="1841080"/>
                </a:lnTo>
                <a:lnTo>
                  <a:pt x="831329" y="1841842"/>
                </a:lnTo>
                <a:lnTo>
                  <a:pt x="831329" y="1856536"/>
                </a:lnTo>
                <a:lnTo>
                  <a:pt x="831646" y="1857298"/>
                </a:lnTo>
                <a:lnTo>
                  <a:pt x="832904" y="1858556"/>
                </a:lnTo>
                <a:lnTo>
                  <a:pt x="833666" y="1858873"/>
                </a:lnTo>
                <a:lnTo>
                  <a:pt x="835456" y="1858873"/>
                </a:lnTo>
                <a:lnTo>
                  <a:pt x="836218" y="1858556"/>
                </a:lnTo>
                <a:lnTo>
                  <a:pt x="837476" y="1857298"/>
                </a:lnTo>
                <a:lnTo>
                  <a:pt x="837793" y="1856536"/>
                </a:lnTo>
                <a:lnTo>
                  <a:pt x="837793" y="1841842"/>
                </a:lnTo>
                <a:close/>
              </a:path>
              <a:path w="3331845" h="2440304">
                <a:moveTo>
                  <a:pt x="837793" y="1809572"/>
                </a:moveTo>
                <a:lnTo>
                  <a:pt x="837476" y="1808810"/>
                </a:lnTo>
                <a:lnTo>
                  <a:pt x="836218" y="1807552"/>
                </a:lnTo>
                <a:lnTo>
                  <a:pt x="835456" y="1807235"/>
                </a:lnTo>
                <a:lnTo>
                  <a:pt x="833666" y="1807235"/>
                </a:lnTo>
                <a:lnTo>
                  <a:pt x="832904" y="1807552"/>
                </a:lnTo>
                <a:lnTo>
                  <a:pt x="831646" y="1808810"/>
                </a:lnTo>
                <a:lnTo>
                  <a:pt x="831329" y="1809572"/>
                </a:lnTo>
                <a:lnTo>
                  <a:pt x="831329" y="1824266"/>
                </a:lnTo>
                <a:lnTo>
                  <a:pt x="831646" y="1825028"/>
                </a:lnTo>
                <a:lnTo>
                  <a:pt x="832904" y="1826285"/>
                </a:lnTo>
                <a:lnTo>
                  <a:pt x="833666" y="1826602"/>
                </a:lnTo>
                <a:lnTo>
                  <a:pt x="835456" y="1826602"/>
                </a:lnTo>
                <a:lnTo>
                  <a:pt x="836218" y="1826285"/>
                </a:lnTo>
                <a:lnTo>
                  <a:pt x="837476" y="1825028"/>
                </a:lnTo>
                <a:lnTo>
                  <a:pt x="837793" y="1824266"/>
                </a:lnTo>
                <a:lnTo>
                  <a:pt x="837793" y="1809572"/>
                </a:lnTo>
                <a:close/>
              </a:path>
              <a:path w="3331845" h="2440304">
                <a:moveTo>
                  <a:pt x="837793" y="1777301"/>
                </a:moveTo>
                <a:lnTo>
                  <a:pt x="837476" y="1776539"/>
                </a:lnTo>
                <a:lnTo>
                  <a:pt x="836218" y="1775282"/>
                </a:lnTo>
                <a:lnTo>
                  <a:pt x="835456" y="1774964"/>
                </a:lnTo>
                <a:lnTo>
                  <a:pt x="833666" y="1774964"/>
                </a:lnTo>
                <a:lnTo>
                  <a:pt x="832904" y="1775282"/>
                </a:lnTo>
                <a:lnTo>
                  <a:pt x="831646" y="1776539"/>
                </a:lnTo>
                <a:lnTo>
                  <a:pt x="831329" y="1777301"/>
                </a:lnTo>
                <a:lnTo>
                  <a:pt x="831329" y="1791995"/>
                </a:lnTo>
                <a:lnTo>
                  <a:pt x="831646" y="1792757"/>
                </a:lnTo>
                <a:lnTo>
                  <a:pt x="832904" y="1794014"/>
                </a:lnTo>
                <a:lnTo>
                  <a:pt x="833666" y="1794332"/>
                </a:lnTo>
                <a:lnTo>
                  <a:pt x="835456" y="1794332"/>
                </a:lnTo>
                <a:lnTo>
                  <a:pt x="836218" y="1794014"/>
                </a:lnTo>
                <a:lnTo>
                  <a:pt x="837476" y="1792757"/>
                </a:lnTo>
                <a:lnTo>
                  <a:pt x="837793" y="1791995"/>
                </a:lnTo>
                <a:lnTo>
                  <a:pt x="837793" y="1777301"/>
                </a:lnTo>
                <a:close/>
              </a:path>
              <a:path w="3331845" h="2440304">
                <a:moveTo>
                  <a:pt x="837793" y="1745030"/>
                </a:moveTo>
                <a:lnTo>
                  <a:pt x="837476" y="1744268"/>
                </a:lnTo>
                <a:lnTo>
                  <a:pt x="836218" y="1743011"/>
                </a:lnTo>
                <a:lnTo>
                  <a:pt x="835456" y="1742694"/>
                </a:lnTo>
                <a:lnTo>
                  <a:pt x="833666" y="1742694"/>
                </a:lnTo>
                <a:lnTo>
                  <a:pt x="832904" y="1743011"/>
                </a:lnTo>
                <a:lnTo>
                  <a:pt x="831646" y="1744268"/>
                </a:lnTo>
                <a:lnTo>
                  <a:pt x="831329" y="1745030"/>
                </a:lnTo>
                <a:lnTo>
                  <a:pt x="831329" y="1759724"/>
                </a:lnTo>
                <a:lnTo>
                  <a:pt x="831646" y="1760486"/>
                </a:lnTo>
                <a:lnTo>
                  <a:pt x="832904" y="1761744"/>
                </a:lnTo>
                <a:lnTo>
                  <a:pt x="833666" y="1762061"/>
                </a:lnTo>
                <a:lnTo>
                  <a:pt x="835456" y="1762061"/>
                </a:lnTo>
                <a:lnTo>
                  <a:pt x="836218" y="1761744"/>
                </a:lnTo>
                <a:lnTo>
                  <a:pt x="837476" y="1760486"/>
                </a:lnTo>
                <a:lnTo>
                  <a:pt x="837793" y="1759724"/>
                </a:lnTo>
                <a:lnTo>
                  <a:pt x="837793" y="1745030"/>
                </a:lnTo>
                <a:close/>
              </a:path>
              <a:path w="3331845" h="2440304">
                <a:moveTo>
                  <a:pt x="837793" y="1712760"/>
                </a:moveTo>
                <a:lnTo>
                  <a:pt x="837476" y="1711998"/>
                </a:lnTo>
                <a:lnTo>
                  <a:pt x="836218" y="1710740"/>
                </a:lnTo>
                <a:lnTo>
                  <a:pt x="835456" y="1710423"/>
                </a:lnTo>
                <a:lnTo>
                  <a:pt x="833666" y="1710423"/>
                </a:lnTo>
                <a:lnTo>
                  <a:pt x="832904" y="1710740"/>
                </a:lnTo>
                <a:lnTo>
                  <a:pt x="831646" y="1711998"/>
                </a:lnTo>
                <a:lnTo>
                  <a:pt x="831329" y="1712760"/>
                </a:lnTo>
                <a:lnTo>
                  <a:pt x="831329" y="1727454"/>
                </a:lnTo>
                <a:lnTo>
                  <a:pt x="831646" y="1728203"/>
                </a:lnTo>
                <a:lnTo>
                  <a:pt x="832904" y="1729473"/>
                </a:lnTo>
                <a:lnTo>
                  <a:pt x="833666" y="1729778"/>
                </a:lnTo>
                <a:lnTo>
                  <a:pt x="835456" y="1729778"/>
                </a:lnTo>
                <a:lnTo>
                  <a:pt x="836218" y="1729473"/>
                </a:lnTo>
                <a:lnTo>
                  <a:pt x="837476" y="1728203"/>
                </a:lnTo>
                <a:lnTo>
                  <a:pt x="837793" y="1727454"/>
                </a:lnTo>
                <a:lnTo>
                  <a:pt x="837793" y="1712760"/>
                </a:lnTo>
                <a:close/>
              </a:path>
              <a:path w="3331845" h="2440304">
                <a:moveTo>
                  <a:pt x="837793" y="1680489"/>
                </a:moveTo>
                <a:lnTo>
                  <a:pt x="837476" y="1679727"/>
                </a:lnTo>
                <a:lnTo>
                  <a:pt x="836218" y="1678457"/>
                </a:lnTo>
                <a:lnTo>
                  <a:pt x="835456" y="1678152"/>
                </a:lnTo>
                <a:lnTo>
                  <a:pt x="833666" y="1678152"/>
                </a:lnTo>
                <a:lnTo>
                  <a:pt x="832904" y="1678457"/>
                </a:lnTo>
                <a:lnTo>
                  <a:pt x="831646" y="1679727"/>
                </a:lnTo>
                <a:lnTo>
                  <a:pt x="831329" y="1680489"/>
                </a:lnTo>
                <a:lnTo>
                  <a:pt x="831329" y="1695170"/>
                </a:lnTo>
                <a:lnTo>
                  <a:pt x="831646" y="1695932"/>
                </a:lnTo>
                <a:lnTo>
                  <a:pt x="832904" y="1697202"/>
                </a:lnTo>
                <a:lnTo>
                  <a:pt x="833666" y="1697507"/>
                </a:lnTo>
                <a:lnTo>
                  <a:pt x="835456" y="1697507"/>
                </a:lnTo>
                <a:lnTo>
                  <a:pt x="836218" y="1697202"/>
                </a:lnTo>
                <a:lnTo>
                  <a:pt x="837476" y="1695932"/>
                </a:lnTo>
                <a:lnTo>
                  <a:pt x="837793" y="1695170"/>
                </a:lnTo>
                <a:lnTo>
                  <a:pt x="837793" y="1680489"/>
                </a:lnTo>
                <a:close/>
              </a:path>
              <a:path w="3331845" h="2440304">
                <a:moveTo>
                  <a:pt x="837793" y="1648206"/>
                </a:moveTo>
                <a:lnTo>
                  <a:pt x="837476" y="1647456"/>
                </a:lnTo>
                <a:lnTo>
                  <a:pt x="836218" y="1646186"/>
                </a:lnTo>
                <a:lnTo>
                  <a:pt x="835456" y="1645881"/>
                </a:lnTo>
                <a:lnTo>
                  <a:pt x="833666" y="1645881"/>
                </a:lnTo>
                <a:lnTo>
                  <a:pt x="832904" y="1646186"/>
                </a:lnTo>
                <a:lnTo>
                  <a:pt x="831646" y="1647456"/>
                </a:lnTo>
                <a:lnTo>
                  <a:pt x="831329" y="1648206"/>
                </a:lnTo>
                <a:lnTo>
                  <a:pt x="831329" y="1662899"/>
                </a:lnTo>
                <a:lnTo>
                  <a:pt x="831646" y="1663661"/>
                </a:lnTo>
                <a:lnTo>
                  <a:pt x="832904" y="1664919"/>
                </a:lnTo>
                <a:lnTo>
                  <a:pt x="833666" y="1665236"/>
                </a:lnTo>
                <a:lnTo>
                  <a:pt x="835456" y="1665236"/>
                </a:lnTo>
                <a:lnTo>
                  <a:pt x="836218" y="1664919"/>
                </a:lnTo>
                <a:lnTo>
                  <a:pt x="837476" y="1663661"/>
                </a:lnTo>
                <a:lnTo>
                  <a:pt x="837793" y="1662899"/>
                </a:lnTo>
                <a:lnTo>
                  <a:pt x="837793" y="1648206"/>
                </a:lnTo>
                <a:close/>
              </a:path>
              <a:path w="3331845" h="2440304">
                <a:moveTo>
                  <a:pt x="837793" y="1615935"/>
                </a:moveTo>
                <a:lnTo>
                  <a:pt x="837476" y="1615173"/>
                </a:lnTo>
                <a:lnTo>
                  <a:pt x="836218" y="1613916"/>
                </a:lnTo>
                <a:lnTo>
                  <a:pt x="835456" y="1613598"/>
                </a:lnTo>
                <a:lnTo>
                  <a:pt x="833666" y="1613598"/>
                </a:lnTo>
                <a:lnTo>
                  <a:pt x="832904" y="1613916"/>
                </a:lnTo>
                <a:lnTo>
                  <a:pt x="831646" y="1615173"/>
                </a:lnTo>
                <a:lnTo>
                  <a:pt x="831329" y="1615935"/>
                </a:lnTo>
                <a:lnTo>
                  <a:pt x="831329" y="1630629"/>
                </a:lnTo>
                <a:lnTo>
                  <a:pt x="831646" y="1631391"/>
                </a:lnTo>
                <a:lnTo>
                  <a:pt x="832904" y="1632648"/>
                </a:lnTo>
                <a:lnTo>
                  <a:pt x="833666" y="1632966"/>
                </a:lnTo>
                <a:lnTo>
                  <a:pt x="835456" y="1632966"/>
                </a:lnTo>
                <a:lnTo>
                  <a:pt x="836218" y="1632648"/>
                </a:lnTo>
                <a:lnTo>
                  <a:pt x="837476" y="1631391"/>
                </a:lnTo>
                <a:lnTo>
                  <a:pt x="837793" y="1630629"/>
                </a:lnTo>
                <a:lnTo>
                  <a:pt x="837793" y="1615935"/>
                </a:lnTo>
                <a:close/>
              </a:path>
              <a:path w="3331845" h="2440304">
                <a:moveTo>
                  <a:pt x="837793" y="1583664"/>
                </a:moveTo>
                <a:lnTo>
                  <a:pt x="837476" y="1582902"/>
                </a:lnTo>
                <a:lnTo>
                  <a:pt x="836218" y="1581645"/>
                </a:lnTo>
                <a:lnTo>
                  <a:pt x="835456" y="1581327"/>
                </a:lnTo>
                <a:lnTo>
                  <a:pt x="833666" y="1581327"/>
                </a:lnTo>
                <a:lnTo>
                  <a:pt x="832904" y="1581645"/>
                </a:lnTo>
                <a:lnTo>
                  <a:pt x="831646" y="1582902"/>
                </a:lnTo>
                <a:lnTo>
                  <a:pt x="831329" y="1583664"/>
                </a:lnTo>
                <a:lnTo>
                  <a:pt x="831329" y="1598358"/>
                </a:lnTo>
                <a:lnTo>
                  <a:pt x="831646" y="1599120"/>
                </a:lnTo>
                <a:lnTo>
                  <a:pt x="832904" y="1600377"/>
                </a:lnTo>
                <a:lnTo>
                  <a:pt x="833666" y="1600695"/>
                </a:lnTo>
                <a:lnTo>
                  <a:pt x="835456" y="1600695"/>
                </a:lnTo>
                <a:lnTo>
                  <a:pt x="836218" y="1600377"/>
                </a:lnTo>
                <a:lnTo>
                  <a:pt x="837476" y="1599120"/>
                </a:lnTo>
                <a:lnTo>
                  <a:pt x="837793" y="1598358"/>
                </a:lnTo>
                <a:lnTo>
                  <a:pt x="837793" y="1583664"/>
                </a:lnTo>
                <a:close/>
              </a:path>
              <a:path w="3331845" h="2440304">
                <a:moveTo>
                  <a:pt x="837793" y="1551393"/>
                </a:moveTo>
                <a:lnTo>
                  <a:pt x="837476" y="1550631"/>
                </a:lnTo>
                <a:lnTo>
                  <a:pt x="836218" y="1549374"/>
                </a:lnTo>
                <a:lnTo>
                  <a:pt x="835456" y="1549057"/>
                </a:lnTo>
                <a:lnTo>
                  <a:pt x="833666" y="1549057"/>
                </a:lnTo>
                <a:lnTo>
                  <a:pt x="832904" y="1549374"/>
                </a:lnTo>
                <a:lnTo>
                  <a:pt x="831646" y="1550631"/>
                </a:lnTo>
                <a:lnTo>
                  <a:pt x="831329" y="1551393"/>
                </a:lnTo>
                <a:lnTo>
                  <a:pt x="831329" y="1566087"/>
                </a:lnTo>
                <a:lnTo>
                  <a:pt x="831646" y="1566849"/>
                </a:lnTo>
                <a:lnTo>
                  <a:pt x="832904" y="1568107"/>
                </a:lnTo>
                <a:lnTo>
                  <a:pt x="833666" y="1568424"/>
                </a:lnTo>
                <a:lnTo>
                  <a:pt x="835456" y="1568424"/>
                </a:lnTo>
                <a:lnTo>
                  <a:pt x="836218" y="1568107"/>
                </a:lnTo>
                <a:lnTo>
                  <a:pt x="837476" y="1566849"/>
                </a:lnTo>
                <a:lnTo>
                  <a:pt x="837793" y="1566087"/>
                </a:lnTo>
                <a:lnTo>
                  <a:pt x="837793" y="1551393"/>
                </a:lnTo>
                <a:close/>
              </a:path>
              <a:path w="3331845" h="2440304">
                <a:moveTo>
                  <a:pt x="837793" y="1519123"/>
                </a:moveTo>
                <a:lnTo>
                  <a:pt x="837476" y="1518361"/>
                </a:lnTo>
                <a:lnTo>
                  <a:pt x="836218" y="1517103"/>
                </a:lnTo>
                <a:lnTo>
                  <a:pt x="835456" y="1516786"/>
                </a:lnTo>
                <a:lnTo>
                  <a:pt x="833666" y="1516786"/>
                </a:lnTo>
                <a:lnTo>
                  <a:pt x="832904" y="1517103"/>
                </a:lnTo>
                <a:lnTo>
                  <a:pt x="831646" y="1518361"/>
                </a:lnTo>
                <a:lnTo>
                  <a:pt x="831329" y="1519123"/>
                </a:lnTo>
                <a:lnTo>
                  <a:pt x="831329" y="1533817"/>
                </a:lnTo>
                <a:lnTo>
                  <a:pt x="831646" y="1534579"/>
                </a:lnTo>
                <a:lnTo>
                  <a:pt x="832904" y="1535836"/>
                </a:lnTo>
                <a:lnTo>
                  <a:pt x="833666" y="1536153"/>
                </a:lnTo>
                <a:lnTo>
                  <a:pt x="835456" y="1536153"/>
                </a:lnTo>
                <a:lnTo>
                  <a:pt x="836218" y="1535836"/>
                </a:lnTo>
                <a:lnTo>
                  <a:pt x="837476" y="1534579"/>
                </a:lnTo>
                <a:lnTo>
                  <a:pt x="837793" y="1533817"/>
                </a:lnTo>
                <a:lnTo>
                  <a:pt x="837793" y="1519123"/>
                </a:lnTo>
                <a:close/>
              </a:path>
              <a:path w="3331845" h="2440304">
                <a:moveTo>
                  <a:pt x="837793" y="1486852"/>
                </a:moveTo>
                <a:lnTo>
                  <a:pt x="837476" y="1486090"/>
                </a:lnTo>
                <a:lnTo>
                  <a:pt x="836218" y="1484833"/>
                </a:lnTo>
                <a:lnTo>
                  <a:pt x="835456" y="1484515"/>
                </a:lnTo>
                <a:lnTo>
                  <a:pt x="833666" y="1484515"/>
                </a:lnTo>
                <a:lnTo>
                  <a:pt x="832904" y="1484833"/>
                </a:lnTo>
                <a:lnTo>
                  <a:pt x="831646" y="1486090"/>
                </a:lnTo>
                <a:lnTo>
                  <a:pt x="831329" y="1486852"/>
                </a:lnTo>
                <a:lnTo>
                  <a:pt x="831329" y="1501546"/>
                </a:lnTo>
                <a:lnTo>
                  <a:pt x="831646" y="1502308"/>
                </a:lnTo>
                <a:lnTo>
                  <a:pt x="832904" y="1503565"/>
                </a:lnTo>
                <a:lnTo>
                  <a:pt x="833666" y="1503883"/>
                </a:lnTo>
                <a:lnTo>
                  <a:pt x="835456" y="1503883"/>
                </a:lnTo>
                <a:lnTo>
                  <a:pt x="836218" y="1503565"/>
                </a:lnTo>
                <a:lnTo>
                  <a:pt x="837476" y="1502308"/>
                </a:lnTo>
                <a:lnTo>
                  <a:pt x="837793" y="1501546"/>
                </a:lnTo>
                <a:lnTo>
                  <a:pt x="837793" y="1486852"/>
                </a:lnTo>
                <a:close/>
              </a:path>
              <a:path w="3331845" h="2440304">
                <a:moveTo>
                  <a:pt x="837793" y="1454581"/>
                </a:moveTo>
                <a:lnTo>
                  <a:pt x="837476" y="1453819"/>
                </a:lnTo>
                <a:lnTo>
                  <a:pt x="836218" y="1452562"/>
                </a:lnTo>
                <a:lnTo>
                  <a:pt x="835456" y="1452245"/>
                </a:lnTo>
                <a:lnTo>
                  <a:pt x="833666" y="1452245"/>
                </a:lnTo>
                <a:lnTo>
                  <a:pt x="832904" y="1452562"/>
                </a:lnTo>
                <a:lnTo>
                  <a:pt x="831646" y="1453819"/>
                </a:lnTo>
                <a:lnTo>
                  <a:pt x="831329" y="1454581"/>
                </a:lnTo>
                <a:lnTo>
                  <a:pt x="831329" y="1469275"/>
                </a:lnTo>
                <a:lnTo>
                  <a:pt x="831646" y="1470025"/>
                </a:lnTo>
                <a:lnTo>
                  <a:pt x="832904" y="1471295"/>
                </a:lnTo>
                <a:lnTo>
                  <a:pt x="833666" y="1471612"/>
                </a:lnTo>
                <a:lnTo>
                  <a:pt x="835456" y="1471612"/>
                </a:lnTo>
                <a:lnTo>
                  <a:pt x="836218" y="1471295"/>
                </a:lnTo>
                <a:lnTo>
                  <a:pt x="837476" y="1470025"/>
                </a:lnTo>
                <a:lnTo>
                  <a:pt x="837793" y="1469275"/>
                </a:lnTo>
                <a:lnTo>
                  <a:pt x="837793" y="1454581"/>
                </a:lnTo>
                <a:close/>
              </a:path>
              <a:path w="3331845" h="2440304">
                <a:moveTo>
                  <a:pt x="837793" y="1422311"/>
                </a:moveTo>
                <a:lnTo>
                  <a:pt x="837476" y="1421549"/>
                </a:lnTo>
                <a:lnTo>
                  <a:pt x="836218" y="1420291"/>
                </a:lnTo>
                <a:lnTo>
                  <a:pt x="835456" y="1419974"/>
                </a:lnTo>
                <a:lnTo>
                  <a:pt x="833666" y="1419974"/>
                </a:lnTo>
                <a:lnTo>
                  <a:pt x="832904" y="1420291"/>
                </a:lnTo>
                <a:lnTo>
                  <a:pt x="831646" y="1421549"/>
                </a:lnTo>
                <a:lnTo>
                  <a:pt x="831329" y="1422311"/>
                </a:lnTo>
                <a:lnTo>
                  <a:pt x="831329" y="1436992"/>
                </a:lnTo>
                <a:lnTo>
                  <a:pt x="831646" y="1437754"/>
                </a:lnTo>
                <a:lnTo>
                  <a:pt x="832904" y="1439024"/>
                </a:lnTo>
                <a:lnTo>
                  <a:pt x="833666" y="1439329"/>
                </a:lnTo>
                <a:lnTo>
                  <a:pt x="835456" y="1439329"/>
                </a:lnTo>
                <a:lnTo>
                  <a:pt x="836218" y="1439024"/>
                </a:lnTo>
                <a:lnTo>
                  <a:pt x="837476" y="1437754"/>
                </a:lnTo>
                <a:lnTo>
                  <a:pt x="837793" y="1436992"/>
                </a:lnTo>
                <a:lnTo>
                  <a:pt x="837793" y="1422311"/>
                </a:lnTo>
                <a:close/>
              </a:path>
              <a:path w="3331845" h="2440304">
                <a:moveTo>
                  <a:pt x="837793" y="1390040"/>
                </a:moveTo>
                <a:lnTo>
                  <a:pt x="837476" y="1389278"/>
                </a:lnTo>
                <a:lnTo>
                  <a:pt x="836218" y="1388008"/>
                </a:lnTo>
                <a:lnTo>
                  <a:pt x="835456" y="1387703"/>
                </a:lnTo>
                <a:lnTo>
                  <a:pt x="833666" y="1387703"/>
                </a:lnTo>
                <a:lnTo>
                  <a:pt x="832904" y="1388008"/>
                </a:lnTo>
                <a:lnTo>
                  <a:pt x="831646" y="1389278"/>
                </a:lnTo>
                <a:lnTo>
                  <a:pt x="831329" y="1390040"/>
                </a:lnTo>
                <a:lnTo>
                  <a:pt x="831329" y="1404721"/>
                </a:lnTo>
                <a:lnTo>
                  <a:pt x="831646" y="1405483"/>
                </a:lnTo>
                <a:lnTo>
                  <a:pt x="832904" y="1406740"/>
                </a:lnTo>
                <a:lnTo>
                  <a:pt x="833666" y="1407058"/>
                </a:lnTo>
                <a:lnTo>
                  <a:pt x="835456" y="1407058"/>
                </a:lnTo>
                <a:lnTo>
                  <a:pt x="836218" y="1406740"/>
                </a:lnTo>
                <a:lnTo>
                  <a:pt x="837476" y="1405483"/>
                </a:lnTo>
                <a:lnTo>
                  <a:pt x="837793" y="1404721"/>
                </a:lnTo>
                <a:lnTo>
                  <a:pt x="837793" y="1390040"/>
                </a:lnTo>
                <a:close/>
              </a:path>
              <a:path w="3331845" h="2440304">
                <a:moveTo>
                  <a:pt x="837793" y="1357757"/>
                </a:moveTo>
                <a:lnTo>
                  <a:pt x="837476" y="1357007"/>
                </a:lnTo>
                <a:lnTo>
                  <a:pt x="836218" y="1355737"/>
                </a:lnTo>
                <a:lnTo>
                  <a:pt x="835456" y="1355420"/>
                </a:lnTo>
                <a:lnTo>
                  <a:pt x="833666" y="1355420"/>
                </a:lnTo>
                <a:lnTo>
                  <a:pt x="832904" y="1355737"/>
                </a:lnTo>
                <a:lnTo>
                  <a:pt x="831646" y="1357007"/>
                </a:lnTo>
                <a:lnTo>
                  <a:pt x="831329" y="1357757"/>
                </a:lnTo>
                <a:lnTo>
                  <a:pt x="831329" y="1372450"/>
                </a:lnTo>
                <a:lnTo>
                  <a:pt x="831646" y="1373212"/>
                </a:lnTo>
                <a:lnTo>
                  <a:pt x="832904" y="1374470"/>
                </a:lnTo>
                <a:lnTo>
                  <a:pt x="833666" y="1374787"/>
                </a:lnTo>
                <a:lnTo>
                  <a:pt x="835456" y="1374787"/>
                </a:lnTo>
                <a:lnTo>
                  <a:pt x="836218" y="1374470"/>
                </a:lnTo>
                <a:lnTo>
                  <a:pt x="837476" y="1373212"/>
                </a:lnTo>
                <a:lnTo>
                  <a:pt x="837793" y="1372450"/>
                </a:lnTo>
                <a:lnTo>
                  <a:pt x="837793" y="1357757"/>
                </a:lnTo>
                <a:close/>
              </a:path>
              <a:path w="3331845" h="2440304">
                <a:moveTo>
                  <a:pt x="837793" y="1325486"/>
                </a:moveTo>
                <a:lnTo>
                  <a:pt x="837476" y="1324724"/>
                </a:lnTo>
                <a:lnTo>
                  <a:pt x="836218" y="1323467"/>
                </a:lnTo>
                <a:lnTo>
                  <a:pt x="835456" y="1323149"/>
                </a:lnTo>
                <a:lnTo>
                  <a:pt x="833666" y="1323149"/>
                </a:lnTo>
                <a:lnTo>
                  <a:pt x="832904" y="1323467"/>
                </a:lnTo>
                <a:lnTo>
                  <a:pt x="831646" y="1324724"/>
                </a:lnTo>
                <a:lnTo>
                  <a:pt x="831329" y="1325486"/>
                </a:lnTo>
                <a:lnTo>
                  <a:pt x="831329" y="1340180"/>
                </a:lnTo>
                <a:lnTo>
                  <a:pt x="831646" y="1340942"/>
                </a:lnTo>
                <a:lnTo>
                  <a:pt x="832904" y="1342199"/>
                </a:lnTo>
                <a:lnTo>
                  <a:pt x="833666" y="1342517"/>
                </a:lnTo>
                <a:lnTo>
                  <a:pt x="835456" y="1342517"/>
                </a:lnTo>
                <a:lnTo>
                  <a:pt x="836218" y="1342199"/>
                </a:lnTo>
                <a:lnTo>
                  <a:pt x="837476" y="1340942"/>
                </a:lnTo>
                <a:lnTo>
                  <a:pt x="837793" y="1340180"/>
                </a:lnTo>
                <a:lnTo>
                  <a:pt x="837793" y="1325486"/>
                </a:lnTo>
                <a:close/>
              </a:path>
              <a:path w="3331845" h="2440304">
                <a:moveTo>
                  <a:pt x="837793" y="1293215"/>
                </a:moveTo>
                <a:lnTo>
                  <a:pt x="837476" y="1292453"/>
                </a:lnTo>
                <a:lnTo>
                  <a:pt x="836218" y="1291196"/>
                </a:lnTo>
                <a:lnTo>
                  <a:pt x="835456" y="1290878"/>
                </a:lnTo>
                <a:lnTo>
                  <a:pt x="833666" y="1290878"/>
                </a:lnTo>
                <a:lnTo>
                  <a:pt x="832904" y="1291196"/>
                </a:lnTo>
                <a:lnTo>
                  <a:pt x="831646" y="1292453"/>
                </a:lnTo>
                <a:lnTo>
                  <a:pt x="831329" y="1293215"/>
                </a:lnTo>
                <a:lnTo>
                  <a:pt x="831329" y="1307909"/>
                </a:lnTo>
                <a:lnTo>
                  <a:pt x="831646" y="1308671"/>
                </a:lnTo>
                <a:lnTo>
                  <a:pt x="832904" y="1309928"/>
                </a:lnTo>
                <a:lnTo>
                  <a:pt x="833666" y="1310246"/>
                </a:lnTo>
                <a:lnTo>
                  <a:pt x="835456" y="1310246"/>
                </a:lnTo>
                <a:lnTo>
                  <a:pt x="836218" y="1309928"/>
                </a:lnTo>
                <a:lnTo>
                  <a:pt x="837476" y="1308671"/>
                </a:lnTo>
                <a:lnTo>
                  <a:pt x="837793" y="1307909"/>
                </a:lnTo>
                <a:lnTo>
                  <a:pt x="837793" y="1293215"/>
                </a:lnTo>
                <a:close/>
              </a:path>
              <a:path w="3331845" h="2440304">
                <a:moveTo>
                  <a:pt x="837793" y="1260944"/>
                </a:moveTo>
                <a:lnTo>
                  <a:pt x="837476" y="1260182"/>
                </a:lnTo>
                <a:lnTo>
                  <a:pt x="836218" y="1258925"/>
                </a:lnTo>
                <a:lnTo>
                  <a:pt x="835456" y="1258608"/>
                </a:lnTo>
                <a:lnTo>
                  <a:pt x="833666" y="1258608"/>
                </a:lnTo>
                <a:lnTo>
                  <a:pt x="832904" y="1258925"/>
                </a:lnTo>
                <a:lnTo>
                  <a:pt x="831646" y="1260182"/>
                </a:lnTo>
                <a:lnTo>
                  <a:pt x="831329" y="1260944"/>
                </a:lnTo>
                <a:lnTo>
                  <a:pt x="831329" y="1275638"/>
                </a:lnTo>
                <a:lnTo>
                  <a:pt x="831646" y="1276400"/>
                </a:lnTo>
                <a:lnTo>
                  <a:pt x="832904" y="1277658"/>
                </a:lnTo>
                <a:lnTo>
                  <a:pt x="833666" y="1277975"/>
                </a:lnTo>
                <a:lnTo>
                  <a:pt x="835456" y="1277975"/>
                </a:lnTo>
                <a:lnTo>
                  <a:pt x="836218" y="1277658"/>
                </a:lnTo>
                <a:lnTo>
                  <a:pt x="837476" y="1276400"/>
                </a:lnTo>
                <a:lnTo>
                  <a:pt x="837793" y="1275638"/>
                </a:lnTo>
                <a:lnTo>
                  <a:pt x="837793" y="1260944"/>
                </a:lnTo>
                <a:close/>
              </a:path>
              <a:path w="3331845" h="2440304">
                <a:moveTo>
                  <a:pt x="837793" y="1228674"/>
                </a:moveTo>
                <a:lnTo>
                  <a:pt x="837476" y="1227912"/>
                </a:lnTo>
                <a:lnTo>
                  <a:pt x="836218" y="1226654"/>
                </a:lnTo>
                <a:lnTo>
                  <a:pt x="835456" y="1226337"/>
                </a:lnTo>
                <a:lnTo>
                  <a:pt x="833666" y="1226337"/>
                </a:lnTo>
                <a:lnTo>
                  <a:pt x="832904" y="1226654"/>
                </a:lnTo>
                <a:lnTo>
                  <a:pt x="831646" y="1227912"/>
                </a:lnTo>
                <a:lnTo>
                  <a:pt x="831329" y="1228674"/>
                </a:lnTo>
                <a:lnTo>
                  <a:pt x="831329" y="1243368"/>
                </a:lnTo>
                <a:lnTo>
                  <a:pt x="831646" y="1244130"/>
                </a:lnTo>
                <a:lnTo>
                  <a:pt x="832904" y="1245387"/>
                </a:lnTo>
                <a:lnTo>
                  <a:pt x="833666" y="1245704"/>
                </a:lnTo>
                <a:lnTo>
                  <a:pt x="835456" y="1245704"/>
                </a:lnTo>
                <a:lnTo>
                  <a:pt x="836218" y="1245387"/>
                </a:lnTo>
                <a:lnTo>
                  <a:pt x="837476" y="1244130"/>
                </a:lnTo>
                <a:lnTo>
                  <a:pt x="837793" y="1243368"/>
                </a:lnTo>
                <a:lnTo>
                  <a:pt x="837793" y="1228674"/>
                </a:lnTo>
                <a:close/>
              </a:path>
              <a:path w="3331845" h="2440304">
                <a:moveTo>
                  <a:pt x="837793" y="1196403"/>
                </a:moveTo>
                <a:lnTo>
                  <a:pt x="837476" y="1195641"/>
                </a:lnTo>
                <a:lnTo>
                  <a:pt x="836218" y="1194384"/>
                </a:lnTo>
                <a:lnTo>
                  <a:pt x="835456" y="1194066"/>
                </a:lnTo>
                <a:lnTo>
                  <a:pt x="833666" y="1194066"/>
                </a:lnTo>
                <a:lnTo>
                  <a:pt x="832904" y="1194384"/>
                </a:lnTo>
                <a:lnTo>
                  <a:pt x="831646" y="1195641"/>
                </a:lnTo>
                <a:lnTo>
                  <a:pt x="831329" y="1196403"/>
                </a:lnTo>
                <a:lnTo>
                  <a:pt x="831329" y="1211097"/>
                </a:lnTo>
                <a:lnTo>
                  <a:pt x="831646" y="1211859"/>
                </a:lnTo>
                <a:lnTo>
                  <a:pt x="832904" y="1213116"/>
                </a:lnTo>
                <a:lnTo>
                  <a:pt x="833666" y="1213434"/>
                </a:lnTo>
                <a:lnTo>
                  <a:pt x="835456" y="1213434"/>
                </a:lnTo>
                <a:lnTo>
                  <a:pt x="836218" y="1213116"/>
                </a:lnTo>
                <a:lnTo>
                  <a:pt x="837476" y="1211859"/>
                </a:lnTo>
                <a:lnTo>
                  <a:pt x="837793" y="1211097"/>
                </a:lnTo>
                <a:lnTo>
                  <a:pt x="837793" y="1196403"/>
                </a:lnTo>
                <a:close/>
              </a:path>
              <a:path w="3331845" h="2440304">
                <a:moveTo>
                  <a:pt x="837793" y="1164132"/>
                </a:moveTo>
                <a:lnTo>
                  <a:pt x="837476" y="1163370"/>
                </a:lnTo>
                <a:lnTo>
                  <a:pt x="836218" y="1162113"/>
                </a:lnTo>
                <a:lnTo>
                  <a:pt x="835456" y="1161796"/>
                </a:lnTo>
                <a:lnTo>
                  <a:pt x="833666" y="1161796"/>
                </a:lnTo>
                <a:lnTo>
                  <a:pt x="832904" y="1162113"/>
                </a:lnTo>
                <a:lnTo>
                  <a:pt x="831646" y="1163370"/>
                </a:lnTo>
                <a:lnTo>
                  <a:pt x="831329" y="1164132"/>
                </a:lnTo>
                <a:lnTo>
                  <a:pt x="831329" y="1178826"/>
                </a:lnTo>
                <a:lnTo>
                  <a:pt x="831646" y="1179576"/>
                </a:lnTo>
                <a:lnTo>
                  <a:pt x="832904" y="1180846"/>
                </a:lnTo>
                <a:lnTo>
                  <a:pt x="833666" y="1181150"/>
                </a:lnTo>
                <a:lnTo>
                  <a:pt x="835456" y="1181150"/>
                </a:lnTo>
                <a:lnTo>
                  <a:pt x="836218" y="1180846"/>
                </a:lnTo>
                <a:lnTo>
                  <a:pt x="837476" y="1179576"/>
                </a:lnTo>
                <a:lnTo>
                  <a:pt x="837793" y="1178826"/>
                </a:lnTo>
                <a:lnTo>
                  <a:pt x="837793" y="1164132"/>
                </a:lnTo>
                <a:close/>
              </a:path>
              <a:path w="3331845" h="2440304">
                <a:moveTo>
                  <a:pt x="837793" y="1131862"/>
                </a:moveTo>
                <a:lnTo>
                  <a:pt x="837476" y="1131100"/>
                </a:lnTo>
                <a:lnTo>
                  <a:pt x="836218" y="1129830"/>
                </a:lnTo>
                <a:lnTo>
                  <a:pt x="835456" y="1129525"/>
                </a:lnTo>
                <a:lnTo>
                  <a:pt x="833666" y="1129525"/>
                </a:lnTo>
                <a:lnTo>
                  <a:pt x="832904" y="1129830"/>
                </a:lnTo>
                <a:lnTo>
                  <a:pt x="831646" y="1131100"/>
                </a:lnTo>
                <a:lnTo>
                  <a:pt x="831329" y="1131862"/>
                </a:lnTo>
                <a:lnTo>
                  <a:pt x="831329" y="1146543"/>
                </a:lnTo>
                <a:lnTo>
                  <a:pt x="831646" y="1147305"/>
                </a:lnTo>
                <a:lnTo>
                  <a:pt x="832904" y="1148575"/>
                </a:lnTo>
                <a:lnTo>
                  <a:pt x="833666" y="1148880"/>
                </a:lnTo>
                <a:lnTo>
                  <a:pt x="835456" y="1148880"/>
                </a:lnTo>
                <a:lnTo>
                  <a:pt x="836218" y="1148575"/>
                </a:lnTo>
                <a:lnTo>
                  <a:pt x="837476" y="1147305"/>
                </a:lnTo>
                <a:lnTo>
                  <a:pt x="837793" y="1146543"/>
                </a:lnTo>
                <a:lnTo>
                  <a:pt x="837793" y="1131862"/>
                </a:lnTo>
                <a:close/>
              </a:path>
              <a:path w="3331845" h="2440304">
                <a:moveTo>
                  <a:pt x="837793" y="1099578"/>
                </a:moveTo>
                <a:lnTo>
                  <a:pt x="837476" y="1098829"/>
                </a:lnTo>
                <a:lnTo>
                  <a:pt x="836218" y="1097559"/>
                </a:lnTo>
                <a:lnTo>
                  <a:pt x="835456" y="1097254"/>
                </a:lnTo>
                <a:lnTo>
                  <a:pt x="833666" y="1097254"/>
                </a:lnTo>
                <a:lnTo>
                  <a:pt x="832904" y="1097559"/>
                </a:lnTo>
                <a:lnTo>
                  <a:pt x="831646" y="1098829"/>
                </a:lnTo>
                <a:lnTo>
                  <a:pt x="831329" y="1099578"/>
                </a:lnTo>
                <a:lnTo>
                  <a:pt x="831329" y="1114272"/>
                </a:lnTo>
                <a:lnTo>
                  <a:pt x="831646" y="1115034"/>
                </a:lnTo>
                <a:lnTo>
                  <a:pt x="832904" y="1116291"/>
                </a:lnTo>
                <a:lnTo>
                  <a:pt x="833666" y="1116609"/>
                </a:lnTo>
                <a:lnTo>
                  <a:pt x="835456" y="1116609"/>
                </a:lnTo>
                <a:lnTo>
                  <a:pt x="836218" y="1116291"/>
                </a:lnTo>
                <a:lnTo>
                  <a:pt x="837476" y="1115034"/>
                </a:lnTo>
                <a:lnTo>
                  <a:pt x="837793" y="1114272"/>
                </a:lnTo>
                <a:lnTo>
                  <a:pt x="837793" y="1099578"/>
                </a:lnTo>
                <a:close/>
              </a:path>
              <a:path w="3331845" h="2440304">
                <a:moveTo>
                  <a:pt x="837793" y="1067308"/>
                </a:moveTo>
                <a:lnTo>
                  <a:pt x="837476" y="1066546"/>
                </a:lnTo>
                <a:lnTo>
                  <a:pt x="836218" y="1065288"/>
                </a:lnTo>
                <a:lnTo>
                  <a:pt x="835456" y="1064971"/>
                </a:lnTo>
                <a:lnTo>
                  <a:pt x="833666" y="1064971"/>
                </a:lnTo>
                <a:lnTo>
                  <a:pt x="832904" y="1065288"/>
                </a:lnTo>
                <a:lnTo>
                  <a:pt x="831646" y="1066546"/>
                </a:lnTo>
                <a:lnTo>
                  <a:pt x="831329" y="1067308"/>
                </a:lnTo>
                <a:lnTo>
                  <a:pt x="831329" y="1082001"/>
                </a:lnTo>
                <a:lnTo>
                  <a:pt x="831646" y="1082763"/>
                </a:lnTo>
                <a:lnTo>
                  <a:pt x="832904" y="1084021"/>
                </a:lnTo>
                <a:lnTo>
                  <a:pt x="833666" y="1084338"/>
                </a:lnTo>
                <a:lnTo>
                  <a:pt x="835456" y="1084338"/>
                </a:lnTo>
                <a:lnTo>
                  <a:pt x="836218" y="1084021"/>
                </a:lnTo>
                <a:lnTo>
                  <a:pt x="837476" y="1082763"/>
                </a:lnTo>
                <a:lnTo>
                  <a:pt x="837793" y="1082001"/>
                </a:lnTo>
                <a:lnTo>
                  <a:pt x="837793" y="1067308"/>
                </a:lnTo>
                <a:close/>
              </a:path>
              <a:path w="3331845" h="2440304">
                <a:moveTo>
                  <a:pt x="837793" y="1035037"/>
                </a:moveTo>
                <a:lnTo>
                  <a:pt x="837476" y="1034275"/>
                </a:lnTo>
                <a:lnTo>
                  <a:pt x="836218" y="1033018"/>
                </a:lnTo>
                <a:lnTo>
                  <a:pt x="835456" y="1032700"/>
                </a:lnTo>
                <a:lnTo>
                  <a:pt x="833666" y="1032700"/>
                </a:lnTo>
                <a:lnTo>
                  <a:pt x="832904" y="1033018"/>
                </a:lnTo>
                <a:lnTo>
                  <a:pt x="831646" y="1034275"/>
                </a:lnTo>
                <a:lnTo>
                  <a:pt x="831329" y="1035037"/>
                </a:lnTo>
                <a:lnTo>
                  <a:pt x="831329" y="1049731"/>
                </a:lnTo>
                <a:lnTo>
                  <a:pt x="831646" y="1050493"/>
                </a:lnTo>
                <a:lnTo>
                  <a:pt x="832904" y="1051750"/>
                </a:lnTo>
                <a:lnTo>
                  <a:pt x="833666" y="1052068"/>
                </a:lnTo>
                <a:lnTo>
                  <a:pt x="835456" y="1052068"/>
                </a:lnTo>
                <a:lnTo>
                  <a:pt x="836218" y="1051750"/>
                </a:lnTo>
                <a:lnTo>
                  <a:pt x="837476" y="1050493"/>
                </a:lnTo>
                <a:lnTo>
                  <a:pt x="837793" y="1049731"/>
                </a:lnTo>
                <a:lnTo>
                  <a:pt x="837793" y="1035037"/>
                </a:lnTo>
                <a:close/>
              </a:path>
              <a:path w="3331845" h="2440304">
                <a:moveTo>
                  <a:pt x="837793" y="1002766"/>
                </a:moveTo>
                <a:lnTo>
                  <a:pt x="837476" y="1002004"/>
                </a:lnTo>
                <a:lnTo>
                  <a:pt x="836218" y="1000747"/>
                </a:lnTo>
                <a:lnTo>
                  <a:pt x="835456" y="1000429"/>
                </a:lnTo>
                <a:lnTo>
                  <a:pt x="833666" y="1000429"/>
                </a:lnTo>
                <a:lnTo>
                  <a:pt x="832904" y="1000747"/>
                </a:lnTo>
                <a:lnTo>
                  <a:pt x="831646" y="1002004"/>
                </a:lnTo>
                <a:lnTo>
                  <a:pt x="831329" y="1002766"/>
                </a:lnTo>
                <a:lnTo>
                  <a:pt x="831329" y="1017460"/>
                </a:lnTo>
                <a:lnTo>
                  <a:pt x="831646" y="1018222"/>
                </a:lnTo>
                <a:lnTo>
                  <a:pt x="832904" y="1019479"/>
                </a:lnTo>
                <a:lnTo>
                  <a:pt x="833666" y="1019797"/>
                </a:lnTo>
                <a:lnTo>
                  <a:pt x="835456" y="1019797"/>
                </a:lnTo>
                <a:lnTo>
                  <a:pt x="836218" y="1019479"/>
                </a:lnTo>
                <a:lnTo>
                  <a:pt x="837476" y="1018222"/>
                </a:lnTo>
                <a:lnTo>
                  <a:pt x="837793" y="1017460"/>
                </a:lnTo>
                <a:lnTo>
                  <a:pt x="837793" y="1002766"/>
                </a:lnTo>
                <a:close/>
              </a:path>
              <a:path w="3331845" h="2440304">
                <a:moveTo>
                  <a:pt x="837793" y="970495"/>
                </a:moveTo>
                <a:lnTo>
                  <a:pt x="837476" y="969733"/>
                </a:lnTo>
                <a:lnTo>
                  <a:pt x="836218" y="968476"/>
                </a:lnTo>
                <a:lnTo>
                  <a:pt x="835456" y="968159"/>
                </a:lnTo>
                <a:lnTo>
                  <a:pt x="833666" y="968159"/>
                </a:lnTo>
                <a:lnTo>
                  <a:pt x="832904" y="968476"/>
                </a:lnTo>
                <a:lnTo>
                  <a:pt x="831646" y="969733"/>
                </a:lnTo>
                <a:lnTo>
                  <a:pt x="831329" y="970495"/>
                </a:lnTo>
                <a:lnTo>
                  <a:pt x="831329" y="985189"/>
                </a:lnTo>
                <a:lnTo>
                  <a:pt x="831646" y="985951"/>
                </a:lnTo>
                <a:lnTo>
                  <a:pt x="832904" y="987209"/>
                </a:lnTo>
                <a:lnTo>
                  <a:pt x="833666" y="987526"/>
                </a:lnTo>
                <a:lnTo>
                  <a:pt x="835456" y="987526"/>
                </a:lnTo>
                <a:lnTo>
                  <a:pt x="836218" y="987209"/>
                </a:lnTo>
                <a:lnTo>
                  <a:pt x="837476" y="985951"/>
                </a:lnTo>
                <a:lnTo>
                  <a:pt x="837793" y="985189"/>
                </a:lnTo>
                <a:lnTo>
                  <a:pt x="837793" y="970495"/>
                </a:lnTo>
                <a:close/>
              </a:path>
              <a:path w="3331845" h="2440304">
                <a:moveTo>
                  <a:pt x="837793" y="938225"/>
                </a:moveTo>
                <a:lnTo>
                  <a:pt x="837476" y="937463"/>
                </a:lnTo>
                <a:lnTo>
                  <a:pt x="836218" y="936205"/>
                </a:lnTo>
                <a:lnTo>
                  <a:pt x="835456" y="935888"/>
                </a:lnTo>
                <a:lnTo>
                  <a:pt x="833666" y="935888"/>
                </a:lnTo>
                <a:lnTo>
                  <a:pt x="832904" y="936205"/>
                </a:lnTo>
                <a:lnTo>
                  <a:pt x="831646" y="937463"/>
                </a:lnTo>
                <a:lnTo>
                  <a:pt x="831329" y="938225"/>
                </a:lnTo>
                <a:lnTo>
                  <a:pt x="831329" y="952919"/>
                </a:lnTo>
                <a:lnTo>
                  <a:pt x="831646" y="953681"/>
                </a:lnTo>
                <a:lnTo>
                  <a:pt x="832904" y="954938"/>
                </a:lnTo>
                <a:lnTo>
                  <a:pt x="833666" y="955255"/>
                </a:lnTo>
                <a:lnTo>
                  <a:pt x="835456" y="955255"/>
                </a:lnTo>
                <a:lnTo>
                  <a:pt x="836218" y="954938"/>
                </a:lnTo>
                <a:lnTo>
                  <a:pt x="837476" y="953681"/>
                </a:lnTo>
                <a:lnTo>
                  <a:pt x="837793" y="952919"/>
                </a:lnTo>
                <a:lnTo>
                  <a:pt x="837793" y="938225"/>
                </a:lnTo>
                <a:close/>
              </a:path>
              <a:path w="3331845" h="2440304">
                <a:moveTo>
                  <a:pt x="837793" y="905954"/>
                </a:moveTo>
                <a:lnTo>
                  <a:pt x="837476" y="905192"/>
                </a:lnTo>
                <a:lnTo>
                  <a:pt x="836218" y="903935"/>
                </a:lnTo>
                <a:lnTo>
                  <a:pt x="835456" y="903617"/>
                </a:lnTo>
                <a:lnTo>
                  <a:pt x="833666" y="903617"/>
                </a:lnTo>
                <a:lnTo>
                  <a:pt x="832904" y="903935"/>
                </a:lnTo>
                <a:lnTo>
                  <a:pt x="831646" y="905192"/>
                </a:lnTo>
                <a:lnTo>
                  <a:pt x="831329" y="905954"/>
                </a:lnTo>
                <a:lnTo>
                  <a:pt x="831329" y="920648"/>
                </a:lnTo>
                <a:lnTo>
                  <a:pt x="831646" y="921397"/>
                </a:lnTo>
                <a:lnTo>
                  <a:pt x="832904" y="922667"/>
                </a:lnTo>
                <a:lnTo>
                  <a:pt x="833666" y="922985"/>
                </a:lnTo>
                <a:lnTo>
                  <a:pt x="835456" y="922985"/>
                </a:lnTo>
                <a:lnTo>
                  <a:pt x="836218" y="922667"/>
                </a:lnTo>
                <a:lnTo>
                  <a:pt x="837476" y="921397"/>
                </a:lnTo>
                <a:lnTo>
                  <a:pt x="837793" y="920648"/>
                </a:lnTo>
                <a:lnTo>
                  <a:pt x="837793" y="905954"/>
                </a:lnTo>
                <a:close/>
              </a:path>
              <a:path w="3331845" h="2440304">
                <a:moveTo>
                  <a:pt x="837793" y="873683"/>
                </a:moveTo>
                <a:lnTo>
                  <a:pt x="837476" y="872921"/>
                </a:lnTo>
                <a:lnTo>
                  <a:pt x="836218" y="871664"/>
                </a:lnTo>
                <a:lnTo>
                  <a:pt x="835456" y="871347"/>
                </a:lnTo>
                <a:lnTo>
                  <a:pt x="833666" y="871347"/>
                </a:lnTo>
                <a:lnTo>
                  <a:pt x="832904" y="871664"/>
                </a:lnTo>
                <a:lnTo>
                  <a:pt x="831646" y="872921"/>
                </a:lnTo>
                <a:lnTo>
                  <a:pt x="831329" y="873683"/>
                </a:lnTo>
                <a:lnTo>
                  <a:pt x="831329" y="888365"/>
                </a:lnTo>
                <a:lnTo>
                  <a:pt x="831646" y="889127"/>
                </a:lnTo>
                <a:lnTo>
                  <a:pt x="832904" y="890397"/>
                </a:lnTo>
                <a:lnTo>
                  <a:pt x="833666" y="890701"/>
                </a:lnTo>
                <a:lnTo>
                  <a:pt x="835456" y="890701"/>
                </a:lnTo>
                <a:lnTo>
                  <a:pt x="836218" y="890397"/>
                </a:lnTo>
                <a:lnTo>
                  <a:pt x="837476" y="889127"/>
                </a:lnTo>
                <a:lnTo>
                  <a:pt x="837793" y="888365"/>
                </a:lnTo>
                <a:lnTo>
                  <a:pt x="837793" y="873683"/>
                </a:lnTo>
                <a:close/>
              </a:path>
              <a:path w="3331845" h="2440304">
                <a:moveTo>
                  <a:pt x="837793" y="841413"/>
                </a:moveTo>
                <a:lnTo>
                  <a:pt x="837476" y="840651"/>
                </a:lnTo>
                <a:lnTo>
                  <a:pt x="836218" y="839381"/>
                </a:lnTo>
                <a:lnTo>
                  <a:pt x="835456" y="839076"/>
                </a:lnTo>
                <a:lnTo>
                  <a:pt x="833666" y="839076"/>
                </a:lnTo>
                <a:lnTo>
                  <a:pt x="832904" y="839381"/>
                </a:lnTo>
                <a:lnTo>
                  <a:pt x="831646" y="840651"/>
                </a:lnTo>
                <a:lnTo>
                  <a:pt x="831329" y="841413"/>
                </a:lnTo>
                <a:lnTo>
                  <a:pt x="831329" y="856094"/>
                </a:lnTo>
                <a:lnTo>
                  <a:pt x="831646" y="856856"/>
                </a:lnTo>
                <a:lnTo>
                  <a:pt x="832904" y="858113"/>
                </a:lnTo>
                <a:lnTo>
                  <a:pt x="833666" y="858431"/>
                </a:lnTo>
                <a:lnTo>
                  <a:pt x="835456" y="858431"/>
                </a:lnTo>
                <a:lnTo>
                  <a:pt x="836218" y="858113"/>
                </a:lnTo>
                <a:lnTo>
                  <a:pt x="837476" y="856856"/>
                </a:lnTo>
                <a:lnTo>
                  <a:pt x="837793" y="856094"/>
                </a:lnTo>
                <a:lnTo>
                  <a:pt x="837793" y="841413"/>
                </a:lnTo>
                <a:close/>
              </a:path>
              <a:path w="3331845" h="2440304">
                <a:moveTo>
                  <a:pt x="837793" y="809129"/>
                </a:moveTo>
                <a:lnTo>
                  <a:pt x="837476" y="808380"/>
                </a:lnTo>
                <a:lnTo>
                  <a:pt x="836218" y="807110"/>
                </a:lnTo>
                <a:lnTo>
                  <a:pt x="835456" y="806792"/>
                </a:lnTo>
                <a:lnTo>
                  <a:pt x="833666" y="806792"/>
                </a:lnTo>
                <a:lnTo>
                  <a:pt x="832904" y="807110"/>
                </a:lnTo>
                <a:lnTo>
                  <a:pt x="831646" y="808380"/>
                </a:lnTo>
                <a:lnTo>
                  <a:pt x="831329" y="809129"/>
                </a:lnTo>
                <a:lnTo>
                  <a:pt x="831329" y="823823"/>
                </a:lnTo>
                <a:lnTo>
                  <a:pt x="831646" y="824585"/>
                </a:lnTo>
                <a:lnTo>
                  <a:pt x="832904" y="825842"/>
                </a:lnTo>
                <a:lnTo>
                  <a:pt x="833666" y="826160"/>
                </a:lnTo>
                <a:lnTo>
                  <a:pt x="835456" y="826160"/>
                </a:lnTo>
                <a:lnTo>
                  <a:pt x="836218" y="825842"/>
                </a:lnTo>
                <a:lnTo>
                  <a:pt x="837476" y="824585"/>
                </a:lnTo>
                <a:lnTo>
                  <a:pt x="837793" y="823823"/>
                </a:lnTo>
                <a:lnTo>
                  <a:pt x="837793" y="809129"/>
                </a:lnTo>
                <a:close/>
              </a:path>
              <a:path w="3331845" h="2440304">
                <a:moveTo>
                  <a:pt x="837793" y="776859"/>
                </a:moveTo>
                <a:lnTo>
                  <a:pt x="837476" y="776097"/>
                </a:lnTo>
                <a:lnTo>
                  <a:pt x="836218" y="774839"/>
                </a:lnTo>
                <a:lnTo>
                  <a:pt x="835456" y="774522"/>
                </a:lnTo>
                <a:lnTo>
                  <a:pt x="833666" y="774522"/>
                </a:lnTo>
                <a:lnTo>
                  <a:pt x="832904" y="774839"/>
                </a:lnTo>
                <a:lnTo>
                  <a:pt x="831646" y="776097"/>
                </a:lnTo>
                <a:lnTo>
                  <a:pt x="831329" y="776859"/>
                </a:lnTo>
                <a:lnTo>
                  <a:pt x="831329" y="791552"/>
                </a:lnTo>
                <a:lnTo>
                  <a:pt x="831646" y="792314"/>
                </a:lnTo>
                <a:lnTo>
                  <a:pt x="832904" y="793572"/>
                </a:lnTo>
                <a:lnTo>
                  <a:pt x="833666" y="793889"/>
                </a:lnTo>
                <a:lnTo>
                  <a:pt x="835456" y="793889"/>
                </a:lnTo>
                <a:lnTo>
                  <a:pt x="836218" y="793572"/>
                </a:lnTo>
                <a:lnTo>
                  <a:pt x="837476" y="792314"/>
                </a:lnTo>
                <a:lnTo>
                  <a:pt x="837793" y="791552"/>
                </a:lnTo>
                <a:lnTo>
                  <a:pt x="837793" y="776859"/>
                </a:lnTo>
                <a:close/>
              </a:path>
              <a:path w="3331845" h="2440304">
                <a:moveTo>
                  <a:pt x="837793" y="744588"/>
                </a:moveTo>
                <a:lnTo>
                  <a:pt x="837476" y="743826"/>
                </a:lnTo>
                <a:lnTo>
                  <a:pt x="836218" y="742569"/>
                </a:lnTo>
                <a:lnTo>
                  <a:pt x="835456" y="742251"/>
                </a:lnTo>
                <a:lnTo>
                  <a:pt x="833666" y="742251"/>
                </a:lnTo>
                <a:lnTo>
                  <a:pt x="832904" y="742569"/>
                </a:lnTo>
                <a:lnTo>
                  <a:pt x="831646" y="743826"/>
                </a:lnTo>
                <a:lnTo>
                  <a:pt x="831329" y="744588"/>
                </a:lnTo>
                <a:lnTo>
                  <a:pt x="831329" y="759282"/>
                </a:lnTo>
                <a:lnTo>
                  <a:pt x="831646" y="760044"/>
                </a:lnTo>
                <a:lnTo>
                  <a:pt x="832904" y="761301"/>
                </a:lnTo>
                <a:lnTo>
                  <a:pt x="833666" y="761619"/>
                </a:lnTo>
                <a:lnTo>
                  <a:pt x="835456" y="761619"/>
                </a:lnTo>
                <a:lnTo>
                  <a:pt x="836218" y="761301"/>
                </a:lnTo>
                <a:lnTo>
                  <a:pt x="837476" y="760044"/>
                </a:lnTo>
                <a:lnTo>
                  <a:pt x="837793" y="759282"/>
                </a:lnTo>
                <a:lnTo>
                  <a:pt x="837793" y="744588"/>
                </a:lnTo>
                <a:close/>
              </a:path>
              <a:path w="3331845" h="2440304">
                <a:moveTo>
                  <a:pt x="837793" y="712317"/>
                </a:moveTo>
                <a:lnTo>
                  <a:pt x="837476" y="711555"/>
                </a:lnTo>
                <a:lnTo>
                  <a:pt x="836218" y="710298"/>
                </a:lnTo>
                <a:lnTo>
                  <a:pt x="835456" y="709980"/>
                </a:lnTo>
                <a:lnTo>
                  <a:pt x="833666" y="709980"/>
                </a:lnTo>
                <a:lnTo>
                  <a:pt x="832904" y="710298"/>
                </a:lnTo>
                <a:lnTo>
                  <a:pt x="831646" y="711555"/>
                </a:lnTo>
                <a:lnTo>
                  <a:pt x="831329" y="712317"/>
                </a:lnTo>
                <a:lnTo>
                  <a:pt x="831329" y="727011"/>
                </a:lnTo>
                <a:lnTo>
                  <a:pt x="831646" y="727773"/>
                </a:lnTo>
                <a:lnTo>
                  <a:pt x="832904" y="729030"/>
                </a:lnTo>
                <a:lnTo>
                  <a:pt x="833666" y="729348"/>
                </a:lnTo>
                <a:lnTo>
                  <a:pt x="835456" y="729348"/>
                </a:lnTo>
                <a:lnTo>
                  <a:pt x="836218" y="729030"/>
                </a:lnTo>
                <a:lnTo>
                  <a:pt x="837476" y="727773"/>
                </a:lnTo>
                <a:lnTo>
                  <a:pt x="837793" y="727011"/>
                </a:lnTo>
                <a:lnTo>
                  <a:pt x="837793" y="712317"/>
                </a:lnTo>
                <a:close/>
              </a:path>
              <a:path w="3331845" h="2440304">
                <a:moveTo>
                  <a:pt x="837793" y="680046"/>
                </a:moveTo>
                <a:lnTo>
                  <a:pt x="837476" y="679284"/>
                </a:lnTo>
                <a:lnTo>
                  <a:pt x="836218" y="678027"/>
                </a:lnTo>
                <a:lnTo>
                  <a:pt x="835456" y="677710"/>
                </a:lnTo>
                <a:lnTo>
                  <a:pt x="833666" y="677710"/>
                </a:lnTo>
                <a:lnTo>
                  <a:pt x="832904" y="678027"/>
                </a:lnTo>
                <a:lnTo>
                  <a:pt x="831646" y="679284"/>
                </a:lnTo>
                <a:lnTo>
                  <a:pt x="831329" y="680046"/>
                </a:lnTo>
                <a:lnTo>
                  <a:pt x="831329" y="694740"/>
                </a:lnTo>
                <a:lnTo>
                  <a:pt x="831646" y="695502"/>
                </a:lnTo>
                <a:lnTo>
                  <a:pt x="832904" y="696760"/>
                </a:lnTo>
                <a:lnTo>
                  <a:pt x="833666" y="697077"/>
                </a:lnTo>
                <a:lnTo>
                  <a:pt x="835456" y="697077"/>
                </a:lnTo>
                <a:lnTo>
                  <a:pt x="836218" y="696760"/>
                </a:lnTo>
                <a:lnTo>
                  <a:pt x="837476" y="695502"/>
                </a:lnTo>
                <a:lnTo>
                  <a:pt x="837793" y="694740"/>
                </a:lnTo>
                <a:lnTo>
                  <a:pt x="837793" y="680046"/>
                </a:lnTo>
                <a:close/>
              </a:path>
              <a:path w="3331845" h="2440304">
                <a:moveTo>
                  <a:pt x="837793" y="647776"/>
                </a:moveTo>
                <a:lnTo>
                  <a:pt x="837476" y="647014"/>
                </a:lnTo>
                <a:lnTo>
                  <a:pt x="836218" y="645756"/>
                </a:lnTo>
                <a:lnTo>
                  <a:pt x="835456" y="645439"/>
                </a:lnTo>
                <a:lnTo>
                  <a:pt x="833666" y="645439"/>
                </a:lnTo>
                <a:lnTo>
                  <a:pt x="832904" y="645756"/>
                </a:lnTo>
                <a:lnTo>
                  <a:pt x="831646" y="647014"/>
                </a:lnTo>
                <a:lnTo>
                  <a:pt x="831329" y="647776"/>
                </a:lnTo>
                <a:lnTo>
                  <a:pt x="831329" y="662470"/>
                </a:lnTo>
                <a:lnTo>
                  <a:pt x="831646" y="663232"/>
                </a:lnTo>
                <a:lnTo>
                  <a:pt x="832904" y="664489"/>
                </a:lnTo>
                <a:lnTo>
                  <a:pt x="833666" y="664806"/>
                </a:lnTo>
                <a:lnTo>
                  <a:pt x="835456" y="664806"/>
                </a:lnTo>
                <a:lnTo>
                  <a:pt x="836218" y="664489"/>
                </a:lnTo>
                <a:lnTo>
                  <a:pt x="837476" y="663232"/>
                </a:lnTo>
                <a:lnTo>
                  <a:pt x="837793" y="662470"/>
                </a:lnTo>
                <a:lnTo>
                  <a:pt x="837793" y="647776"/>
                </a:lnTo>
                <a:close/>
              </a:path>
              <a:path w="3331845" h="2440304">
                <a:moveTo>
                  <a:pt x="837793" y="615505"/>
                </a:moveTo>
                <a:lnTo>
                  <a:pt x="837476" y="614743"/>
                </a:lnTo>
                <a:lnTo>
                  <a:pt x="836218" y="613486"/>
                </a:lnTo>
                <a:lnTo>
                  <a:pt x="835456" y="613168"/>
                </a:lnTo>
                <a:lnTo>
                  <a:pt x="833666" y="613168"/>
                </a:lnTo>
                <a:lnTo>
                  <a:pt x="832904" y="613486"/>
                </a:lnTo>
                <a:lnTo>
                  <a:pt x="831646" y="614743"/>
                </a:lnTo>
                <a:lnTo>
                  <a:pt x="831329" y="615505"/>
                </a:lnTo>
                <a:lnTo>
                  <a:pt x="831329" y="630199"/>
                </a:lnTo>
                <a:lnTo>
                  <a:pt x="831646" y="630948"/>
                </a:lnTo>
                <a:lnTo>
                  <a:pt x="832904" y="632218"/>
                </a:lnTo>
                <a:lnTo>
                  <a:pt x="833666" y="632523"/>
                </a:lnTo>
                <a:lnTo>
                  <a:pt x="835456" y="632523"/>
                </a:lnTo>
                <a:lnTo>
                  <a:pt x="836218" y="632218"/>
                </a:lnTo>
                <a:lnTo>
                  <a:pt x="837476" y="630948"/>
                </a:lnTo>
                <a:lnTo>
                  <a:pt x="837793" y="630199"/>
                </a:lnTo>
                <a:lnTo>
                  <a:pt x="837793" y="615505"/>
                </a:lnTo>
                <a:close/>
              </a:path>
              <a:path w="3331845" h="2440304">
                <a:moveTo>
                  <a:pt x="837793" y="583234"/>
                </a:moveTo>
                <a:lnTo>
                  <a:pt x="837476" y="582472"/>
                </a:lnTo>
                <a:lnTo>
                  <a:pt x="836218" y="581202"/>
                </a:lnTo>
                <a:lnTo>
                  <a:pt x="835456" y="580898"/>
                </a:lnTo>
                <a:lnTo>
                  <a:pt x="833666" y="580898"/>
                </a:lnTo>
                <a:lnTo>
                  <a:pt x="832904" y="581202"/>
                </a:lnTo>
                <a:lnTo>
                  <a:pt x="831646" y="582472"/>
                </a:lnTo>
                <a:lnTo>
                  <a:pt x="831329" y="583234"/>
                </a:lnTo>
                <a:lnTo>
                  <a:pt x="831329" y="597916"/>
                </a:lnTo>
                <a:lnTo>
                  <a:pt x="831646" y="598678"/>
                </a:lnTo>
                <a:lnTo>
                  <a:pt x="832904" y="599948"/>
                </a:lnTo>
                <a:lnTo>
                  <a:pt x="833666" y="600252"/>
                </a:lnTo>
                <a:lnTo>
                  <a:pt x="835456" y="600252"/>
                </a:lnTo>
                <a:lnTo>
                  <a:pt x="836218" y="599948"/>
                </a:lnTo>
                <a:lnTo>
                  <a:pt x="837476" y="598678"/>
                </a:lnTo>
                <a:lnTo>
                  <a:pt x="837793" y="597916"/>
                </a:lnTo>
                <a:lnTo>
                  <a:pt x="837793" y="583234"/>
                </a:lnTo>
                <a:close/>
              </a:path>
              <a:path w="3331845" h="2440304">
                <a:moveTo>
                  <a:pt x="837793" y="550951"/>
                </a:moveTo>
                <a:lnTo>
                  <a:pt x="837476" y="550202"/>
                </a:lnTo>
                <a:lnTo>
                  <a:pt x="836218" y="548932"/>
                </a:lnTo>
                <a:lnTo>
                  <a:pt x="835456" y="548627"/>
                </a:lnTo>
                <a:lnTo>
                  <a:pt x="833666" y="548627"/>
                </a:lnTo>
                <a:lnTo>
                  <a:pt x="832904" y="548932"/>
                </a:lnTo>
                <a:lnTo>
                  <a:pt x="831646" y="550202"/>
                </a:lnTo>
                <a:lnTo>
                  <a:pt x="831329" y="550951"/>
                </a:lnTo>
                <a:lnTo>
                  <a:pt x="831329" y="565645"/>
                </a:lnTo>
                <a:lnTo>
                  <a:pt x="831646" y="566407"/>
                </a:lnTo>
                <a:lnTo>
                  <a:pt x="832904" y="567664"/>
                </a:lnTo>
                <a:lnTo>
                  <a:pt x="833666" y="567982"/>
                </a:lnTo>
                <a:lnTo>
                  <a:pt x="835456" y="567982"/>
                </a:lnTo>
                <a:lnTo>
                  <a:pt x="836218" y="567664"/>
                </a:lnTo>
                <a:lnTo>
                  <a:pt x="837476" y="566407"/>
                </a:lnTo>
                <a:lnTo>
                  <a:pt x="837793" y="565645"/>
                </a:lnTo>
                <a:lnTo>
                  <a:pt x="837793" y="550951"/>
                </a:lnTo>
                <a:close/>
              </a:path>
              <a:path w="3331845" h="2440304">
                <a:moveTo>
                  <a:pt x="837793" y="518680"/>
                </a:moveTo>
                <a:lnTo>
                  <a:pt x="837476" y="517918"/>
                </a:lnTo>
                <a:lnTo>
                  <a:pt x="836218" y="516661"/>
                </a:lnTo>
                <a:lnTo>
                  <a:pt x="835456" y="516343"/>
                </a:lnTo>
                <a:lnTo>
                  <a:pt x="833666" y="516343"/>
                </a:lnTo>
                <a:lnTo>
                  <a:pt x="832904" y="516661"/>
                </a:lnTo>
                <a:lnTo>
                  <a:pt x="831646" y="517918"/>
                </a:lnTo>
                <a:lnTo>
                  <a:pt x="831329" y="518680"/>
                </a:lnTo>
                <a:lnTo>
                  <a:pt x="831329" y="533374"/>
                </a:lnTo>
                <a:lnTo>
                  <a:pt x="831646" y="534136"/>
                </a:lnTo>
                <a:lnTo>
                  <a:pt x="832904" y="535393"/>
                </a:lnTo>
                <a:lnTo>
                  <a:pt x="833666" y="535711"/>
                </a:lnTo>
                <a:lnTo>
                  <a:pt x="835456" y="535711"/>
                </a:lnTo>
                <a:lnTo>
                  <a:pt x="836218" y="535393"/>
                </a:lnTo>
                <a:lnTo>
                  <a:pt x="837476" y="534136"/>
                </a:lnTo>
                <a:lnTo>
                  <a:pt x="837793" y="533374"/>
                </a:lnTo>
                <a:lnTo>
                  <a:pt x="837793" y="518680"/>
                </a:lnTo>
                <a:close/>
              </a:path>
              <a:path w="3331845" h="2440304">
                <a:moveTo>
                  <a:pt x="837793" y="486410"/>
                </a:moveTo>
                <a:lnTo>
                  <a:pt x="837476" y="485648"/>
                </a:lnTo>
                <a:lnTo>
                  <a:pt x="836218" y="484390"/>
                </a:lnTo>
                <a:lnTo>
                  <a:pt x="835456" y="484073"/>
                </a:lnTo>
                <a:lnTo>
                  <a:pt x="833666" y="484073"/>
                </a:lnTo>
                <a:lnTo>
                  <a:pt x="832904" y="484390"/>
                </a:lnTo>
                <a:lnTo>
                  <a:pt x="831646" y="485648"/>
                </a:lnTo>
                <a:lnTo>
                  <a:pt x="831329" y="486410"/>
                </a:lnTo>
                <a:lnTo>
                  <a:pt x="831329" y="501103"/>
                </a:lnTo>
                <a:lnTo>
                  <a:pt x="831646" y="501865"/>
                </a:lnTo>
                <a:lnTo>
                  <a:pt x="832904" y="503123"/>
                </a:lnTo>
                <a:lnTo>
                  <a:pt x="833666" y="503440"/>
                </a:lnTo>
                <a:lnTo>
                  <a:pt x="835456" y="503440"/>
                </a:lnTo>
                <a:lnTo>
                  <a:pt x="836218" y="503123"/>
                </a:lnTo>
                <a:lnTo>
                  <a:pt x="837476" y="501865"/>
                </a:lnTo>
                <a:lnTo>
                  <a:pt x="837793" y="501103"/>
                </a:lnTo>
                <a:lnTo>
                  <a:pt x="837793" y="486410"/>
                </a:lnTo>
                <a:close/>
              </a:path>
              <a:path w="3331845" h="2440304">
                <a:moveTo>
                  <a:pt x="837793" y="454139"/>
                </a:moveTo>
                <a:lnTo>
                  <a:pt x="837476" y="453377"/>
                </a:lnTo>
                <a:lnTo>
                  <a:pt x="836218" y="452120"/>
                </a:lnTo>
                <a:lnTo>
                  <a:pt x="835456" y="451802"/>
                </a:lnTo>
                <a:lnTo>
                  <a:pt x="833666" y="451802"/>
                </a:lnTo>
                <a:lnTo>
                  <a:pt x="832904" y="452120"/>
                </a:lnTo>
                <a:lnTo>
                  <a:pt x="831646" y="453377"/>
                </a:lnTo>
                <a:lnTo>
                  <a:pt x="831329" y="454139"/>
                </a:lnTo>
                <a:lnTo>
                  <a:pt x="831329" y="468833"/>
                </a:lnTo>
                <a:lnTo>
                  <a:pt x="831646" y="469595"/>
                </a:lnTo>
                <a:lnTo>
                  <a:pt x="832904" y="470852"/>
                </a:lnTo>
                <a:lnTo>
                  <a:pt x="833666" y="471170"/>
                </a:lnTo>
                <a:lnTo>
                  <a:pt x="835456" y="471170"/>
                </a:lnTo>
                <a:lnTo>
                  <a:pt x="836218" y="470852"/>
                </a:lnTo>
                <a:lnTo>
                  <a:pt x="837476" y="469595"/>
                </a:lnTo>
                <a:lnTo>
                  <a:pt x="837793" y="468833"/>
                </a:lnTo>
                <a:lnTo>
                  <a:pt x="837793" y="454139"/>
                </a:lnTo>
                <a:close/>
              </a:path>
              <a:path w="3331845" h="2440304">
                <a:moveTo>
                  <a:pt x="837793" y="421868"/>
                </a:moveTo>
                <a:lnTo>
                  <a:pt x="837476" y="421106"/>
                </a:lnTo>
                <a:lnTo>
                  <a:pt x="836218" y="419849"/>
                </a:lnTo>
                <a:lnTo>
                  <a:pt x="835456" y="419531"/>
                </a:lnTo>
                <a:lnTo>
                  <a:pt x="833666" y="419531"/>
                </a:lnTo>
                <a:lnTo>
                  <a:pt x="832904" y="419849"/>
                </a:lnTo>
                <a:lnTo>
                  <a:pt x="831646" y="421106"/>
                </a:lnTo>
                <a:lnTo>
                  <a:pt x="831329" y="421868"/>
                </a:lnTo>
                <a:lnTo>
                  <a:pt x="831329" y="436562"/>
                </a:lnTo>
                <a:lnTo>
                  <a:pt x="831646" y="437324"/>
                </a:lnTo>
                <a:lnTo>
                  <a:pt x="832904" y="438581"/>
                </a:lnTo>
                <a:lnTo>
                  <a:pt x="833666" y="438899"/>
                </a:lnTo>
                <a:lnTo>
                  <a:pt x="835456" y="438899"/>
                </a:lnTo>
                <a:lnTo>
                  <a:pt x="836218" y="438581"/>
                </a:lnTo>
                <a:lnTo>
                  <a:pt x="837476" y="437324"/>
                </a:lnTo>
                <a:lnTo>
                  <a:pt x="837793" y="436562"/>
                </a:lnTo>
                <a:lnTo>
                  <a:pt x="837793" y="421868"/>
                </a:lnTo>
                <a:close/>
              </a:path>
              <a:path w="3331845" h="2440304">
                <a:moveTo>
                  <a:pt x="837793" y="389597"/>
                </a:moveTo>
                <a:lnTo>
                  <a:pt x="837476" y="388835"/>
                </a:lnTo>
                <a:lnTo>
                  <a:pt x="836218" y="387578"/>
                </a:lnTo>
                <a:lnTo>
                  <a:pt x="835456" y="387261"/>
                </a:lnTo>
                <a:lnTo>
                  <a:pt x="833666" y="387261"/>
                </a:lnTo>
                <a:lnTo>
                  <a:pt x="832904" y="387578"/>
                </a:lnTo>
                <a:lnTo>
                  <a:pt x="831646" y="388835"/>
                </a:lnTo>
                <a:lnTo>
                  <a:pt x="831329" y="389597"/>
                </a:lnTo>
                <a:lnTo>
                  <a:pt x="831329" y="404291"/>
                </a:lnTo>
                <a:lnTo>
                  <a:pt x="831646" y="405053"/>
                </a:lnTo>
                <a:lnTo>
                  <a:pt x="832904" y="406311"/>
                </a:lnTo>
                <a:lnTo>
                  <a:pt x="833666" y="406628"/>
                </a:lnTo>
                <a:lnTo>
                  <a:pt x="835456" y="406628"/>
                </a:lnTo>
                <a:lnTo>
                  <a:pt x="836218" y="406311"/>
                </a:lnTo>
                <a:lnTo>
                  <a:pt x="837476" y="405053"/>
                </a:lnTo>
                <a:lnTo>
                  <a:pt x="837793" y="404291"/>
                </a:lnTo>
                <a:lnTo>
                  <a:pt x="837793" y="389597"/>
                </a:lnTo>
                <a:close/>
              </a:path>
              <a:path w="3331845" h="2440304">
                <a:moveTo>
                  <a:pt x="837793" y="357327"/>
                </a:moveTo>
                <a:lnTo>
                  <a:pt x="837476" y="356565"/>
                </a:lnTo>
                <a:lnTo>
                  <a:pt x="836218" y="355307"/>
                </a:lnTo>
                <a:lnTo>
                  <a:pt x="835456" y="354990"/>
                </a:lnTo>
                <a:lnTo>
                  <a:pt x="833666" y="354990"/>
                </a:lnTo>
                <a:lnTo>
                  <a:pt x="832904" y="355307"/>
                </a:lnTo>
                <a:lnTo>
                  <a:pt x="831646" y="356565"/>
                </a:lnTo>
                <a:lnTo>
                  <a:pt x="831329" y="357327"/>
                </a:lnTo>
                <a:lnTo>
                  <a:pt x="831329" y="372021"/>
                </a:lnTo>
                <a:lnTo>
                  <a:pt x="831646" y="372770"/>
                </a:lnTo>
                <a:lnTo>
                  <a:pt x="832904" y="374040"/>
                </a:lnTo>
                <a:lnTo>
                  <a:pt x="833666" y="374345"/>
                </a:lnTo>
                <a:lnTo>
                  <a:pt x="835456" y="374345"/>
                </a:lnTo>
                <a:lnTo>
                  <a:pt x="836218" y="374040"/>
                </a:lnTo>
                <a:lnTo>
                  <a:pt x="837476" y="372770"/>
                </a:lnTo>
                <a:lnTo>
                  <a:pt x="837793" y="372021"/>
                </a:lnTo>
                <a:lnTo>
                  <a:pt x="837793" y="357327"/>
                </a:lnTo>
                <a:close/>
              </a:path>
              <a:path w="3331845" h="2440304">
                <a:moveTo>
                  <a:pt x="837793" y="325056"/>
                </a:moveTo>
                <a:lnTo>
                  <a:pt x="837476" y="324294"/>
                </a:lnTo>
                <a:lnTo>
                  <a:pt x="836218" y="323037"/>
                </a:lnTo>
                <a:lnTo>
                  <a:pt x="835456" y="322719"/>
                </a:lnTo>
                <a:lnTo>
                  <a:pt x="833666" y="322719"/>
                </a:lnTo>
                <a:lnTo>
                  <a:pt x="832904" y="323037"/>
                </a:lnTo>
                <a:lnTo>
                  <a:pt x="831646" y="324294"/>
                </a:lnTo>
                <a:lnTo>
                  <a:pt x="831329" y="325056"/>
                </a:lnTo>
                <a:lnTo>
                  <a:pt x="831329" y="339737"/>
                </a:lnTo>
                <a:lnTo>
                  <a:pt x="831646" y="340499"/>
                </a:lnTo>
                <a:lnTo>
                  <a:pt x="832904" y="341769"/>
                </a:lnTo>
                <a:lnTo>
                  <a:pt x="833666" y="342074"/>
                </a:lnTo>
                <a:lnTo>
                  <a:pt x="835456" y="342074"/>
                </a:lnTo>
                <a:lnTo>
                  <a:pt x="836218" y="341769"/>
                </a:lnTo>
                <a:lnTo>
                  <a:pt x="837476" y="340499"/>
                </a:lnTo>
                <a:lnTo>
                  <a:pt x="837793" y="339737"/>
                </a:lnTo>
                <a:lnTo>
                  <a:pt x="837793" y="325056"/>
                </a:lnTo>
                <a:close/>
              </a:path>
              <a:path w="3331845" h="2440304">
                <a:moveTo>
                  <a:pt x="837793" y="292785"/>
                </a:moveTo>
                <a:lnTo>
                  <a:pt x="837476" y="292023"/>
                </a:lnTo>
                <a:lnTo>
                  <a:pt x="836218" y="290753"/>
                </a:lnTo>
                <a:lnTo>
                  <a:pt x="835456" y="290449"/>
                </a:lnTo>
                <a:lnTo>
                  <a:pt x="833666" y="290449"/>
                </a:lnTo>
                <a:lnTo>
                  <a:pt x="832904" y="290753"/>
                </a:lnTo>
                <a:lnTo>
                  <a:pt x="831646" y="292023"/>
                </a:lnTo>
                <a:lnTo>
                  <a:pt x="831329" y="292785"/>
                </a:lnTo>
                <a:lnTo>
                  <a:pt x="831329" y="307467"/>
                </a:lnTo>
                <a:lnTo>
                  <a:pt x="831646" y="308229"/>
                </a:lnTo>
                <a:lnTo>
                  <a:pt x="832904" y="309486"/>
                </a:lnTo>
                <a:lnTo>
                  <a:pt x="833666" y="309803"/>
                </a:lnTo>
                <a:lnTo>
                  <a:pt x="835456" y="309803"/>
                </a:lnTo>
                <a:lnTo>
                  <a:pt x="836218" y="309486"/>
                </a:lnTo>
                <a:lnTo>
                  <a:pt x="837476" y="308229"/>
                </a:lnTo>
                <a:lnTo>
                  <a:pt x="837793" y="307467"/>
                </a:lnTo>
                <a:lnTo>
                  <a:pt x="837793" y="292785"/>
                </a:lnTo>
                <a:close/>
              </a:path>
              <a:path w="3331845" h="2440304">
                <a:moveTo>
                  <a:pt x="837793" y="260502"/>
                </a:moveTo>
                <a:lnTo>
                  <a:pt x="837476" y="259753"/>
                </a:lnTo>
                <a:lnTo>
                  <a:pt x="836218" y="258483"/>
                </a:lnTo>
                <a:lnTo>
                  <a:pt x="835456" y="258165"/>
                </a:lnTo>
                <a:lnTo>
                  <a:pt x="833666" y="258165"/>
                </a:lnTo>
                <a:lnTo>
                  <a:pt x="832904" y="258483"/>
                </a:lnTo>
                <a:lnTo>
                  <a:pt x="831646" y="259753"/>
                </a:lnTo>
                <a:lnTo>
                  <a:pt x="831329" y="260502"/>
                </a:lnTo>
                <a:lnTo>
                  <a:pt x="831329" y="275196"/>
                </a:lnTo>
                <a:lnTo>
                  <a:pt x="831646" y="275958"/>
                </a:lnTo>
                <a:lnTo>
                  <a:pt x="832904" y="277215"/>
                </a:lnTo>
                <a:lnTo>
                  <a:pt x="833666" y="277533"/>
                </a:lnTo>
                <a:lnTo>
                  <a:pt x="835456" y="277533"/>
                </a:lnTo>
                <a:lnTo>
                  <a:pt x="836218" y="277215"/>
                </a:lnTo>
                <a:lnTo>
                  <a:pt x="837476" y="275958"/>
                </a:lnTo>
                <a:lnTo>
                  <a:pt x="837793" y="275196"/>
                </a:lnTo>
                <a:lnTo>
                  <a:pt x="837793" y="260502"/>
                </a:lnTo>
                <a:close/>
              </a:path>
              <a:path w="3331845" h="2440304">
                <a:moveTo>
                  <a:pt x="837793" y="228231"/>
                </a:moveTo>
                <a:lnTo>
                  <a:pt x="837476" y="227469"/>
                </a:lnTo>
                <a:lnTo>
                  <a:pt x="836218" y="226212"/>
                </a:lnTo>
                <a:lnTo>
                  <a:pt x="835456" y="225894"/>
                </a:lnTo>
                <a:lnTo>
                  <a:pt x="833666" y="225894"/>
                </a:lnTo>
                <a:lnTo>
                  <a:pt x="832904" y="226212"/>
                </a:lnTo>
                <a:lnTo>
                  <a:pt x="831646" y="227469"/>
                </a:lnTo>
                <a:lnTo>
                  <a:pt x="831329" y="228231"/>
                </a:lnTo>
                <a:lnTo>
                  <a:pt x="831329" y="242925"/>
                </a:lnTo>
                <a:lnTo>
                  <a:pt x="831646" y="243687"/>
                </a:lnTo>
                <a:lnTo>
                  <a:pt x="832904" y="244944"/>
                </a:lnTo>
                <a:lnTo>
                  <a:pt x="833666" y="245262"/>
                </a:lnTo>
                <a:lnTo>
                  <a:pt x="835456" y="245262"/>
                </a:lnTo>
                <a:lnTo>
                  <a:pt x="836218" y="244944"/>
                </a:lnTo>
                <a:lnTo>
                  <a:pt x="837476" y="243687"/>
                </a:lnTo>
                <a:lnTo>
                  <a:pt x="837793" y="242925"/>
                </a:lnTo>
                <a:lnTo>
                  <a:pt x="837793" y="228231"/>
                </a:lnTo>
                <a:close/>
              </a:path>
              <a:path w="3331845" h="2440304">
                <a:moveTo>
                  <a:pt x="837793" y="195961"/>
                </a:moveTo>
                <a:lnTo>
                  <a:pt x="837476" y="195199"/>
                </a:lnTo>
                <a:lnTo>
                  <a:pt x="836218" y="193941"/>
                </a:lnTo>
                <a:lnTo>
                  <a:pt x="835456" y="193624"/>
                </a:lnTo>
                <a:lnTo>
                  <a:pt x="833666" y="193624"/>
                </a:lnTo>
                <a:lnTo>
                  <a:pt x="832904" y="193941"/>
                </a:lnTo>
                <a:lnTo>
                  <a:pt x="831646" y="195199"/>
                </a:lnTo>
                <a:lnTo>
                  <a:pt x="831329" y="195961"/>
                </a:lnTo>
                <a:lnTo>
                  <a:pt x="831329" y="210654"/>
                </a:lnTo>
                <a:lnTo>
                  <a:pt x="831646" y="211416"/>
                </a:lnTo>
                <a:lnTo>
                  <a:pt x="832904" y="212674"/>
                </a:lnTo>
                <a:lnTo>
                  <a:pt x="833666" y="212991"/>
                </a:lnTo>
                <a:lnTo>
                  <a:pt x="835456" y="212991"/>
                </a:lnTo>
                <a:lnTo>
                  <a:pt x="836218" y="212674"/>
                </a:lnTo>
                <a:lnTo>
                  <a:pt x="837476" y="211416"/>
                </a:lnTo>
                <a:lnTo>
                  <a:pt x="837793" y="210654"/>
                </a:lnTo>
                <a:lnTo>
                  <a:pt x="837793" y="195961"/>
                </a:lnTo>
                <a:close/>
              </a:path>
              <a:path w="3331845" h="2440304">
                <a:moveTo>
                  <a:pt x="837793" y="163690"/>
                </a:moveTo>
                <a:lnTo>
                  <a:pt x="837476" y="162928"/>
                </a:lnTo>
                <a:lnTo>
                  <a:pt x="836218" y="161671"/>
                </a:lnTo>
                <a:lnTo>
                  <a:pt x="835456" y="161353"/>
                </a:lnTo>
                <a:lnTo>
                  <a:pt x="833666" y="161353"/>
                </a:lnTo>
                <a:lnTo>
                  <a:pt x="832904" y="161671"/>
                </a:lnTo>
                <a:lnTo>
                  <a:pt x="831646" y="162928"/>
                </a:lnTo>
                <a:lnTo>
                  <a:pt x="831329" y="163690"/>
                </a:lnTo>
                <a:lnTo>
                  <a:pt x="831329" y="178384"/>
                </a:lnTo>
                <a:lnTo>
                  <a:pt x="831646" y="179146"/>
                </a:lnTo>
                <a:lnTo>
                  <a:pt x="832904" y="180403"/>
                </a:lnTo>
                <a:lnTo>
                  <a:pt x="833666" y="180721"/>
                </a:lnTo>
                <a:lnTo>
                  <a:pt x="835456" y="180721"/>
                </a:lnTo>
                <a:lnTo>
                  <a:pt x="836218" y="180403"/>
                </a:lnTo>
                <a:lnTo>
                  <a:pt x="837476" y="179146"/>
                </a:lnTo>
                <a:lnTo>
                  <a:pt x="837793" y="178384"/>
                </a:lnTo>
                <a:lnTo>
                  <a:pt x="837793" y="163690"/>
                </a:lnTo>
                <a:close/>
              </a:path>
              <a:path w="3331845" h="2440304">
                <a:moveTo>
                  <a:pt x="837793" y="131419"/>
                </a:moveTo>
                <a:lnTo>
                  <a:pt x="837476" y="130657"/>
                </a:lnTo>
                <a:lnTo>
                  <a:pt x="836218" y="129400"/>
                </a:lnTo>
                <a:lnTo>
                  <a:pt x="835456" y="129082"/>
                </a:lnTo>
                <a:lnTo>
                  <a:pt x="833666" y="129082"/>
                </a:lnTo>
                <a:lnTo>
                  <a:pt x="832904" y="129400"/>
                </a:lnTo>
                <a:lnTo>
                  <a:pt x="831646" y="130657"/>
                </a:lnTo>
                <a:lnTo>
                  <a:pt x="831329" y="131419"/>
                </a:lnTo>
                <a:lnTo>
                  <a:pt x="831329" y="146113"/>
                </a:lnTo>
                <a:lnTo>
                  <a:pt x="831646" y="146875"/>
                </a:lnTo>
                <a:lnTo>
                  <a:pt x="832904" y="148132"/>
                </a:lnTo>
                <a:lnTo>
                  <a:pt x="833666" y="148450"/>
                </a:lnTo>
                <a:lnTo>
                  <a:pt x="835456" y="148450"/>
                </a:lnTo>
                <a:lnTo>
                  <a:pt x="836218" y="148132"/>
                </a:lnTo>
                <a:lnTo>
                  <a:pt x="837476" y="146875"/>
                </a:lnTo>
                <a:lnTo>
                  <a:pt x="837793" y="146113"/>
                </a:lnTo>
                <a:lnTo>
                  <a:pt x="837793" y="131419"/>
                </a:lnTo>
                <a:close/>
              </a:path>
              <a:path w="3331845" h="2440304">
                <a:moveTo>
                  <a:pt x="837793" y="99148"/>
                </a:moveTo>
                <a:lnTo>
                  <a:pt x="837476" y="98386"/>
                </a:lnTo>
                <a:lnTo>
                  <a:pt x="836218" y="97129"/>
                </a:lnTo>
                <a:lnTo>
                  <a:pt x="835456" y="96812"/>
                </a:lnTo>
                <a:lnTo>
                  <a:pt x="833666" y="96812"/>
                </a:lnTo>
                <a:lnTo>
                  <a:pt x="832904" y="97129"/>
                </a:lnTo>
                <a:lnTo>
                  <a:pt x="831646" y="98386"/>
                </a:lnTo>
                <a:lnTo>
                  <a:pt x="831329" y="99148"/>
                </a:lnTo>
                <a:lnTo>
                  <a:pt x="831329" y="113842"/>
                </a:lnTo>
                <a:lnTo>
                  <a:pt x="831646" y="114604"/>
                </a:lnTo>
                <a:lnTo>
                  <a:pt x="832904" y="115862"/>
                </a:lnTo>
                <a:lnTo>
                  <a:pt x="833666" y="116179"/>
                </a:lnTo>
                <a:lnTo>
                  <a:pt x="835456" y="116179"/>
                </a:lnTo>
                <a:lnTo>
                  <a:pt x="836218" y="115862"/>
                </a:lnTo>
                <a:lnTo>
                  <a:pt x="837476" y="114604"/>
                </a:lnTo>
                <a:lnTo>
                  <a:pt x="837793" y="113842"/>
                </a:lnTo>
                <a:lnTo>
                  <a:pt x="837793" y="99148"/>
                </a:lnTo>
                <a:close/>
              </a:path>
              <a:path w="3331845" h="2440304">
                <a:moveTo>
                  <a:pt x="837793" y="66878"/>
                </a:moveTo>
                <a:lnTo>
                  <a:pt x="837476" y="66116"/>
                </a:lnTo>
                <a:lnTo>
                  <a:pt x="836218" y="64858"/>
                </a:lnTo>
                <a:lnTo>
                  <a:pt x="835456" y="64541"/>
                </a:lnTo>
                <a:lnTo>
                  <a:pt x="833666" y="64541"/>
                </a:lnTo>
                <a:lnTo>
                  <a:pt x="832904" y="64858"/>
                </a:lnTo>
                <a:lnTo>
                  <a:pt x="831646" y="66116"/>
                </a:lnTo>
                <a:lnTo>
                  <a:pt x="831329" y="66878"/>
                </a:lnTo>
                <a:lnTo>
                  <a:pt x="831329" y="81559"/>
                </a:lnTo>
                <a:lnTo>
                  <a:pt x="831646" y="82321"/>
                </a:lnTo>
                <a:lnTo>
                  <a:pt x="832904" y="83591"/>
                </a:lnTo>
                <a:lnTo>
                  <a:pt x="833666" y="83896"/>
                </a:lnTo>
                <a:lnTo>
                  <a:pt x="835456" y="83896"/>
                </a:lnTo>
                <a:lnTo>
                  <a:pt x="836218" y="83591"/>
                </a:lnTo>
                <a:lnTo>
                  <a:pt x="837476" y="82321"/>
                </a:lnTo>
                <a:lnTo>
                  <a:pt x="837793" y="81559"/>
                </a:lnTo>
                <a:lnTo>
                  <a:pt x="837793" y="66878"/>
                </a:lnTo>
                <a:close/>
              </a:path>
              <a:path w="3331845" h="2440304">
                <a:moveTo>
                  <a:pt x="837793" y="34607"/>
                </a:moveTo>
                <a:lnTo>
                  <a:pt x="837476" y="33845"/>
                </a:lnTo>
                <a:lnTo>
                  <a:pt x="836218" y="32575"/>
                </a:lnTo>
                <a:lnTo>
                  <a:pt x="835456" y="32270"/>
                </a:lnTo>
                <a:lnTo>
                  <a:pt x="833666" y="32270"/>
                </a:lnTo>
                <a:lnTo>
                  <a:pt x="832904" y="32575"/>
                </a:lnTo>
                <a:lnTo>
                  <a:pt x="831646" y="33845"/>
                </a:lnTo>
                <a:lnTo>
                  <a:pt x="831329" y="34607"/>
                </a:lnTo>
                <a:lnTo>
                  <a:pt x="831329" y="49288"/>
                </a:lnTo>
                <a:lnTo>
                  <a:pt x="831646" y="50050"/>
                </a:lnTo>
                <a:lnTo>
                  <a:pt x="832904" y="51320"/>
                </a:lnTo>
                <a:lnTo>
                  <a:pt x="833666" y="51625"/>
                </a:lnTo>
                <a:lnTo>
                  <a:pt x="835456" y="51625"/>
                </a:lnTo>
                <a:lnTo>
                  <a:pt x="836218" y="51320"/>
                </a:lnTo>
                <a:lnTo>
                  <a:pt x="837476" y="50050"/>
                </a:lnTo>
                <a:lnTo>
                  <a:pt x="837793" y="49288"/>
                </a:lnTo>
                <a:lnTo>
                  <a:pt x="837793" y="34607"/>
                </a:lnTo>
                <a:close/>
              </a:path>
              <a:path w="3331845" h="2440304">
                <a:moveTo>
                  <a:pt x="837793" y="2324"/>
                </a:moveTo>
                <a:lnTo>
                  <a:pt x="837476" y="1574"/>
                </a:lnTo>
                <a:lnTo>
                  <a:pt x="836218" y="304"/>
                </a:lnTo>
                <a:lnTo>
                  <a:pt x="835456" y="0"/>
                </a:lnTo>
                <a:lnTo>
                  <a:pt x="833666" y="0"/>
                </a:lnTo>
                <a:lnTo>
                  <a:pt x="832904" y="304"/>
                </a:lnTo>
                <a:lnTo>
                  <a:pt x="831646" y="1574"/>
                </a:lnTo>
                <a:lnTo>
                  <a:pt x="831329" y="2324"/>
                </a:lnTo>
                <a:lnTo>
                  <a:pt x="831329" y="17018"/>
                </a:lnTo>
                <a:lnTo>
                  <a:pt x="831646" y="17780"/>
                </a:lnTo>
                <a:lnTo>
                  <a:pt x="832904" y="19037"/>
                </a:lnTo>
                <a:lnTo>
                  <a:pt x="833666" y="19354"/>
                </a:lnTo>
                <a:lnTo>
                  <a:pt x="835456" y="19354"/>
                </a:lnTo>
                <a:lnTo>
                  <a:pt x="836218" y="19037"/>
                </a:lnTo>
                <a:lnTo>
                  <a:pt x="837476" y="17780"/>
                </a:lnTo>
                <a:lnTo>
                  <a:pt x="837793" y="17018"/>
                </a:lnTo>
                <a:lnTo>
                  <a:pt x="837793" y="2324"/>
                </a:lnTo>
                <a:close/>
              </a:path>
              <a:path w="3331845" h="2440304">
                <a:moveTo>
                  <a:pt x="1253451" y="2422741"/>
                </a:moveTo>
                <a:lnTo>
                  <a:pt x="1253134" y="2421979"/>
                </a:lnTo>
                <a:lnTo>
                  <a:pt x="1251877" y="2420721"/>
                </a:lnTo>
                <a:lnTo>
                  <a:pt x="1251115" y="2420404"/>
                </a:lnTo>
                <a:lnTo>
                  <a:pt x="1249337" y="2420404"/>
                </a:lnTo>
                <a:lnTo>
                  <a:pt x="1248575" y="2420721"/>
                </a:lnTo>
                <a:lnTo>
                  <a:pt x="1247317" y="2421979"/>
                </a:lnTo>
                <a:lnTo>
                  <a:pt x="1247000" y="2422741"/>
                </a:lnTo>
                <a:lnTo>
                  <a:pt x="1247000" y="2437434"/>
                </a:lnTo>
                <a:lnTo>
                  <a:pt x="1247317" y="2438196"/>
                </a:lnTo>
                <a:lnTo>
                  <a:pt x="1248575" y="2439454"/>
                </a:lnTo>
                <a:lnTo>
                  <a:pt x="1249337" y="2439771"/>
                </a:lnTo>
                <a:lnTo>
                  <a:pt x="1251115" y="2439771"/>
                </a:lnTo>
                <a:lnTo>
                  <a:pt x="1251877" y="2439454"/>
                </a:lnTo>
                <a:lnTo>
                  <a:pt x="1253134" y="2438196"/>
                </a:lnTo>
                <a:lnTo>
                  <a:pt x="1253451" y="2437434"/>
                </a:lnTo>
                <a:lnTo>
                  <a:pt x="1253451" y="2422741"/>
                </a:lnTo>
                <a:close/>
              </a:path>
              <a:path w="3331845" h="2440304">
                <a:moveTo>
                  <a:pt x="1253451" y="2390470"/>
                </a:moveTo>
                <a:lnTo>
                  <a:pt x="1253134" y="2389708"/>
                </a:lnTo>
                <a:lnTo>
                  <a:pt x="1251877" y="2388451"/>
                </a:lnTo>
                <a:lnTo>
                  <a:pt x="1251115" y="2388133"/>
                </a:lnTo>
                <a:lnTo>
                  <a:pt x="1249337" y="2388133"/>
                </a:lnTo>
                <a:lnTo>
                  <a:pt x="1248575" y="2388451"/>
                </a:lnTo>
                <a:lnTo>
                  <a:pt x="1247317" y="2389708"/>
                </a:lnTo>
                <a:lnTo>
                  <a:pt x="1247000" y="2390470"/>
                </a:lnTo>
                <a:lnTo>
                  <a:pt x="1247000" y="2405164"/>
                </a:lnTo>
                <a:lnTo>
                  <a:pt x="1247317" y="2405926"/>
                </a:lnTo>
                <a:lnTo>
                  <a:pt x="1248575" y="2407183"/>
                </a:lnTo>
                <a:lnTo>
                  <a:pt x="1249337" y="2407501"/>
                </a:lnTo>
                <a:lnTo>
                  <a:pt x="1251115" y="2407501"/>
                </a:lnTo>
                <a:lnTo>
                  <a:pt x="1251877" y="2407183"/>
                </a:lnTo>
                <a:lnTo>
                  <a:pt x="1253134" y="2405926"/>
                </a:lnTo>
                <a:lnTo>
                  <a:pt x="1253451" y="2405164"/>
                </a:lnTo>
                <a:lnTo>
                  <a:pt x="1253451" y="2390470"/>
                </a:lnTo>
                <a:close/>
              </a:path>
              <a:path w="3331845" h="2440304">
                <a:moveTo>
                  <a:pt x="1253451" y="2358199"/>
                </a:moveTo>
                <a:lnTo>
                  <a:pt x="1253134" y="2357437"/>
                </a:lnTo>
                <a:lnTo>
                  <a:pt x="1251877" y="2356180"/>
                </a:lnTo>
                <a:lnTo>
                  <a:pt x="1251115" y="2355862"/>
                </a:lnTo>
                <a:lnTo>
                  <a:pt x="1249337" y="2355862"/>
                </a:lnTo>
                <a:lnTo>
                  <a:pt x="1248575" y="2356180"/>
                </a:lnTo>
                <a:lnTo>
                  <a:pt x="1247317" y="2357437"/>
                </a:lnTo>
                <a:lnTo>
                  <a:pt x="1247000" y="2358199"/>
                </a:lnTo>
                <a:lnTo>
                  <a:pt x="1247000" y="2372893"/>
                </a:lnTo>
                <a:lnTo>
                  <a:pt x="1247317" y="2373655"/>
                </a:lnTo>
                <a:lnTo>
                  <a:pt x="1248575" y="2374912"/>
                </a:lnTo>
                <a:lnTo>
                  <a:pt x="1249337" y="2375230"/>
                </a:lnTo>
                <a:lnTo>
                  <a:pt x="1251115" y="2375230"/>
                </a:lnTo>
                <a:lnTo>
                  <a:pt x="1251877" y="2374912"/>
                </a:lnTo>
                <a:lnTo>
                  <a:pt x="1253134" y="2373655"/>
                </a:lnTo>
                <a:lnTo>
                  <a:pt x="1253451" y="2372893"/>
                </a:lnTo>
                <a:lnTo>
                  <a:pt x="1253451" y="2358199"/>
                </a:lnTo>
                <a:close/>
              </a:path>
              <a:path w="3331845" h="2440304">
                <a:moveTo>
                  <a:pt x="1253451" y="2325928"/>
                </a:moveTo>
                <a:lnTo>
                  <a:pt x="1253134" y="2325166"/>
                </a:lnTo>
                <a:lnTo>
                  <a:pt x="1251877" y="2323909"/>
                </a:lnTo>
                <a:lnTo>
                  <a:pt x="1251115" y="2323592"/>
                </a:lnTo>
                <a:lnTo>
                  <a:pt x="1249337" y="2323592"/>
                </a:lnTo>
                <a:lnTo>
                  <a:pt x="1248575" y="2323909"/>
                </a:lnTo>
                <a:lnTo>
                  <a:pt x="1247317" y="2325166"/>
                </a:lnTo>
                <a:lnTo>
                  <a:pt x="1247000" y="2325928"/>
                </a:lnTo>
                <a:lnTo>
                  <a:pt x="1247000" y="2340622"/>
                </a:lnTo>
                <a:lnTo>
                  <a:pt x="1247317" y="2341384"/>
                </a:lnTo>
                <a:lnTo>
                  <a:pt x="1248575" y="2342642"/>
                </a:lnTo>
                <a:lnTo>
                  <a:pt x="1249337" y="2342959"/>
                </a:lnTo>
                <a:lnTo>
                  <a:pt x="1251115" y="2342959"/>
                </a:lnTo>
                <a:lnTo>
                  <a:pt x="1251877" y="2342642"/>
                </a:lnTo>
                <a:lnTo>
                  <a:pt x="1253134" y="2341384"/>
                </a:lnTo>
                <a:lnTo>
                  <a:pt x="1253451" y="2340622"/>
                </a:lnTo>
                <a:lnTo>
                  <a:pt x="1253451" y="2325928"/>
                </a:lnTo>
                <a:close/>
              </a:path>
              <a:path w="3331845" h="2440304">
                <a:moveTo>
                  <a:pt x="1253451" y="2293658"/>
                </a:moveTo>
                <a:lnTo>
                  <a:pt x="1253134" y="2292896"/>
                </a:lnTo>
                <a:lnTo>
                  <a:pt x="1251877" y="2291638"/>
                </a:lnTo>
                <a:lnTo>
                  <a:pt x="1251115" y="2291321"/>
                </a:lnTo>
                <a:lnTo>
                  <a:pt x="1249337" y="2291321"/>
                </a:lnTo>
                <a:lnTo>
                  <a:pt x="1248575" y="2291638"/>
                </a:lnTo>
                <a:lnTo>
                  <a:pt x="1247317" y="2292896"/>
                </a:lnTo>
                <a:lnTo>
                  <a:pt x="1247000" y="2293658"/>
                </a:lnTo>
                <a:lnTo>
                  <a:pt x="1247000" y="2308352"/>
                </a:lnTo>
                <a:lnTo>
                  <a:pt x="1247317" y="2309114"/>
                </a:lnTo>
                <a:lnTo>
                  <a:pt x="1248575" y="2310371"/>
                </a:lnTo>
                <a:lnTo>
                  <a:pt x="1249337" y="2310688"/>
                </a:lnTo>
                <a:lnTo>
                  <a:pt x="1251115" y="2310688"/>
                </a:lnTo>
                <a:lnTo>
                  <a:pt x="1251877" y="2310371"/>
                </a:lnTo>
                <a:lnTo>
                  <a:pt x="1253134" y="2309114"/>
                </a:lnTo>
                <a:lnTo>
                  <a:pt x="1253451" y="2308352"/>
                </a:lnTo>
                <a:lnTo>
                  <a:pt x="1253451" y="2293658"/>
                </a:lnTo>
                <a:close/>
              </a:path>
              <a:path w="3331845" h="2440304">
                <a:moveTo>
                  <a:pt x="1253451" y="2261387"/>
                </a:moveTo>
                <a:lnTo>
                  <a:pt x="1253134" y="2260625"/>
                </a:lnTo>
                <a:lnTo>
                  <a:pt x="1251877" y="2259368"/>
                </a:lnTo>
                <a:lnTo>
                  <a:pt x="1251115" y="2259050"/>
                </a:lnTo>
                <a:lnTo>
                  <a:pt x="1249337" y="2259050"/>
                </a:lnTo>
                <a:lnTo>
                  <a:pt x="1248575" y="2259368"/>
                </a:lnTo>
                <a:lnTo>
                  <a:pt x="1247317" y="2260625"/>
                </a:lnTo>
                <a:lnTo>
                  <a:pt x="1247000" y="2261387"/>
                </a:lnTo>
                <a:lnTo>
                  <a:pt x="1247000" y="2276081"/>
                </a:lnTo>
                <a:lnTo>
                  <a:pt x="1247317" y="2276830"/>
                </a:lnTo>
                <a:lnTo>
                  <a:pt x="1248575" y="2278100"/>
                </a:lnTo>
                <a:lnTo>
                  <a:pt x="1249337" y="2278405"/>
                </a:lnTo>
                <a:lnTo>
                  <a:pt x="1251115" y="2278405"/>
                </a:lnTo>
                <a:lnTo>
                  <a:pt x="1251877" y="2278100"/>
                </a:lnTo>
                <a:lnTo>
                  <a:pt x="1253134" y="2276830"/>
                </a:lnTo>
                <a:lnTo>
                  <a:pt x="1253451" y="2276081"/>
                </a:lnTo>
                <a:lnTo>
                  <a:pt x="1253451" y="2261387"/>
                </a:lnTo>
                <a:close/>
              </a:path>
              <a:path w="3331845" h="2440304">
                <a:moveTo>
                  <a:pt x="1253451" y="2229116"/>
                </a:moveTo>
                <a:lnTo>
                  <a:pt x="1253134" y="2228354"/>
                </a:lnTo>
                <a:lnTo>
                  <a:pt x="1251877" y="2227084"/>
                </a:lnTo>
                <a:lnTo>
                  <a:pt x="1251115" y="2226780"/>
                </a:lnTo>
                <a:lnTo>
                  <a:pt x="1249337" y="2226780"/>
                </a:lnTo>
                <a:lnTo>
                  <a:pt x="1248575" y="2227084"/>
                </a:lnTo>
                <a:lnTo>
                  <a:pt x="1247317" y="2228354"/>
                </a:lnTo>
                <a:lnTo>
                  <a:pt x="1247000" y="2229116"/>
                </a:lnTo>
                <a:lnTo>
                  <a:pt x="1247000" y="2243798"/>
                </a:lnTo>
                <a:lnTo>
                  <a:pt x="1247317" y="2244560"/>
                </a:lnTo>
                <a:lnTo>
                  <a:pt x="1248575" y="2245830"/>
                </a:lnTo>
                <a:lnTo>
                  <a:pt x="1249337" y="2246134"/>
                </a:lnTo>
                <a:lnTo>
                  <a:pt x="1251115" y="2246134"/>
                </a:lnTo>
                <a:lnTo>
                  <a:pt x="1251877" y="2245830"/>
                </a:lnTo>
                <a:lnTo>
                  <a:pt x="1253134" y="2244560"/>
                </a:lnTo>
                <a:lnTo>
                  <a:pt x="1253451" y="2243798"/>
                </a:lnTo>
                <a:lnTo>
                  <a:pt x="1253451" y="2229116"/>
                </a:lnTo>
                <a:close/>
              </a:path>
              <a:path w="3331845" h="2440304">
                <a:moveTo>
                  <a:pt x="1253451" y="2196846"/>
                </a:moveTo>
                <a:lnTo>
                  <a:pt x="1253134" y="2196084"/>
                </a:lnTo>
                <a:lnTo>
                  <a:pt x="1251877" y="2194814"/>
                </a:lnTo>
                <a:lnTo>
                  <a:pt x="1251115" y="2194509"/>
                </a:lnTo>
                <a:lnTo>
                  <a:pt x="1249337" y="2194509"/>
                </a:lnTo>
                <a:lnTo>
                  <a:pt x="1248575" y="2194814"/>
                </a:lnTo>
                <a:lnTo>
                  <a:pt x="1247317" y="2196084"/>
                </a:lnTo>
                <a:lnTo>
                  <a:pt x="1247000" y="2196846"/>
                </a:lnTo>
                <a:lnTo>
                  <a:pt x="1247000" y="2211527"/>
                </a:lnTo>
                <a:lnTo>
                  <a:pt x="1247317" y="2212289"/>
                </a:lnTo>
                <a:lnTo>
                  <a:pt x="1248575" y="2213546"/>
                </a:lnTo>
                <a:lnTo>
                  <a:pt x="1249337" y="2213864"/>
                </a:lnTo>
                <a:lnTo>
                  <a:pt x="1251115" y="2213864"/>
                </a:lnTo>
                <a:lnTo>
                  <a:pt x="1251877" y="2213546"/>
                </a:lnTo>
                <a:lnTo>
                  <a:pt x="1253134" y="2212289"/>
                </a:lnTo>
                <a:lnTo>
                  <a:pt x="1253451" y="2211527"/>
                </a:lnTo>
                <a:lnTo>
                  <a:pt x="1253451" y="2196846"/>
                </a:lnTo>
                <a:close/>
              </a:path>
              <a:path w="3331845" h="2440304">
                <a:moveTo>
                  <a:pt x="1253451" y="2164562"/>
                </a:moveTo>
                <a:lnTo>
                  <a:pt x="1253134" y="2163800"/>
                </a:lnTo>
                <a:lnTo>
                  <a:pt x="1251877" y="2162543"/>
                </a:lnTo>
                <a:lnTo>
                  <a:pt x="1251115" y="2162225"/>
                </a:lnTo>
                <a:lnTo>
                  <a:pt x="1249337" y="2162225"/>
                </a:lnTo>
                <a:lnTo>
                  <a:pt x="1248575" y="2162543"/>
                </a:lnTo>
                <a:lnTo>
                  <a:pt x="1247317" y="2163800"/>
                </a:lnTo>
                <a:lnTo>
                  <a:pt x="1247000" y="2164562"/>
                </a:lnTo>
                <a:lnTo>
                  <a:pt x="1247000" y="2179256"/>
                </a:lnTo>
                <a:lnTo>
                  <a:pt x="1247317" y="2180018"/>
                </a:lnTo>
                <a:lnTo>
                  <a:pt x="1248575" y="2181275"/>
                </a:lnTo>
                <a:lnTo>
                  <a:pt x="1249337" y="2181593"/>
                </a:lnTo>
                <a:lnTo>
                  <a:pt x="1251115" y="2181593"/>
                </a:lnTo>
                <a:lnTo>
                  <a:pt x="1251877" y="2181275"/>
                </a:lnTo>
                <a:lnTo>
                  <a:pt x="1253134" y="2180018"/>
                </a:lnTo>
                <a:lnTo>
                  <a:pt x="1253451" y="2179256"/>
                </a:lnTo>
                <a:lnTo>
                  <a:pt x="1253451" y="2164562"/>
                </a:lnTo>
                <a:close/>
              </a:path>
              <a:path w="3331845" h="2440304">
                <a:moveTo>
                  <a:pt x="1253451" y="2132292"/>
                </a:moveTo>
                <a:lnTo>
                  <a:pt x="1253134" y="2131530"/>
                </a:lnTo>
                <a:lnTo>
                  <a:pt x="1251877" y="2130272"/>
                </a:lnTo>
                <a:lnTo>
                  <a:pt x="1251115" y="2129955"/>
                </a:lnTo>
                <a:lnTo>
                  <a:pt x="1249337" y="2129955"/>
                </a:lnTo>
                <a:lnTo>
                  <a:pt x="1248575" y="2130272"/>
                </a:lnTo>
                <a:lnTo>
                  <a:pt x="1247317" y="2131530"/>
                </a:lnTo>
                <a:lnTo>
                  <a:pt x="1247000" y="2132292"/>
                </a:lnTo>
                <a:lnTo>
                  <a:pt x="1247000" y="2146985"/>
                </a:lnTo>
                <a:lnTo>
                  <a:pt x="1247317" y="2147747"/>
                </a:lnTo>
                <a:lnTo>
                  <a:pt x="1248575" y="2149005"/>
                </a:lnTo>
                <a:lnTo>
                  <a:pt x="1249337" y="2149322"/>
                </a:lnTo>
                <a:lnTo>
                  <a:pt x="1251115" y="2149322"/>
                </a:lnTo>
                <a:lnTo>
                  <a:pt x="1251877" y="2149005"/>
                </a:lnTo>
                <a:lnTo>
                  <a:pt x="1253134" y="2147747"/>
                </a:lnTo>
                <a:lnTo>
                  <a:pt x="1253451" y="2146985"/>
                </a:lnTo>
                <a:lnTo>
                  <a:pt x="1253451" y="2132292"/>
                </a:lnTo>
                <a:close/>
              </a:path>
              <a:path w="3331845" h="2440304">
                <a:moveTo>
                  <a:pt x="1253451" y="2100021"/>
                </a:moveTo>
                <a:lnTo>
                  <a:pt x="1253134" y="2099259"/>
                </a:lnTo>
                <a:lnTo>
                  <a:pt x="1251877" y="2098001"/>
                </a:lnTo>
                <a:lnTo>
                  <a:pt x="1251115" y="2097684"/>
                </a:lnTo>
                <a:lnTo>
                  <a:pt x="1249337" y="2097684"/>
                </a:lnTo>
                <a:lnTo>
                  <a:pt x="1248575" y="2098001"/>
                </a:lnTo>
                <a:lnTo>
                  <a:pt x="1247317" y="2099259"/>
                </a:lnTo>
                <a:lnTo>
                  <a:pt x="1247000" y="2100021"/>
                </a:lnTo>
                <a:lnTo>
                  <a:pt x="1247000" y="2114715"/>
                </a:lnTo>
                <a:lnTo>
                  <a:pt x="1247317" y="2115477"/>
                </a:lnTo>
                <a:lnTo>
                  <a:pt x="1248575" y="2116734"/>
                </a:lnTo>
                <a:lnTo>
                  <a:pt x="1249337" y="2117052"/>
                </a:lnTo>
                <a:lnTo>
                  <a:pt x="1251115" y="2117052"/>
                </a:lnTo>
                <a:lnTo>
                  <a:pt x="1251877" y="2116734"/>
                </a:lnTo>
                <a:lnTo>
                  <a:pt x="1253134" y="2115477"/>
                </a:lnTo>
                <a:lnTo>
                  <a:pt x="1253451" y="2114715"/>
                </a:lnTo>
                <a:lnTo>
                  <a:pt x="1253451" y="2100021"/>
                </a:lnTo>
                <a:close/>
              </a:path>
              <a:path w="3331845" h="2440304">
                <a:moveTo>
                  <a:pt x="1253451" y="2067750"/>
                </a:moveTo>
                <a:lnTo>
                  <a:pt x="1253134" y="2066988"/>
                </a:lnTo>
                <a:lnTo>
                  <a:pt x="1251877" y="2065731"/>
                </a:lnTo>
                <a:lnTo>
                  <a:pt x="1251115" y="2065413"/>
                </a:lnTo>
                <a:lnTo>
                  <a:pt x="1249337" y="2065413"/>
                </a:lnTo>
                <a:lnTo>
                  <a:pt x="1248575" y="2065731"/>
                </a:lnTo>
                <a:lnTo>
                  <a:pt x="1247317" y="2066988"/>
                </a:lnTo>
                <a:lnTo>
                  <a:pt x="1247000" y="2067750"/>
                </a:lnTo>
                <a:lnTo>
                  <a:pt x="1247000" y="2082444"/>
                </a:lnTo>
                <a:lnTo>
                  <a:pt x="1247317" y="2083206"/>
                </a:lnTo>
                <a:lnTo>
                  <a:pt x="1248575" y="2084463"/>
                </a:lnTo>
                <a:lnTo>
                  <a:pt x="1249337" y="2084781"/>
                </a:lnTo>
                <a:lnTo>
                  <a:pt x="1251115" y="2084781"/>
                </a:lnTo>
                <a:lnTo>
                  <a:pt x="1251877" y="2084463"/>
                </a:lnTo>
                <a:lnTo>
                  <a:pt x="1253134" y="2083206"/>
                </a:lnTo>
                <a:lnTo>
                  <a:pt x="1253451" y="2082444"/>
                </a:lnTo>
                <a:lnTo>
                  <a:pt x="1253451" y="2067750"/>
                </a:lnTo>
                <a:close/>
              </a:path>
              <a:path w="3331845" h="2440304">
                <a:moveTo>
                  <a:pt x="1253451" y="2035479"/>
                </a:moveTo>
                <a:lnTo>
                  <a:pt x="1253134" y="2034717"/>
                </a:lnTo>
                <a:lnTo>
                  <a:pt x="1251877" y="2033460"/>
                </a:lnTo>
                <a:lnTo>
                  <a:pt x="1251115" y="2033143"/>
                </a:lnTo>
                <a:lnTo>
                  <a:pt x="1249337" y="2033143"/>
                </a:lnTo>
                <a:lnTo>
                  <a:pt x="1248575" y="2033460"/>
                </a:lnTo>
                <a:lnTo>
                  <a:pt x="1247317" y="2034717"/>
                </a:lnTo>
                <a:lnTo>
                  <a:pt x="1247000" y="2035479"/>
                </a:lnTo>
                <a:lnTo>
                  <a:pt x="1247000" y="2050173"/>
                </a:lnTo>
                <a:lnTo>
                  <a:pt x="1247317" y="2050935"/>
                </a:lnTo>
                <a:lnTo>
                  <a:pt x="1248575" y="2052193"/>
                </a:lnTo>
                <a:lnTo>
                  <a:pt x="1249337" y="2052510"/>
                </a:lnTo>
                <a:lnTo>
                  <a:pt x="1251115" y="2052510"/>
                </a:lnTo>
                <a:lnTo>
                  <a:pt x="1251877" y="2052193"/>
                </a:lnTo>
                <a:lnTo>
                  <a:pt x="1253134" y="2050935"/>
                </a:lnTo>
                <a:lnTo>
                  <a:pt x="1253451" y="2050173"/>
                </a:lnTo>
                <a:lnTo>
                  <a:pt x="1253451" y="2035479"/>
                </a:lnTo>
                <a:close/>
              </a:path>
              <a:path w="3331845" h="2440304">
                <a:moveTo>
                  <a:pt x="1253451" y="2003209"/>
                </a:moveTo>
                <a:lnTo>
                  <a:pt x="1253134" y="2002447"/>
                </a:lnTo>
                <a:lnTo>
                  <a:pt x="1251877" y="2001189"/>
                </a:lnTo>
                <a:lnTo>
                  <a:pt x="1251115" y="2000872"/>
                </a:lnTo>
                <a:lnTo>
                  <a:pt x="1249337" y="2000872"/>
                </a:lnTo>
                <a:lnTo>
                  <a:pt x="1248575" y="2001189"/>
                </a:lnTo>
                <a:lnTo>
                  <a:pt x="1247317" y="2002447"/>
                </a:lnTo>
                <a:lnTo>
                  <a:pt x="1247000" y="2003209"/>
                </a:lnTo>
                <a:lnTo>
                  <a:pt x="1247000" y="2017903"/>
                </a:lnTo>
                <a:lnTo>
                  <a:pt x="1247317" y="2018652"/>
                </a:lnTo>
                <a:lnTo>
                  <a:pt x="1248575" y="2019922"/>
                </a:lnTo>
                <a:lnTo>
                  <a:pt x="1249337" y="2020239"/>
                </a:lnTo>
                <a:lnTo>
                  <a:pt x="1251115" y="2020239"/>
                </a:lnTo>
                <a:lnTo>
                  <a:pt x="1251877" y="2019922"/>
                </a:lnTo>
                <a:lnTo>
                  <a:pt x="1253134" y="2018652"/>
                </a:lnTo>
                <a:lnTo>
                  <a:pt x="1253451" y="2017903"/>
                </a:lnTo>
                <a:lnTo>
                  <a:pt x="1253451" y="2003209"/>
                </a:lnTo>
                <a:close/>
              </a:path>
              <a:path w="3331845" h="2440304">
                <a:moveTo>
                  <a:pt x="1253451" y="1970938"/>
                </a:moveTo>
                <a:lnTo>
                  <a:pt x="1253134" y="1970176"/>
                </a:lnTo>
                <a:lnTo>
                  <a:pt x="1251877" y="1968919"/>
                </a:lnTo>
                <a:lnTo>
                  <a:pt x="1251115" y="1968601"/>
                </a:lnTo>
                <a:lnTo>
                  <a:pt x="1249337" y="1968601"/>
                </a:lnTo>
                <a:lnTo>
                  <a:pt x="1248575" y="1968919"/>
                </a:lnTo>
                <a:lnTo>
                  <a:pt x="1247317" y="1970176"/>
                </a:lnTo>
                <a:lnTo>
                  <a:pt x="1247000" y="1970938"/>
                </a:lnTo>
                <a:lnTo>
                  <a:pt x="1247000" y="1985619"/>
                </a:lnTo>
                <a:lnTo>
                  <a:pt x="1247317" y="1986381"/>
                </a:lnTo>
                <a:lnTo>
                  <a:pt x="1248575" y="1987651"/>
                </a:lnTo>
                <a:lnTo>
                  <a:pt x="1249337" y="1987956"/>
                </a:lnTo>
                <a:lnTo>
                  <a:pt x="1251115" y="1987956"/>
                </a:lnTo>
                <a:lnTo>
                  <a:pt x="1251877" y="1987651"/>
                </a:lnTo>
                <a:lnTo>
                  <a:pt x="1253134" y="1986381"/>
                </a:lnTo>
                <a:lnTo>
                  <a:pt x="1253451" y="1985619"/>
                </a:lnTo>
                <a:lnTo>
                  <a:pt x="1253451" y="1970938"/>
                </a:lnTo>
                <a:close/>
              </a:path>
              <a:path w="3331845" h="2440304">
                <a:moveTo>
                  <a:pt x="1253451" y="1938667"/>
                </a:moveTo>
                <a:lnTo>
                  <a:pt x="1253134" y="1937905"/>
                </a:lnTo>
                <a:lnTo>
                  <a:pt x="1251877" y="1936635"/>
                </a:lnTo>
                <a:lnTo>
                  <a:pt x="1251115" y="1936330"/>
                </a:lnTo>
                <a:lnTo>
                  <a:pt x="1249337" y="1936330"/>
                </a:lnTo>
                <a:lnTo>
                  <a:pt x="1248575" y="1936635"/>
                </a:lnTo>
                <a:lnTo>
                  <a:pt x="1247317" y="1937905"/>
                </a:lnTo>
                <a:lnTo>
                  <a:pt x="1247000" y="1938667"/>
                </a:lnTo>
                <a:lnTo>
                  <a:pt x="1247000" y="1953348"/>
                </a:lnTo>
                <a:lnTo>
                  <a:pt x="1247317" y="1954110"/>
                </a:lnTo>
                <a:lnTo>
                  <a:pt x="1248575" y="1955368"/>
                </a:lnTo>
                <a:lnTo>
                  <a:pt x="1249337" y="1955685"/>
                </a:lnTo>
                <a:lnTo>
                  <a:pt x="1251115" y="1955685"/>
                </a:lnTo>
                <a:lnTo>
                  <a:pt x="1251877" y="1955368"/>
                </a:lnTo>
                <a:lnTo>
                  <a:pt x="1253134" y="1954110"/>
                </a:lnTo>
                <a:lnTo>
                  <a:pt x="1253451" y="1953348"/>
                </a:lnTo>
                <a:lnTo>
                  <a:pt x="1253451" y="1938667"/>
                </a:lnTo>
                <a:close/>
              </a:path>
              <a:path w="3331845" h="2440304">
                <a:moveTo>
                  <a:pt x="1253451" y="1906384"/>
                </a:moveTo>
                <a:lnTo>
                  <a:pt x="1253134" y="1905635"/>
                </a:lnTo>
                <a:lnTo>
                  <a:pt x="1251877" y="1904365"/>
                </a:lnTo>
                <a:lnTo>
                  <a:pt x="1251115" y="1904047"/>
                </a:lnTo>
                <a:lnTo>
                  <a:pt x="1249337" y="1904047"/>
                </a:lnTo>
                <a:lnTo>
                  <a:pt x="1248575" y="1904365"/>
                </a:lnTo>
                <a:lnTo>
                  <a:pt x="1247317" y="1905635"/>
                </a:lnTo>
                <a:lnTo>
                  <a:pt x="1247000" y="1906384"/>
                </a:lnTo>
                <a:lnTo>
                  <a:pt x="1247000" y="1921078"/>
                </a:lnTo>
                <a:lnTo>
                  <a:pt x="1247317" y="1921840"/>
                </a:lnTo>
                <a:lnTo>
                  <a:pt x="1248575" y="1923097"/>
                </a:lnTo>
                <a:lnTo>
                  <a:pt x="1249337" y="1923415"/>
                </a:lnTo>
                <a:lnTo>
                  <a:pt x="1251115" y="1923415"/>
                </a:lnTo>
                <a:lnTo>
                  <a:pt x="1251877" y="1923097"/>
                </a:lnTo>
                <a:lnTo>
                  <a:pt x="1253134" y="1921840"/>
                </a:lnTo>
                <a:lnTo>
                  <a:pt x="1253451" y="1921078"/>
                </a:lnTo>
                <a:lnTo>
                  <a:pt x="1253451" y="1906384"/>
                </a:lnTo>
                <a:close/>
              </a:path>
              <a:path w="3331845" h="2440304">
                <a:moveTo>
                  <a:pt x="1253451" y="1874113"/>
                </a:moveTo>
                <a:lnTo>
                  <a:pt x="1253134" y="1873351"/>
                </a:lnTo>
                <a:lnTo>
                  <a:pt x="1251877" y="1872094"/>
                </a:lnTo>
                <a:lnTo>
                  <a:pt x="1251115" y="1871776"/>
                </a:lnTo>
                <a:lnTo>
                  <a:pt x="1249337" y="1871776"/>
                </a:lnTo>
                <a:lnTo>
                  <a:pt x="1248575" y="1872094"/>
                </a:lnTo>
                <a:lnTo>
                  <a:pt x="1247317" y="1873351"/>
                </a:lnTo>
                <a:lnTo>
                  <a:pt x="1247000" y="1874113"/>
                </a:lnTo>
                <a:lnTo>
                  <a:pt x="1247000" y="1888807"/>
                </a:lnTo>
                <a:lnTo>
                  <a:pt x="1247317" y="1889569"/>
                </a:lnTo>
                <a:lnTo>
                  <a:pt x="1248575" y="1890826"/>
                </a:lnTo>
                <a:lnTo>
                  <a:pt x="1249337" y="1891144"/>
                </a:lnTo>
                <a:lnTo>
                  <a:pt x="1251115" y="1891144"/>
                </a:lnTo>
                <a:lnTo>
                  <a:pt x="1251877" y="1890826"/>
                </a:lnTo>
                <a:lnTo>
                  <a:pt x="1253134" y="1889569"/>
                </a:lnTo>
                <a:lnTo>
                  <a:pt x="1253451" y="1888807"/>
                </a:lnTo>
                <a:lnTo>
                  <a:pt x="1253451" y="1874113"/>
                </a:lnTo>
                <a:close/>
              </a:path>
              <a:path w="3331845" h="2440304">
                <a:moveTo>
                  <a:pt x="1253451" y="1841842"/>
                </a:moveTo>
                <a:lnTo>
                  <a:pt x="1253134" y="1841080"/>
                </a:lnTo>
                <a:lnTo>
                  <a:pt x="1251877" y="1839823"/>
                </a:lnTo>
                <a:lnTo>
                  <a:pt x="1251115" y="1839506"/>
                </a:lnTo>
                <a:lnTo>
                  <a:pt x="1249337" y="1839506"/>
                </a:lnTo>
                <a:lnTo>
                  <a:pt x="1248575" y="1839823"/>
                </a:lnTo>
                <a:lnTo>
                  <a:pt x="1247317" y="1841080"/>
                </a:lnTo>
                <a:lnTo>
                  <a:pt x="1247000" y="1841842"/>
                </a:lnTo>
                <a:lnTo>
                  <a:pt x="1247000" y="1856536"/>
                </a:lnTo>
                <a:lnTo>
                  <a:pt x="1247317" y="1857298"/>
                </a:lnTo>
                <a:lnTo>
                  <a:pt x="1248575" y="1858556"/>
                </a:lnTo>
                <a:lnTo>
                  <a:pt x="1249337" y="1858873"/>
                </a:lnTo>
                <a:lnTo>
                  <a:pt x="1251115" y="1858873"/>
                </a:lnTo>
                <a:lnTo>
                  <a:pt x="1251877" y="1858556"/>
                </a:lnTo>
                <a:lnTo>
                  <a:pt x="1253134" y="1857298"/>
                </a:lnTo>
                <a:lnTo>
                  <a:pt x="1253451" y="1856536"/>
                </a:lnTo>
                <a:lnTo>
                  <a:pt x="1253451" y="1841842"/>
                </a:lnTo>
                <a:close/>
              </a:path>
              <a:path w="3331845" h="2440304">
                <a:moveTo>
                  <a:pt x="1253451" y="1809572"/>
                </a:moveTo>
                <a:lnTo>
                  <a:pt x="1253134" y="1808810"/>
                </a:lnTo>
                <a:lnTo>
                  <a:pt x="1251877" y="1807552"/>
                </a:lnTo>
                <a:lnTo>
                  <a:pt x="1251115" y="1807235"/>
                </a:lnTo>
                <a:lnTo>
                  <a:pt x="1249337" y="1807235"/>
                </a:lnTo>
                <a:lnTo>
                  <a:pt x="1248575" y="1807552"/>
                </a:lnTo>
                <a:lnTo>
                  <a:pt x="1247317" y="1808810"/>
                </a:lnTo>
                <a:lnTo>
                  <a:pt x="1247000" y="1809572"/>
                </a:lnTo>
                <a:lnTo>
                  <a:pt x="1247000" y="1824266"/>
                </a:lnTo>
                <a:lnTo>
                  <a:pt x="1247317" y="1825028"/>
                </a:lnTo>
                <a:lnTo>
                  <a:pt x="1248575" y="1826285"/>
                </a:lnTo>
                <a:lnTo>
                  <a:pt x="1249337" y="1826602"/>
                </a:lnTo>
                <a:lnTo>
                  <a:pt x="1251115" y="1826602"/>
                </a:lnTo>
                <a:lnTo>
                  <a:pt x="1251877" y="1826285"/>
                </a:lnTo>
                <a:lnTo>
                  <a:pt x="1253134" y="1825028"/>
                </a:lnTo>
                <a:lnTo>
                  <a:pt x="1253451" y="1824266"/>
                </a:lnTo>
                <a:lnTo>
                  <a:pt x="1253451" y="1809572"/>
                </a:lnTo>
                <a:close/>
              </a:path>
              <a:path w="3331845" h="2440304">
                <a:moveTo>
                  <a:pt x="1253451" y="1777301"/>
                </a:moveTo>
                <a:lnTo>
                  <a:pt x="1253134" y="1776539"/>
                </a:lnTo>
                <a:lnTo>
                  <a:pt x="1251877" y="1775282"/>
                </a:lnTo>
                <a:lnTo>
                  <a:pt x="1251115" y="1774964"/>
                </a:lnTo>
                <a:lnTo>
                  <a:pt x="1249337" y="1774964"/>
                </a:lnTo>
                <a:lnTo>
                  <a:pt x="1248575" y="1775282"/>
                </a:lnTo>
                <a:lnTo>
                  <a:pt x="1247317" y="1776539"/>
                </a:lnTo>
                <a:lnTo>
                  <a:pt x="1247000" y="1777301"/>
                </a:lnTo>
                <a:lnTo>
                  <a:pt x="1247000" y="1791995"/>
                </a:lnTo>
                <a:lnTo>
                  <a:pt x="1247317" y="1792757"/>
                </a:lnTo>
                <a:lnTo>
                  <a:pt x="1248575" y="1794014"/>
                </a:lnTo>
                <a:lnTo>
                  <a:pt x="1249337" y="1794332"/>
                </a:lnTo>
                <a:lnTo>
                  <a:pt x="1251115" y="1794332"/>
                </a:lnTo>
                <a:lnTo>
                  <a:pt x="1251877" y="1794014"/>
                </a:lnTo>
                <a:lnTo>
                  <a:pt x="1253134" y="1792757"/>
                </a:lnTo>
                <a:lnTo>
                  <a:pt x="1253451" y="1791995"/>
                </a:lnTo>
                <a:lnTo>
                  <a:pt x="1253451" y="1777301"/>
                </a:lnTo>
                <a:close/>
              </a:path>
              <a:path w="3331845" h="2440304">
                <a:moveTo>
                  <a:pt x="1253451" y="1745030"/>
                </a:moveTo>
                <a:lnTo>
                  <a:pt x="1253134" y="1744268"/>
                </a:lnTo>
                <a:lnTo>
                  <a:pt x="1251877" y="1743011"/>
                </a:lnTo>
                <a:lnTo>
                  <a:pt x="1251115" y="1742694"/>
                </a:lnTo>
                <a:lnTo>
                  <a:pt x="1249337" y="1742694"/>
                </a:lnTo>
                <a:lnTo>
                  <a:pt x="1248575" y="1743011"/>
                </a:lnTo>
                <a:lnTo>
                  <a:pt x="1247317" y="1744268"/>
                </a:lnTo>
                <a:lnTo>
                  <a:pt x="1247000" y="1745030"/>
                </a:lnTo>
                <a:lnTo>
                  <a:pt x="1247000" y="1759724"/>
                </a:lnTo>
                <a:lnTo>
                  <a:pt x="1247317" y="1760486"/>
                </a:lnTo>
                <a:lnTo>
                  <a:pt x="1248575" y="1761744"/>
                </a:lnTo>
                <a:lnTo>
                  <a:pt x="1249337" y="1762061"/>
                </a:lnTo>
                <a:lnTo>
                  <a:pt x="1251115" y="1762061"/>
                </a:lnTo>
                <a:lnTo>
                  <a:pt x="1251877" y="1761744"/>
                </a:lnTo>
                <a:lnTo>
                  <a:pt x="1253134" y="1760486"/>
                </a:lnTo>
                <a:lnTo>
                  <a:pt x="1253451" y="1759724"/>
                </a:lnTo>
                <a:lnTo>
                  <a:pt x="1253451" y="1745030"/>
                </a:lnTo>
                <a:close/>
              </a:path>
              <a:path w="3331845" h="2440304">
                <a:moveTo>
                  <a:pt x="1253451" y="1712760"/>
                </a:moveTo>
                <a:lnTo>
                  <a:pt x="1253134" y="1711998"/>
                </a:lnTo>
                <a:lnTo>
                  <a:pt x="1251877" y="1710740"/>
                </a:lnTo>
                <a:lnTo>
                  <a:pt x="1251115" y="1710423"/>
                </a:lnTo>
                <a:lnTo>
                  <a:pt x="1249337" y="1710423"/>
                </a:lnTo>
                <a:lnTo>
                  <a:pt x="1248575" y="1710740"/>
                </a:lnTo>
                <a:lnTo>
                  <a:pt x="1247317" y="1711998"/>
                </a:lnTo>
                <a:lnTo>
                  <a:pt x="1247000" y="1712760"/>
                </a:lnTo>
                <a:lnTo>
                  <a:pt x="1247000" y="1727454"/>
                </a:lnTo>
                <a:lnTo>
                  <a:pt x="1247317" y="1728203"/>
                </a:lnTo>
                <a:lnTo>
                  <a:pt x="1248575" y="1729473"/>
                </a:lnTo>
                <a:lnTo>
                  <a:pt x="1249337" y="1729778"/>
                </a:lnTo>
                <a:lnTo>
                  <a:pt x="1251115" y="1729778"/>
                </a:lnTo>
                <a:lnTo>
                  <a:pt x="1251877" y="1729473"/>
                </a:lnTo>
                <a:lnTo>
                  <a:pt x="1253134" y="1728203"/>
                </a:lnTo>
                <a:lnTo>
                  <a:pt x="1253451" y="1727454"/>
                </a:lnTo>
                <a:lnTo>
                  <a:pt x="1253451" y="1712760"/>
                </a:lnTo>
                <a:close/>
              </a:path>
              <a:path w="3331845" h="2440304">
                <a:moveTo>
                  <a:pt x="1253451" y="1680489"/>
                </a:moveTo>
                <a:lnTo>
                  <a:pt x="1253134" y="1679727"/>
                </a:lnTo>
                <a:lnTo>
                  <a:pt x="1251877" y="1678457"/>
                </a:lnTo>
                <a:lnTo>
                  <a:pt x="1251115" y="1678152"/>
                </a:lnTo>
                <a:lnTo>
                  <a:pt x="1249337" y="1678152"/>
                </a:lnTo>
                <a:lnTo>
                  <a:pt x="1248575" y="1678457"/>
                </a:lnTo>
                <a:lnTo>
                  <a:pt x="1247317" y="1679727"/>
                </a:lnTo>
                <a:lnTo>
                  <a:pt x="1247000" y="1680489"/>
                </a:lnTo>
                <a:lnTo>
                  <a:pt x="1247000" y="1695170"/>
                </a:lnTo>
                <a:lnTo>
                  <a:pt x="1247317" y="1695932"/>
                </a:lnTo>
                <a:lnTo>
                  <a:pt x="1248575" y="1697202"/>
                </a:lnTo>
                <a:lnTo>
                  <a:pt x="1249337" y="1697507"/>
                </a:lnTo>
                <a:lnTo>
                  <a:pt x="1251115" y="1697507"/>
                </a:lnTo>
                <a:lnTo>
                  <a:pt x="1251877" y="1697202"/>
                </a:lnTo>
                <a:lnTo>
                  <a:pt x="1253134" y="1695932"/>
                </a:lnTo>
                <a:lnTo>
                  <a:pt x="1253451" y="1695170"/>
                </a:lnTo>
                <a:lnTo>
                  <a:pt x="1253451" y="1680489"/>
                </a:lnTo>
                <a:close/>
              </a:path>
              <a:path w="3331845" h="2440304">
                <a:moveTo>
                  <a:pt x="1253451" y="1648206"/>
                </a:moveTo>
                <a:lnTo>
                  <a:pt x="1253134" y="1647456"/>
                </a:lnTo>
                <a:lnTo>
                  <a:pt x="1251877" y="1646186"/>
                </a:lnTo>
                <a:lnTo>
                  <a:pt x="1251115" y="1645881"/>
                </a:lnTo>
                <a:lnTo>
                  <a:pt x="1249337" y="1645881"/>
                </a:lnTo>
                <a:lnTo>
                  <a:pt x="1248575" y="1646186"/>
                </a:lnTo>
                <a:lnTo>
                  <a:pt x="1247317" y="1647456"/>
                </a:lnTo>
                <a:lnTo>
                  <a:pt x="1247000" y="1648206"/>
                </a:lnTo>
                <a:lnTo>
                  <a:pt x="1247000" y="1662899"/>
                </a:lnTo>
                <a:lnTo>
                  <a:pt x="1247317" y="1663661"/>
                </a:lnTo>
                <a:lnTo>
                  <a:pt x="1248575" y="1664919"/>
                </a:lnTo>
                <a:lnTo>
                  <a:pt x="1249337" y="1665236"/>
                </a:lnTo>
                <a:lnTo>
                  <a:pt x="1251115" y="1665236"/>
                </a:lnTo>
                <a:lnTo>
                  <a:pt x="1251877" y="1664919"/>
                </a:lnTo>
                <a:lnTo>
                  <a:pt x="1253134" y="1663661"/>
                </a:lnTo>
                <a:lnTo>
                  <a:pt x="1253451" y="1662899"/>
                </a:lnTo>
                <a:lnTo>
                  <a:pt x="1253451" y="1648206"/>
                </a:lnTo>
                <a:close/>
              </a:path>
              <a:path w="3331845" h="2440304">
                <a:moveTo>
                  <a:pt x="1253451" y="1615935"/>
                </a:moveTo>
                <a:lnTo>
                  <a:pt x="1253134" y="1615173"/>
                </a:lnTo>
                <a:lnTo>
                  <a:pt x="1251877" y="1613916"/>
                </a:lnTo>
                <a:lnTo>
                  <a:pt x="1251115" y="1613598"/>
                </a:lnTo>
                <a:lnTo>
                  <a:pt x="1249337" y="1613598"/>
                </a:lnTo>
                <a:lnTo>
                  <a:pt x="1248575" y="1613916"/>
                </a:lnTo>
                <a:lnTo>
                  <a:pt x="1247317" y="1615173"/>
                </a:lnTo>
                <a:lnTo>
                  <a:pt x="1247000" y="1615935"/>
                </a:lnTo>
                <a:lnTo>
                  <a:pt x="1247000" y="1630629"/>
                </a:lnTo>
                <a:lnTo>
                  <a:pt x="1247317" y="1631391"/>
                </a:lnTo>
                <a:lnTo>
                  <a:pt x="1248575" y="1632648"/>
                </a:lnTo>
                <a:lnTo>
                  <a:pt x="1249337" y="1632966"/>
                </a:lnTo>
                <a:lnTo>
                  <a:pt x="1251115" y="1632966"/>
                </a:lnTo>
                <a:lnTo>
                  <a:pt x="1251877" y="1632648"/>
                </a:lnTo>
                <a:lnTo>
                  <a:pt x="1253134" y="1631391"/>
                </a:lnTo>
                <a:lnTo>
                  <a:pt x="1253451" y="1630629"/>
                </a:lnTo>
                <a:lnTo>
                  <a:pt x="1253451" y="1615935"/>
                </a:lnTo>
                <a:close/>
              </a:path>
              <a:path w="3331845" h="2440304">
                <a:moveTo>
                  <a:pt x="1253451" y="1583664"/>
                </a:moveTo>
                <a:lnTo>
                  <a:pt x="1253134" y="1582902"/>
                </a:lnTo>
                <a:lnTo>
                  <a:pt x="1251877" y="1581645"/>
                </a:lnTo>
                <a:lnTo>
                  <a:pt x="1251115" y="1581327"/>
                </a:lnTo>
                <a:lnTo>
                  <a:pt x="1249337" y="1581327"/>
                </a:lnTo>
                <a:lnTo>
                  <a:pt x="1248575" y="1581645"/>
                </a:lnTo>
                <a:lnTo>
                  <a:pt x="1247317" y="1582902"/>
                </a:lnTo>
                <a:lnTo>
                  <a:pt x="1247000" y="1583664"/>
                </a:lnTo>
                <a:lnTo>
                  <a:pt x="1247000" y="1598358"/>
                </a:lnTo>
                <a:lnTo>
                  <a:pt x="1247317" y="1599120"/>
                </a:lnTo>
                <a:lnTo>
                  <a:pt x="1248575" y="1600377"/>
                </a:lnTo>
                <a:lnTo>
                  <a:pt x="1249337" y="1600695"/>
                </a:lnTo>
                <a:lnTo>
                  <a:pt x="1251115" y="1600695"/>
                </a:lnTo>
                <a:lnTo>
                  <a:pt x="1251877" y="1600377"/>
                </a:lnTo>
                <a:lnTo>
                  <a:pt x="1253134" y="1599120"/>
                </a:lnTo>
                <a:lnTo>
                  <a:pt x="1253451" y="1598358"/>
                </a:lnTo>
                <a:lnTo>
                  <a:pt x="1253451" y="1583664"/>
                </a:lnTo>
                <a:close/>
              </a:path>
              <a:path w="3331845" h="2440304">
                <a:moveTo>
                  <a:pt x="1253451" y="1551393"/>
                </a:moveTo>
                <a:lnTo>
                  <a:pt x="1253134" y="1550631"/>
                </a:lnTo>
                <a:lnTo>
                  <a:pt x="1251877" y="1549374"/>
                </a:lnTo>
                <a:lnTo>
                  <a:pt x="1251115" y="1549057"/>
                </a:lnTo>
                <a:lnTo>
                  <a:pt x="1249337" y="1549057"/>
                </a:lnTo>
                <a:lnTo>
                  <a:pt x="1248575" y="1549374"/>
                </a:lnTo>
                <a:lnTo>
                  <a:pt x="1247317" y="1550631"/>
                </a:lnTo>
                <a:lnTo>
                  <a:pt x="1247000" y="1551393"/>
                </a:lnTo>
                <a:lnTo>
                  <a:pt x="1247000" y="1566087"/>
                </a:lnTo>
                <a:lnTo>
                  <a:pt x="1247317" y="1566849"/>
                </a:lnTo>
                <a:lnTo>
                  <a:pt x="1248575" y="1568107"/>
                </a:lnTo>
                <a:lnTo>
                  <a:pt x="1249337" y="1568424"/>
                </a:lnTo>
                <a:lnTo>
                  <a:pt x="1251115" y="1568424"/>
                </a:lnTo>
                <a:lnTo>
                  <a:pt x="1251877" y="1568107"/>
                </a:lnTo>
                <a:lnTo>
                  <a:pt x="1253134" y="1566849"/>
                </a:lnTo>
                <a:lnTo>
                  <a:pt x="1253451" y="1566087"/>
                </a:lnTo>
                <a:lnTo>
                  <a:pt x="1253451" y="1551393"/>
                </a:lnTo>
                <a:close/>
              </a:path>
              <a:path w="3331845" h="2440304">
                <a:moveTo>
                  <a:pt x="1253451" y="1519123"/>
                </a:moveTo>
                <a:lnTo>
                  <a:pt x="1253134" y="1518361"/>
                </a:lnTo>
                <a:lnTo>
                  <a:pt x="1251877" y="1517103"/>
                </a:lnTo>
                <a:lnTo>
                  <a:pt x="1251115" y="1516786"/>
                </a:lnTo>
                <a:lnTo>
                  <a:pt x="1249337" y="1516786"/>
                </a:lnTo>
                <a:lnTo>
                  <a:pt x="1248575" y="1517103"/>
                </a:lnTo>
                <a:lnTo>
                  <a:pt x="1247317" y="1518361"/>
                </a:lnTo>
                <a:lnTo>
                  <a:pt x="1247000" y="1519123"/>
                </a:lnTo>
                <a:lnTo>
                  <a:pt x="1247000" y="1533817"/>
                </a:lnTo>
                <a:lnTo>
                  <a:pt x="1247317" y="1534579"/>
                </a:lnTo>
                <a:lnTo>
                  <a:pt x="1248575" y="1535836"/>
                </a:lnTo>
                <a:lnTo>
                  <a:pt x="1249337" y="1536153"/>
                </a:lnTo>
                <a:lnTo>
                  <a:pt x="1251115" y="1536153"/>
                </a:lnTo>
                <a:lnTo>
                  <a:pt x="1251877" y="1535836"/>
                </a:lnTo>
                <a:lnTo>
                  <a:pt x="1253134" y="1534579"/>
                </a:lnTo>
                <a:lnTo>
                  <a:pt x="1253451" y="1533817"/>
                </a:lnTo>
                <a:lnTo>
                  <a:pt x="1253451" y="1519123"/>
                </a:lnTo>
                <a:close/>
              </a:path>
              <a:path w="3331845" h="2440304">
                <a:moveTo>
                  <a:pt x="1253451" y="1486852"/>
                </a:moveTo>
                <a:lnTo>
                  <a:pt x="1253134" y="1486090"/>
                </a:lnTo>
                <a:lnTo>
                  <a:pt x="1251877" y="1484833"/>
                </a:lnTo>
                <a:lnTo>
                  <a:pt x="1251115" y="1484515"/>
                </a:lnTo>
                <a:lnTo>
                  <a:pt x="1249337" y="1484515"/>
                </a:lnTo>
                <a:lnTo>
                  <a:pt x="1248575" y="1484833"/>
                </a:lnTo>
                <a:lnTo>
                  <a:pt x="1247317" y="1486090"/>
                </a:lnTo>
                <a:lnTo>
                  <a:pt x="1247000" y="1486852"/>
                </a:lnTo>
                <a:lnTo>
                  <a:pt x="1247000" y="1501546"/>
                </a:lnTo>
                <a:lnTo>
                  <a:pt x="1247317" y="1502308"/>
                </a:lnTo>
                <a:lnTo>
                  <a:pt x="1248575" y="1503565"/>
                </a:lnTo>
                <a:lnTo>
                  <a:pt x="1249337" y="1503883"/>
                </a:lnTo>
                <a:lnTo>
                  <a:pt x="1251115" y="1503883"/>
                </a:lnTo>
                <a:lnTo>
                  <a:pt x="1251877" y="1503565"/>
                </a:lnTo>
                <a:lnTo>
                  <a:pt x="1253134" y="1502308"/>
                </a:lnTo>
                <a:lnTo>
                  <a:pt x="1253451" y="1501546"/>
                </a:lnTo>
                <a:lnTo>
                  <a:pt x="1253451" y="1486852"/>
                </a:lnTo>
                <a:close/>
              </a:path>
              <a:path w="3331845" h="2440304">
                <a:moveTo>
                  <a:pt x="1253451" y="1454581"/>
                </a:moveTo>
                <a:lnTo>
                  <a:pt x="1253134" y="1453819"/>
                </a:lnTo>
                <a:lnTo>
                  <a:pt x="1251877" y="1452562"/>
                </a:lnTo>
                <a:lnTo>
                  <a:pt x="1251115" y="1452245"/>
                </a:lnTo>
                <a:lnTo>
                  <a:pt x="1249337" y="1452245"/>
                </a:lnTo>
                <a:lnTo>
                  <a:pt x="1248575" y="1452562"/>
                </a:lnTo>
                <a:lnTo>
                  <a:pt x="1247317" y="1453819"/>
                </a:lnTo>
                <a:lnTo>
                  <a:pt x="1247000" y="1454581"/>
                </a:lnTo>
                <a:lnTo>
                  <a:pt x="1247000" y="1469275"/>
                </a:lnTo>
                <a:lnTo>
                  <a:pt x="1247317" y="1470025"/>
                </a:lnTo>
                <a:lnTo>
                  <a:pt x="1248575" y="1471295"/>
                </a:lnTo>
                <a:lnTo>
                  <a:pt x="1249337" y="1471612"/>
                </a:lnTo>
                <a:lnTo>
                  <a:pt x="1251115" y="1471612"/>
                </a:lnTo>
                <a:lnTo>
                  <a:pt x="1251877" y="1471295"/>
                </a:lnTo>
                <a:lnTo>
                  <a:pt x="1253134" y="1470025"/>
                </a:lnTo>
                <a:lnTo>
                  <a:pt x="1253451" y="1469275"/>
                </a:lnTo>
                <a:lnTo>
                  <a:pt x="1253451" y="1454581"/>
                </a:lnTo>
                <a:close/>
              </a:path>
              <a:path w="3331845" h="2440304">
                <a:moveTo>
                  <a:pt x="1253451" y="1422311"/>
                </a:moveTo>
                <a:lnTo>
                  <a:pt x="1253134" y="1421549"/>
                </a:lnTo>
                <a:lnTo>
                  <a:pt x="1251877" y="1420291"/>
                </a:lnTo>
                <a:lnTo>
                  <a:pt x="1251115" y="1419974"/>
                </a:lnTo>
                <a:lnTo>
                  <a:pt x="1249337" y="1419974"/>
                </a:lnTo>
                <a:lnTo>
                  <a:pt x="1248575" y="1420291"/>
                </a:lnTo>
                <a:lnTo>
                  <a:pt x="1247317" y="1421549"/>
                </a:lnTo>
                <a:lnTo>
                  <a:pt x="1247000" y="1422311"/>
                </a:lnTo>
                <a:lnTo>
                  <a:pt x="1247000" y="1436992"/>
                </a:lnTo>
                <a:lnTo>
                  <a:pt x="1247317" y="1437754"/>
                </a:lnTo>
                <a:lnTo>
                  <a:pt x="1248575" y="1439024"/>
                </a:lnTo>
                <a:lnTo>
                  <a:pt x="1249337" y="1439329"/>
                </a:lnTo>
                <a:lnTo>
                  <a:pt x="1251115" y="1439329"/>
                </a:lnTo>
                <a:lnTo>
                  <a:pt x="1251877" y="1439024"/>
                </a:lnTo>
                <a:lnTo>
                  <a:pt x="1253134" y="1437754"/>
                </a:lnTo>
                <a:lnTo>
                  <a:pt x="1253451" y="1436992"/>
                </a:lnTo>
                <a:lnTo>
                  <a:pt x="1253451" y="1422311"/>
                </a:lnTo>
                <a:close/>
              </a:path>
              <a:path w="3331845" h="2440304">
                <a:moveTo>
                  <a:pt x="1253451" y="1390040"/>
                </a:moveTo>
                <a:lnTo>
                  <a:pt x="1253134" y="1389278"/>
                </a:lnTo>
                <a:lnTo>
                  <a:pt x="1251877" y="1388008"/>
                </a:lnTo>
                <a:lnTo>
                  <a:pt x="1251115" y="1387703"/>
                </a:lnTo>
                <a:lnTo>
                  <a:pt x="1249337" y="1387703"/>
                </a:lnTo>
                <a:lnTo>
                  <a:pt x="1248575" y="1388008"/>
                </a:lnTo>
                <a:lnTo>
                  <a:pt x="1247317" y="1389278"/>
                </a:lnTo>
                <a:lnTo>
                  <a:pt x="1247000" y="1390040"/>
                </a:lnTo>
                <a:lnTo>
                  <a:pt x="1247000" y="1404721"/>
                </a:lnTo>
                <a:lnTo>
                  <a:pt x="1247317" y="1405483"/>
                </a:lnTo>
                <a:lnTo>
                  <a:pt x="1248575" y="1406740"/>
                </a:lnTo>
                <a:lnTo>
                  <a:pt x="1249337" y="1407058"/>
                </a:lnTo>
                <a:lnTo>
                  <a:pt x="1251115" y="1407058"/>
                </a:lnTo>
                <a:lnTo>
                  <a:pt x="1251877" y="1406740"/>
                </a:lnTo>
                <a:lnTo>
                  <a:pt x="1253134" y="1405483"/>
                </a:lnTo>
                <a:lnTo>
                  <a:pt x="1253451" y="1404721"/>
                </a:lnTo>
                <a:lnTo>
                  <a:pt x="1253451" y="1390040"/>
                </a:lnTo>
                <a:close/>
              </a:path>
              <a:path w="3331845" h="2440304">
                <a:moveTo>
                  <a:pt x="1253451" y="1357757"/>
                </a:moveTo>
                <a:lnTo>
                  <a:pt x="1253134" y="1357007"/>
                </a:lnTo>
                <a:lnTo>
                  <a:pt x="1251877" y="1355737"/>
                </a:lnTo>
                <a:lnTo>
                  <a:pt x="1251115" y="1355420"/>
                </a:lnTo>
                <a:lnTo>
                  <a:pt x="1249337" y="1355420"/>
                </a:lnTo>
                <a:lnTo>
                  <a:pt x="1248575" y="1355737"/>
                </a:lnTo>
                <a:lnTo>
                  <a:pt x="1247317" y="1357007"/>
                </a:lnTo>
                <a:lnTo>
                  <a:pt x="1247000" y="1357757"/>
                </a:lnTo>
                <a:lnTo>
                  <a:pt x="1247000" y="1372450"/>
                </a:lnTo>
                <a:lnTo>
                  <a:pt x="1247317" y="1373212"/>
                </a:lnTo>
                <a:lnTo>
                  <a:pt x="1248575" y="1374470"/>
                </a:lnTo>
                <a:lnTo>
                  <a:pt x="1249337" y="1374787"/>
                </a:lnTo>
                <a:lnTo>
                  <a:pt x="1251115" y="1374787"/>
                </a:lnTo>
                <a:lnTo>
                  <a:pt x="1251877" y="1374470"/>
                </a:lnTo>
                <a:lnTo>
                  <a:pt x="1253134" y="1373212"/>
                </a:lnTo>
                <a:lnTo>
                  <a:pt x="1253451" y="1372450"/>
                </a:lnTo>
                <a:lnTo>
                  <a:pt x="1253451" y="1357757"/>
                </a:lnTo>
                <a:close/>
              </a:path>
              <a:path w="3331845" h="2440304">
                <a:moveTo>
                  <a:pt x="1253451" y="1325486"/>
                </a:moveTo>
                <a:lnTo>
                  <a:pt x="1253134" y="1324724"/>
                </a:lnTo>
                <a:lnTo>
                  <a:pt x="1251877" y="1323467"/>
                </a:lnTo>
                <a:lnTo>
                  <a:pt x="1251115" y="1323149"/>
                </a:lnTo>
                <a:lnTo>
                  <a:pt x="1249337" y="1323149"/>
                </a:lnTo>
                <a:lnTo>
                  <a:pt x="1248575" y="1323467"/>
                </a:lnTo>
                <a:lnTo>
                  <a:pt x="1247317" y="1324724"/>
                </a:lnTo>
                <a:lnTo>
                  <a:pt x="1247000" y="1325486"/>
                </a:lnTo>
                <a:lnTo>
                  <a:pt x="1247000" y="1340180"/>
                </a:lnTo>
                <a:lnTo>
                  <a:pt x="1247317" y="1340942"/>
                </a:lnTo>
                <a:lnTo>
                  <a:pt x="1248575" y="1342199"/>
                </a:lnTo>
                <a:lnTo>
                  <a:pt x="1249337" y="1342517"/>
                </a:lnTo>
                <a:lnTo>
                  <a:pt x="1251115" y="1342517"/>
                </a:lnTo>
                <a:lnTo>
                  <a:pt x="1251877" y="1342199"/>
                </a:lnTo>
                <a:lnTo>
                  <a:pt x="1253134" y="1340942"/>
                </a:lnTo>
                <a:lnTo>
                  <a:pt x="1253451" y="1340180"/>
                </a:lnTo>
                <a:lnTo>
                  <a:pt x="1253451" y="1325486"/>
                </a:lnTo>
                <a:close/>
              </a:path>
              <a:path w="3331845" h="2440304">
                <a:moveTo>
                  <a:pt x="1253451" y="1293215"/>
                </a:moveTo>
                <a:lnTo>
                  <a:pt x="1253134" y="1292453"/>
                </a:lnTo>
                <a:lnTo>
                  <a:pt x="1251877" y="1291196"/>
                </a:lnTo>
                <a:lnTo>
                  <a:pt x="1251115" y="1290878"/>
                </a:lnTo>
                <a:lnTo>
                  <a:pt x="1249337" y="1290878"/>
                </a:lnTo>
                <a:lnTo>
                  <a:pt x="1248575" y="1291196"/>
                </a:lnTo>
                <a:lnTo>
                  <a:pt x="1247317" y="1292453"/>
                </a:lnTo>
                <a:lnTo>
                  <a:pt x="1247000" y="1293215"/>
                </a:lnTo>
                <a:lnTo>
                  <a:pt x="1247000" y="1307909"/>
                </a:lnTo>
                <a:lnTo>
                  <a:pt x="1247317" y="1308671"/>
                </a:lnTo>
                <a:lnTo>
                  <a:pt x="1248575" y="1309928"/>
                </a:lnTo>
                <a:lnTo>
                  <a:pt x="1249337" y="1310246"/>
                </a:lnTo>
                <a:lnTo>
                  <a:pt x="1251115" y="1310246"/>
                </a:lnTo>
                <a:lnTo>
                  <a:pt x="1251877" y="1309928"/>
                </a:lnTo>
                <a:lnTo>
                  <a:pt x="1253134" y="1308671"/>
                </a:lnTo>
                <a:lnTo>
                  <a:pt x="1253451" y="1307909"/>
                </a:lnTo>
                <a:lnTo>
                  <a:pt x="1253451" y="1293215"/>
                </a:lnTo>
                <a:close/>
              </a:path>
              <a:path w="3331845" h="2440304">
                <a:moveTo>
                  <a:pt x="1253451" y="1260944"/>
                </a:moveTo>
                <a:lnTo>
                  <a:pt x="1253134" y="1260182"/>
                </a:lnTo>
                <a:lnTo>
                  <a:pt x="1251877" y="1258925"/>
                </a:lnTo>
                <a:lnTo>
                  <a:pt x="1251115" y="1258608"/>
                </a:lnTo>
                <a:lnTo>
                  <a:pt x="1249337" y="1258608"/>
                </a:lnTo>
                <a:lnTo>
                  <a:pt x="1248575" y="1258925"/>
                </a:lnTo>
                <a:lnTo>
                  <a:pt x="1247317" y="1260182"/>
                </a:lnTo>
                <a:lnTo>
                  <a:pt x="1247000" y="1260944"/>
                </a:lnTo>
                <a:lnTo>
                  <a:pt x="1247000" y="1275638"/>
                </a:lnTo>
                <a:lnTo>
                  <a:pt x="1247317" y="1276400"/>
                </a:lnTo>
                <a:lnTo>
                  <a:pt x="1248575" y="1277658"/>
                </a:lnTo>
                <a:lnTo>
                  <a:pt x="1249337" y="1277975"/>
                </a:lnTo>
                <a:lnTo>
                  <a:pt x="1251115" y="1277975"/>
                </a:lnTo>
                <a:lnTo>
                  <a:pt x="1251877" y="1277658"/>
                </a:lnTo>
                <a:lnTo>
                  <a:pt x="1253134" y="1276400"/>
                </a:lnTo>
                <a:lnTo>
                  <a:pt x="1253451" y="1275638"/>
                </a:lnTo>
                <a:lnTo>
                  <a:pt x="1253451" y="1260944"/>
                </a:lnTo>
                <a:close/>
              </a:path>
              <a:path w="3331845" h="2440304">
                <a:moveTo>
                  <a:pt x="1253451" y="1228674"/>
                </a:moveTo>
                <a:lnTo>
                  <a:pt x="1253134" y="1227912"/>
                </a:lnTo>
                <a:lnTo>
                  <a:pt x="1251877" y="1226654"/>
                </a:lnTo>
                <a:lnTo>
                  <a:pt x="1251115" y="1226337"/>
                </a:lnTo>
                <a:lnTo>
                  <a:pt x="1249337" y="1226337"/>
                </a:lnTo>
                <a:lnTo>
                  <a:pt x="1248575" y="1226654"/>
                </a:lnTo>
                <a:lnTo>
                  <a:pt x="1247317" y="1227912"/>
                </a:lnTo>
                <a:lnTo>
                  <a:pt x="1247000" y="1228674"/>
                </a:lnTo>
                <a:lnTo>
                  <a:pt x="1247000" y="1243368"/>
                </a:lnTo>
                <a:lnTo>
                  <a:pt x="1247317" y="1244130"/>
                </a:lnTo>
                <a:lnTo>
                  <a:pt x="1248575" y="1245387"/>
                </a:lnTo>
                <a:lnTo>
                  <a:pt x="1249337" y="1245704"/>
                </a:lnTo>
                <a:lnTo>
                  <a:pt x="1251115" y="1245704"/>
                </a:lnTo>
                <a:lnTo>
                  <a:pt x="1251877" y="1245387"/>
                </a:lnTo>
                <a:lnTo>
                  <a:pt x="1253134" y="1244130"/>
                </a:lnTo>
                <a:lnTo>
                  <a:pt x="1253451" y="1243368"/>
                </a:lnTo>
                <a:lnTo>
                  <a:pt x="1253451" y="1228674"/>
                </a:lnTo>
                <a:close/>
              </a:path>
              <a:path w="3331845" h="2440304">
                <a:moveTo>
                  <a:pt x="1253451" y="1196403"/>
                </a:moveTo>
                <a:lnTo>
                  <a:pt x="1253134" y="1195641"/>
                </a:lnTo>
                <a:lnTo>
                  <a:pt x="1251877" y="1194384"/>
                </a:lnTo>
                <a:lnTo>
                  <a:pt x="1251115" y="1194066"/>
                </a:lnTo>
                <a:lnTo>
                  <a:pt x="1249337" y="1194066"/>
                </a:lnTo>
                <a:lnTo>
                  <a:pt x="1248575" y="1194384"/>
                </a:lnTo>
                <a:lnTo>
                  <a:pt x="1247317" y="1195641"/>
                </a:lnTo>
                <a:lnTo>
                  <a:pt x="1247000" y="1196403"/>
                </a:lnTo>
                <a:lnTo>
                  <a:pt x="1247000" y="1211097"/>
                </a:lnTo>
                <a:lnTo>
                  <a:pt x="1247317" y="1211859"/>
                </a:lnTo>
                <a:lnTo>
                  <a:pt x="1248575" y="1213116"/>
                </a:lnTo>
                <a:lnTo>
                  <a:pt x="1249337" y="1213434"/>
                </a:lnTo>
                <a:lnTo>
                  <a:pt x="1251115" y="1213434"/>
                </a:lnTo>
                <a:lnTo>
                  <a:pt x="1251877" y="1213116"/>
                </a:lnTo>
                <a:lnTo>
                  <a:pt x="1253134" y="1211859"/>
                </a:lnTo>
                <a:lnTo>
                  <a:pt x="1253451" y="1211097"/>
                </a:lnTo>
                <a:lnTo>
                  <a:pt x="1253451" y="1196403"/>
                </a:lnTo>
                <a:close/>
              </a:path>
              <a:path w="3331845" h="2440304">
                <a:moveTo>
                  <a:pt x="1253451" y="1164132"/>
                </a:moveTo>
                <a:lnTo>
                  <a:pt x="1253134" y="1163370"/>
                </a:lnTo>
                <a:lnTo>
                  <a:pt x="1251877" y="1162113"/>
                </a:lnTo>
                <a:lnTo>
                  <a:pt x="1251115" y="1161796"/>
                </a:lnTo>
                <a:lnTo>
                  <a:pt x="1249337" y="1161796"/>
                </a:lnTo>
                <a:lnTo>
                  <a:pt x="1248575" y="1162113"/>
                </a:lnTo>
                <a:lnTo>
                  <a:pt x="1247317" y="1163370"/>
                </a:lnTo>
                <a:lnTo>
                  <a:pt x="1247000" y="1164132"/>
                </a:lnTo>
                <a:lnTo>
                  <a:pt x="1247000" y="1178826"/>
                </a:lnTo>
                <a:lnTo>
                  <a:pt x="1247317" y="1179576"/>
                </a:lnTo>
                <a:lnTo>
                  <a:pt x="1248575" y="1180846"/>
                </a:lnTo>
                <a:lnTo>
                  <a:pt x="1249337" y="1181150"/>
                </a:lnTo>
                <a:lnTo>
                  <a:pt x="1251115" y="1181150"/>
                </a:lnTo>
                <a:lnTo>
                  <a:pt x="1251877" y="1180846"/>
                </a:lnTo>
                <a:lnTo>
                  <a:pt x="1253134" y="1179576"/>
                </a:lnTo>
                <a:lnTo>
                  <a:pt x="1253451" y="1178826"/>
                </a:lnTo>
                <a:lnTo>
                  <a:pt x="1253451" y="1164132"/>
                </a:lnTo>
                <a:close/>
              </a:path>
              <a:path w="3331845" h="2440304">
                <a:moveTo>
                  <a:pt x="1253451" y="1131862"/>
                </a:moveTo>
                <a:lnTo>
                  <a:pt x="1253134" y="1131100"/>
                </a:lnTo>
                <a:lnTo>
                  <a:pt x="1251877" y="1129830"/>
                </a:lnTo>
                <a:lnTo>
                  <a:pt x="1251115" y="1129525"/>
                </a:lnTo>
                <a:lnTo>
                  <a:pt x="1249337" y="1129525"/>
                </a:lnTo>
                <a:lnTo>
                  <a:pt x="1248575" y="1129830"/>
                </a:lnTo>
                <a:lnTo>
                  <a:pt x="1247317" y="1131100"/>
                </a:lnTo>
                <a:lnTo>
                  <a:pt x="1247000" y="1131862"/>
                </a:lnTo>
                <a:lnTo>
                  <a:pt x="1247000" y="1146543"/>
                </a:lnTo>
                <a:lnTo>
                  <a:pt x="1247317" y="1147305"/>
                </a:lnTo>
                <a:lnTo>
                  <a:pt x="1248575" y="1148575"/>
                </a:lnTo>
                <a:lnTo>
                  <a:pt x="1249337" y="1148880"/>
                </a:lnTo>
                <a:lnTo>
                  <a:pt x="1251115" y="1148880"/>
                </a:lnTo>
                <a:lnTo>
                  <a:pt x="1251877" y="1148575"/>
                </a:lnTo>
                <a:lnTo>
                  <a:pt x="1253134" y="1147305"/>
                </a:lnTo>
                <a:lnTo>
                  <a:pt x="1253451" y="1146543"/>
                </a:lnTo>
                <a:lnTo>
                  <a:pt x="1253451" y="1131862"/>
                </a:lnTo>
                <a:close/>
              </a:path>
              <a:path w="3331845" h="2440304">
                <a:moveTo>
                  <a:pt x="1253451" y="1099578"/>
                </a:moveTo>
                <a:lnTo>
                  <a:pt x="1253134" y="1098829"/>
                </a:lnTo>
                <a:lnTo>
                  <a:pt x="1251877" y="1097559"/>
                </a:lnTo>
                <a:lnTo>
                  <a:pt x="1251115" y="1097254"/>
                </a:lnTo>
                <a:lnTo>
                  <a:pt x="1249337" y="1097254"/>
                </a:lnTo>
                <a:lnTo>
                  <a:pt x="1248575" y="1097559"/>
                </a:lnTo>
                <a:lnTo>
                  <a:pt x="1247317" y="1098829"/>
                </a:lnTo>
                <a:lnTo>
                  <a:pt x="1247000" y="1099578"/>
                </a:lnTo>
                <a:lnTo>
                  <a:pt x="1247000" y="1114272"/>
                </a:lnTo>
                <a:lnTo>
                  <a:pt x="1247317" y="1115034"/>
                </a:lnTo>
                <a:lnTo>
                  <a:pt x="1248575" y="1116291"/>
                </a:lnTo>
                <a:lnTo>
                  <a:pt x="1249337" y="1116609"/>
                </a:lnTo>
                <a:lnTo>
                  <a:pt x="1251115" y="1116609"/>
                </a:lnTo>
                <a:lnTo>
                  <a:pt x="1251877" y="1116291"/>
                </a:lnTo>
                <a:lnTo>
                  <a:pt x="1253134" y="1115034"/>
                </a:lnTo>
                <a:lnTo>
                  <a:pt x="1253451" y="1114272"/>
                </a:lnTo>
                <a:lnTo>
                  <a:pt x="1253451" y="1099578"/>
                </a:lnTo>
                <a:close/>
              </a:path>
              <a:path w="3331845" h="2440304">
                <a:moveTo>
                  <a:pt x="1253451" y="1067308"/>
                </a:moveTo>
                <a:lnTo>
                  <a:pt x="1253134" y="1066546"/>
                </a:lnTo>
                <a:lnTo>
                  <a:pt x="1251877" y="1065288"/>
                </a:lnTo>
                <a:lnTo>
                  <a:pt x="1251115" y="1064971"/>
                </a:lnTo>
                <a:lnTo>
                  <a:pt x="1249337" y="1064971"/>
                </a:lnTo>
                <a:lnTo>
                  <a:pt x="1248575" y="1065288"/>
                </a:lnTo>
                <a:lnTo>
                  <a:pt x="1247317" y="1066546"/>
                </a:lnTo>
                <a:lnTo>
                  <a:pt x="1247000" y="1067308"/>
                </a:lnTo>
                <a:lnTo>
                  <a:pt x="1247000" y="1082001"/>
                </a:lnTo>
                <a:lnTo>
                  <a:pt x="1247317" y="1082763"/>
                </a:lnTo>
                <a:lnTo>
                  <a:pt x="1248575" y="1084021"/>
                </a:lnTo>
                <a:lnTo>
                  <a:pt x="1249337" y="1084338"/>
                </a:lnTo>
                <a:lnTo>
                  <a:pt x="1251115" y="1084338"/>
                </a:lnTo>
                <a:lnTo>
                  <a:pt x="1251877" y="1084021"/>
                </a:lnTo>
                <a:lnTo>
                  <a:pt x="1253134" y="1082763"/>
                </a:lnTo>
                <a:lnTo>
                  <a:pt x="1253451" y="1082001"/>
                </a:lnTo>
                <a:lnTo>
                  <a:pt x="1253451" y="1067308"/>
                </a:lnTo>
                <a:close/>
              </a:path>
              <a:path w="3331845" h="2440304">
                <a:moveTo>
                  <a:pt x="1253451" y="1035037"/>
                </a:moveTo>
                <a:lnTo>
                  <a:pt x="1253134" y="1034275"/>
                </a:lnTo>
                <a:lnTo>
                  <a:pt x="1251877" y="1033018"/>
                </a:lnTo>
                <a:lnTo>
                  <a:pt x="1251115" y="1032700"/>
                </a:lnTo>
                <a:lnTo>
                  <a:pt x="1249337" y="1032700"/>
                </a:lnTo>
                <a:lnTo>
                  <a:pt x="1248575" y="1033018"/>
                </a:lnTo>
                <a:lnTo>
                  <a:pt x="1247317" y="1034275"/>
                </a:lnTo>
                <a:lnTo>
                  <a:pt x="1247000" y="1035037"/>
                </a:lnTo>
                <a:lnTo>
                  <a:pt x="1247000" y="1049731"/>
                </a:lnTo>
                <a:lnTo>
                  <a:pt x="1247317" y="1050493"/>
                </a:lnTo>
                <a:lnTo>
                  <a:pt x="1248575" y="1051750"/>
                </a:lnTo>
                <a:lnTo>
                  <a:pt x="1249337" y="1052068"/>
                </a:lnTo>
                <a:lnTo>
                  <a:pt x="1251115" y="1052068"/>
                </a:lnTo>
                <a:lnTo>
                  <a:pt x="1251877" y="1051750"/>
                </a:lnTo>
                <a:lnTo>
                  <a:pt x="1253134" y="1050493"/>
                </a:lnTo>
                <a:lnTo>
                  <a:pt x="1253451" y="1049731"/>
                </a:lnTo>
                <a:lnTo>
                  <a:pt x="1253451" y="1035037"/>
                </a:lnTo>
                <a:close/>
              </a:path>
              <a:path w="3331845" h="2440304">
                <a:moveTo>
                  <a:pt x="1253451" y="1002766"/>
                </a:moveTo>
                <a:lnTo>
                  <a:pt x="1253134" y="1002004"/>
                </a:lnTo>
                <a:lnTo>
                  <a:pt x="1251877" y="1000747"/>
                </a:lnTo>
                <a:lnTo>
                  <a:pt x="1251115" y="1000429"/>
                </a:lnTo>
                <a:lnTo>
                  <a:pt x="1249337" y="1000429"/>
                </a:lnTo>
                <a:lnTo>
                  <a:pt x="1248575" y="1000747"/>
                </a:lnTo>
                <a:lnTo>
                  <a:pt x="1247317" y="1002004"/>
                </a:lnTo>
                <a:lnTo>
                  <a:pt x="1247000" y="1002766"/>
                </a:lnTo>
                <a:lnTo>
                  <a:pt x="1247000" y="1017460"/>
                </a:lnTo>
                <a:lnTo>
                  <a:pt x="1247317" y="1018222"/>
                </a:lnTo>
                <a:lnTo>
                  <a:pt x="1248575" y="1019479"/>
                </a:lnTo>
                <a:lnTo>
                  <a:pt x="1249337" y="1019797"/>
                </a:lnTo>
                <a:lnTo>
                  <a:pt x="1251115" y="1019797"/>
                </a:lnTo>
                <a:lnTo>
                  <a:pt x="1251877" y="1019479"/>
                </a:lnTo>
                <a:lnTo>
                  <a:pt x="1253134" y="1018222"/>
                </a:lnTo>
                <a:lnTo>
                  <a:pt x="1253451" y="1017460"/>
                </a:lnTo>
                <a:lnTo>
                  <a:pt x="1253451" y="1002766"/>
                </a:lnTo>
                <a:close/>
              </a:path>
              <a:path w="3331845" h="2440304">
                <a:moveTo>
                  <a:pt x="1253451" y="970495"/>
                </a:moveTo>
                <a:lnTo>
                  <a:pt x="1253134" y="969733"/>
                </a:lnTo>
                <a:lnTo>
                  <a:pt x="1251877" y="968476"/>
                </a:lnTo>
                <a:lnTo>
                  <a:pt x="1251115" y="968159"/>
                </a:lnTo>
                <a:lnTo>
                  <a:pt x="1249337" y="968159"/>
                </a:lnTo>
                <a:lnTo>
                  <a:pt x="1248575" y="968476"/>
                </a:lnTo>
                <a:lnTo>
                  <a:pt x="1247317" y="969733"/>
                </a:lnTo>
                <a:lnTo>
                  <a:pt x="1247000" y="970495"/>
                </a:lnTo>
                <a:lnTo>
                  <a:pt x="1247000" y="985189"/>
                </a:lnTo>
                <a:lnTo>
                  <a:pt x="1247317" y="985951"/>
                </a:lnTo>
                <a:lnTo>
                  <a:pt x="1248575" y="987209"/>
                </a:lnTo>
                <a:lnTo>
                  <a:pt x="1249337" y="987526"/>
                </a:lnTo>
                <a:lnTo>
                  <a:pt x="1251115" y="987526"/>
                </a:lnTo>
                <a:lnTo>
                  <a:pt x="1251877" y="987209"/>
                </a:lnTo>
                <a:lnTo>
                  <a:pt x="1253134" y="985951"/>
                </a:lnTo>
                <a:lnTo>
                  <a:pt x="1253451" y="985189"/>
                </a:lnTo>
                <a:lnTo>
                  <a:pt x="1253451" y="970495"/>
                </a:lnTo>
                <a:close/>
              </a:path>
              <a:path w="3331845" h="2440304">
                <a:moveTo>
                  <a:pt x="1253451" y="938225"/>
                </a:moveTo>
                <a:lnTo>
                  <a:pt x="1253134" y="937463"/>
                </a:lnTo>
                <a:lnTo>
                  <a:pt x="1251877" y="936205"/>
                </a:lnTo>
                <a:lnTo>
                  <a:pt x="1251115" y="935888"/>
                </a:lnTo>
                <a:lnTo>
                  <a:pt x="1249337" y="935888"/>
                </a:lnTo>
                <a:lnTo>
                  <a:pt x="1248575" y="936205"/>
                </a:lnTo>
                <a:lnTo>
                  <a:pt x="1247317" y="937463"/>
                </a:lnTo>
                <a:lnTo>
                  <a:pt x="1247000" y="938225"/>
                </a:lnTo>
                <a:lnTo>
                  <a:pt x="1247000" y="952919"/>
                </a:lnTo>
                <a:lnTo>
                  <a:pt x="1247317" y="953681"/>
                </a:lnTo>
                <a:lnTo>
                  <a:pt x="1248575" y="954938"/>
                </a:lnTo>
                <a:lnTo>
                  <a:pt x="1249337" y="955255"/>
                </a:lnTo>
                <a:lnTo>
                  <a:pt x="1251115" y="955255"/>
                </a:lnTo>
                <a:lnTo>
                  <a:pt x="1251877" y="954938"/>
                </a:lnTo>
                <a:lnTo>
                  <a:pt x="1253134" y="953681"/>
                </a:lnTo>
                <a:lnTo>
                  <a:pt x="1253451" y="952919"/>
                </a:lnTo>
                <a:lnTo>
                  <a:pt x="1253451" y="938225"/>
                </a:lnTo>
                <a:close/>
              </a:path>
              <a:path w="3331845" h="2440304">
                <a:moveTo>
                  <a:pt x="1253451" y="905954"/>
                </a:moveTo>
                <a:lnTo>
                  <a:pt x="1253134" y="905192"/>
                </a:lnTo>
                <a:lnTo>
                  <a:pt x="1251877" y="903935"/>
                </a:lnTo>
                <a:lnTo>
                  <a:pt x="1251115" y="903617"/>
                </a:lnTo>
                <a:lnTo>
                  <a:pt x="1249337" y="903617"/>
                </a:lnTo>
                <a:lnTo>
                  <a:pt x="1248575" y="903935"/>
                </a:lnTo>
                <a:lnTo>
                  <a:pt x="1247317" y="905192"/>
                </a:lnTo>
                <a:lnTo>
                  <a:pt x="1247000" y="905954"/>
                </a:lnTo>
                <a:lnTo>
                  <a:pt x="1247000" y="920648"/>
                </a:lnTo>
                <a:lnTo>
                  <a:pt x="1247317" y="921397"/>
                </a:lnTo>
                <a:lnTo>
                  <a:pt x="1248575" y="922667"/>
                </a:lnTo>
                <a:lnTo>
                  <a:pt x="1249337" y="922985"/>
                </a:lnTo>
                <a:lnTo>
                  <a:pt x="1251115" y="922985"/>
                </a:lnTo>
                <a:lnTo>
                  <a:pt x="1251877" y="922667"/>
                </a:lnTo>
                <a:lnTo>
                  <a:pt x="1253134" y="921397"/>
                </a:lnTo>
                <a:lnTo>
                  <a:pt x="1253451" y="920648"/>
                </a:lnTo>
                <a:lnTo>
                  <a:pt x="1253451" y="905954"/>
                </a:lnTo>
                <a:close/>
              </a:path>
              <a:path w="3331845" h="2440304">
                <a:moveTo>
                  <a:pt x="1253451" y="873683"/>
                </a:moveTo>
                <a:lnTo>
                  <a:pt x="1253134" y="872921"/>
                </a:lnTo>
                <a:lnTo>
                  <a:pt x="1251877" y="871664"/>
                </a:lnTo>
                <a:lnTo>
                  <a:pt x="1251115" y="871347"/>
                </a:lnTo>
                <a:lnTo>
                  <a:pt x="1249337" y="871347"/>
                </a:lnTo>
                <a:lnTo>
                  <a:pt x="1248575" y="871664"/>
                </a:lnTo>
                <a:lnTo>
                  <a:pt x="1247317" y="872921"/>
                </a:lnTo>
                <a:lnTo>
                  <a:pt x="1247000" y="873683"/>
                </a:lnTo>
                <a:lnTo>
                  <a:pt x="1247000" y="888365"/>
                </a:lnTo>
                <a:lnTo>
                  <a:pt x="1247317" y="889127"/>
                </a:lnTo>
                <a:lnTo>
                  <a:pt x="1248575" y="890397"/>
                </a:lnTo>
                <a:lnTo>
                  <a:pt x="1249337" y="890701"/>
                </a:lnTo>
                <a:lnTo>
                  <a:pt x="1251115" y="890701"/>
                </a:lnTo>
                <a:lnTo>
                  <a:pt x="1251877" y="890397"/>
                </a:lnTo>
                <a:lnTo>
                  <a:pt x="1253134" y="889127"/>
                </a:lnTo>
                <a:lnTo>
                  <a:pt x="1253451" y="888365"/>
                </a:lnTo>
                <a:lnTo>
                  <a:pt x="1253451" y="873683"/>
                </a:lnTo>
                <a:close/>
              </a:path>
              <a:path w="3331845" h="2440304">
                <a:moveTo>
                  <a:pt x="1253451" y="841413"/>
                </a:moveTo>
                <a:lnTo>
                  <a:pt x="1253134" y="840651"/>
                </a:lnTo>
                <a:lnTo>
                  <a:pt x="1251877" y="839381"/>
                </a:lnTo>
                <a:lnTo>
                  <a:pt x="1251115" y="839076"/>
                </a:lnTo>
                <a:lnTo>
                  <a:pt x="1249337" y="839076"/>
                </a:lnTo>
                <a:lnTo>
                  <a:pt x="1248575" y="839381"/>
                </a:lnTo>
                <a:lnTo>
                  <a:pt x="1247317" y="840651"/>
                </a:lnTo>
                <a:lnTo>
                  <a:pt x="1247000" y="841413"/>
                </a:lnTo>
                <a:lnTo>
                  <a:pt x="1247000" y="856094"/>
                </a:lnTo>
                <a:lnTo>
                  <a:pt x="1247317" y="856856"/>
                </a:lnTo>
                <a:lnTo>
                  <a:pt x="1248575" y="858113"/>
                </a:lnTo>
                <a:lnTo>
                  <a:pt x="1249337" y="858431"/>
                </a:lnTo>
                <a:lnTo>
                  <a:pt x="1251115" y="858431"/>
                </a:lnTo>
                <a:lnTo>
                  <a:pt x="1251877" y="858113"/>
                </a:lnTo>
                <a:lnTo>
                  <a:pt x="1253134" y="856856"/>
                </a:lnTo>
                <a:lnTo>
                  <a:pt x="1253451" y="856094"/>
                </a:lnTo>
                <a:lnTo>
                  <a:pt x="1253451" y="841413"/>
                </a:lnTo>
                <a:close/>
              </a:path>
              <a:path w="3331845" h="2440304">
                <a:moveTo>
                  <a:pt x="1253451" y="809129"/>
                </a:moveTo>
                <a:lnTo>
                  <a:pt x="1253134" y="808380"/>
                </a:lnTo>
                <a:lnTo>
                  <a:pt x="1251877" y="807110"/>
                </a:lnTo>
                <a:lnTo>
                  <a:pt x="1251115" y="806792"/>
                </a:lnTo>
                <a:lnTo>
                  <a:pt x="1249337" y="806792"/>
                </a:lnTo>
                <a:lnTo>
                  <a:pt x="1248575" y="807110"/>
                </a:lnTo>
                <a:lnTo>
                  <a:pt x="1247317" y="808380"/>
                </a:lnTo>
                <a:lnTo>
                  <a:pt x="1247000" y="809129"/>
                </a:lnTo>
                <a:lnTo>
                  <a:pt x="1247000" y="823823"/>
                </a:lnTo>
                <a:lnTo>
                  <a:pt x="1247317" y="824585"/>
                </a:lnTo>
                <a:lnTo>
                  <a:pt x="1248575" y="825842"/>
                </a:lnTo>
                <a:lnTo>
                  <a:pt x="1249337" y="826160"/>
                </a:lnTo>
                <a:lnTo>
                  <a:pt x="1251115" y="826160"/>
                </a:lnTo>
                <a:lnTo>
                  <a:pt x="1251877" y="825842"/>
                </a:lnTo>
                <a:lnTo>
                  <a:pt x="1253134" y="824585"/>
                </a:lnTo>
                <a:lnTo>
                  <a:pt x="1253451" y="823823"/>
                </a:lnTo>
                <a:lnTo>
                  <a:pt x="1253451" y="809129"/>
                </a:lnTo>
                <a:close/>
              </a:path>
              <a:path w="3331845" h="2440304">
                <a:moveTo>
                  <a:pt x="1253451" y="776859"/>
                </a:moveTo>
                <a:lnTo>
                  <a:pt x="1253134" y="776097"/>
                </a:lnTo>
                <a:lnTo>
                  <a:pt x="1251877" y="774839"/>
                </a:lnTo>
                <a:lnTo>
                  <a:pt x="1251115" y="774522"/>
                </a:lnTo>
                <a:lnTo>
                  <a:pt x="1249337" y="774522"/>
                </a:lnTo>
                <a:lnTo>
                  <a:pt x="1248575" y="774839"/>
                </a:lnTo>
                <a:lnTo>
                  <a:pt x="1247317" y="776097"/>
                </a:lnTo>
                <a:lnTo>
                  <a:pt x="1247000" y="776859"/>
                </a:lnTo>
                <a:lnTo>
                  <a:pt x="1247000" y="791552"/>
                </a:lnTo>
                <a:lnTo>
                  <a:pt x="1247317" y="792314"/>
                </a:lnTo>
                <a:lnTo>
                  <a:pt x="1248575" y="793572"/>
                </a:lnTo>
                <a:lnTo>
                  <a:pt x="1249337" y="793889"/>
                </a:lnTo>
                <a:lnTo>
                  <a:pt x="1251115" y="793889"/>
                </a:lnTo>
                <a:lnTo>
                  <a:pt x="1251877" y="793572"/>
                </a:lnTo>
                <a:lnTo>
                  <a:pt x="1253134" y="792314"/>
                </a:lnTo>
                <a:lnTo>
                  <a:pt x="1253451" y="791552"/>
                </a:lnTo>
                <a:lnTo>
                  <a:pt x="1253451" y="776859"/>
                </a:lnTo>
                <a:close/>
              </a:path>
              <a:path w="3331845" h="2440304">
                <a:moveTo>
                  <a:pt x="1253451" y="744588"/>
                </a:moveTo>
                <a:lnTo>
                  <a:pt x="1253134" y="743826"/>
                </a:lnTo>
                <a:lnTo>
                  <a:pt x="1251877" y="742569"/>
                </a:lnTo>
                <a:lnTo>
                  <a:pt x="1251115" y="742251"/>
                </a:lnTo>
                <a:lnTo>
                  <a:pt x="1249337" y="742251"/>
                </a:lnTo>
                <a:lnTo>
                  <a:pt x="1248575" y="742569"/>
                </a:lnTo>
                <a:lnTo>
                  <a:pt x="1247317" y="743826"/>
                </a:lnTo>
                <a:lnTo>
                  <a:pt x="1247000" y="744588"/>
                </a:lnTo>
                <a:lnTo>
                  <a:pt x="1247000" y="759282"/>
                </a:lnTo>
                <a:lnTo>
                  <a:pt x="1247317" y="760044"/>
                </a:lnTo>
                <a:lnTo>
                  <a:pt x="1248575" y="761301"/>
                </a:lnTo>
                <a:lnTo>
                  <a:pt x="1249337" y="761619"/>
                </a:lnTo>
                <a:lnTo>
                  <a:pt x="1251115" y="761619"/>
                </a:lnTo>
                <a:lnTo>
                  <a:pt x="1251877" y="761301"/>
                </a:lnTo>
                <a:lnTo>
                  <a:pt x="1253134" y="760044"/>
                </a:lnTo>
                <a:lnTo>
                  <a:pt x="1253451" y="759282"/>
                </a:lnTo>
                <a:lnTo>
                  <a:pt x="1253451" y="744588"/>
                </a:lnTo>
                <a:close/>
              </a:path>
              <a:path w="3331845" h="2440304">
                <a:moveTo>
                  <a:pt x="1253451" y="712317"/>
                </a:moveTo>
                <a:lnTo>
                  <a:pt x="1253134" y="711555"/>
                </a:lnTo>
                <a:lnTo>
                  <a:pt x="1251877" y="710298"/>
                </a:lnTo>
                <a:lnTo>
                  <a:pt x="1251115" y="709980"/>
                </a:lnTo>
                <a:lnTo>
                  <a:pt x="1249337" y="709980"/>
                </a:lnTo>
                <a:lnTo>
                  <a:pt x="1248575" y="710298"/>
                </a:lnTo>
                <a:lnTo>
                  <a:pt x="1247317" y="711555"/>
                </a:lnTo>
                <a:lnTo>
                  <a:pt x="1247000" y="712317"/>
                </a:lnTo>
                <a:lnTo>
                  <a:pt x="1247000" y="727011"/>
                </a:lnTo>
                <a:lnTo>
                  <a:pt x="1247317" y="727773"/>
                </a:lnTo>
                <a:lnTo>
                  <a:pt x="1248575" y="729030"/>
                </a:lnTo>
                <a:lnTo>
                  <a:pt x="1249337" y="729348"/>
                </a:lnTo>
                <a:lnTo>
                  <a:pt x="1251115" y="729348"/>
                </a:lnTo>
                <a:lnTo>
                  <a:pt x="1251877" y="729030"/>
                </a:lnTo>
                <a:lnTo>
                  <a:pt x="1253134" y="727773"/>
                </a:lnTo>
                <a:lnTo>
                  <a:pt x="1253451" y="727011"/>
                </a:lnTo>
                <a:lnTo>
                  <a:pt x="1253451" y="712317"/>
                </a:lnTo>
                <a:close/>
              </a:path>
              <a:path w="3331845" h="2440304">
                <a:moveTo>
                  <a:pt x="1253451" y="680046"/>
                </a:moveTo>
                <a:lnTo>
                  <a:pt x="1253134" y="679284"/>
                </a:lnTo>
                <a:lnTo>
                  <a:pt x="1251877" y="678027"/>
                </a:lnTo>
                <a:lnTo>
                  <a:pt x="1251115" y="677710"/>
                </a:lnTo>
                <a:lnTo>
                  <a:pt x="1249337" y="677710"/>
                </a:lnTo>
                <a:lnTo>
                  <a:pt x="1248575" y="678027"/>
                </a:lnTo>
                <a:lnTo>
                  <a:pt x="1247317" y="679284"/>
                </a:lnTo>
                <a:lnTo>
                  <a:pt x="1247000" y="680046"/>
                </a:lnTo>
                <a:lnTo>
                  <a:pt x="1247000" y="694740"/>
                </a:lnTo>
                <a:lnTo>
                  <a:pt x="1247317" y="695502"/>
                </a:lnTo>
                <a:lnTo>
                  <a:pt x="1248575" y="696760"/>
                </a:lnTo>
                <a:lnTo>
                  <a:pt x="1249337" y="697077"/>
                </a:lnTo>
                <a:lnTo>
                  <a:pt x="1251115" y="697077"/>
                </a:lnTo>
                <a:lnTo>
                  <a:pt x="1251877" y="696760"/>
                </a:lnTo>
                <a:lnTo>
                  <a:pt x="1253134" y="695502"/>
                </a:lnTo>
                <a:lnTo>
                  <a:pt x="1253451" y="694740"/>
                </a:lnTo>
                <a:lnTo>
                  <a:pt x="1253451" y="680046"/>
                </a:lnTo>
                <a:close/>
              </a:path>
              <a:path w="3331845" h="2440304">
                <a:moveTo>
                  <a:pt x="1253451" y="647776"/>
                </a:moveTo>
                <a:lnTo>
                  <a:pt x="1253134" y="647014"/>
                </a:lnTo>
                <a:lnTo>
                  <a:pt x="1251877" y="645756"/>
                </a:lnTo>
                <a:lnTo>
                  <a:pt x="1251115" y="645439"/>
                </a:lnTo>
                <a:lnTo>
                  <a:pt x="1249337" y="645439"/>
                </a:lnTo>
                <a:lnTo>
                  <a:pt x="1248575" y="645756"/>
                </a:lnTo>
                <a:lnTo>
                  <a:pt x="1247317" y="647014"/>
                </a:lnTo>
                <a:lnTo>
                  <a:pt x="1247000" y="647776"/>
                </a:lnTo>
                <a:lnTo>
                  <a:pt x="1247000" y="662470"/>
                </a:lnTo>
                <a:lnTo>
                  <a:pt x="1247317" y="663232"/>
                </a:lnTo>
                <a:lnTo>
                  <a:pt x="1248575" y="664489"/>
                </a:lnTo>
                <a:lnTo>
                  <a:pt x="1249337" y="664806"/>
                </a:lnTo>
                <a:lnTo>
                  <a:pt x="1251115" y="664806"/>
                </a:lnTo>
                <a:lnTo>
                  <a:pt x="1251877" y="664489"/>
                </a:lnTo>
                <a:lnTo>
                  <a:pt x="1253134" y="663232"/>
                </a:lnTo>
                <a:lnTo>
                  <a:pt x="1253451" y="662470"/>
                </a:lnTo>
                <a:lnTo>
                  <a:pt x="1253451" y="647776"/>
                </a:lnTo>
                <a:close/>
              </a:path>
              <a:path w="3331845" h="2440304">
                <a:moveTo>
                  <a:pt x="1253451" y="615505"/>
                </a:moveTo>
                <a:lnTo>
                  <a:pt x="1253134" y="614743"/>
                </a:lnTo>
                <a:lnTo>
                  <a:pt x="1251877" y="613486"/>
                </a:lnTo>
                <a:lnTo>
                  <a:pt x="1251115" y="613168"/>
                </a:lnTo>
                <a:lnTo>
                  <a:pt x="1249337" y="613168"/>
                </a:lnTo>
                <a:lnTo>
                  <a:pt x="1248575" y="613486"/>
                </a:lnTo>
                <a:lnTo>
                  <a:pt x="1247317" y="614743"/>
                </a:lnTo>
                <a:lnTo>
                  <a:pt x="1247000" y="615505"/>
                </a:lnTo>
                <a:lnTo>
                  <a:pt x="1247000" y="630199"/>
                </a:lnTo>
                <a:lnTo>
                  <a:pt x="1247317" y="630948"/>
                </a:lnTo>
                <a:lnTo>
                  <a:pt x="1248575" y="632218"/>
                </a:lnTo>
                <a:lnTo>
                  <a:pt x="1249337" y="632523"/>
                </a:lnTo>
                <a:lnTo>
                  <a:pt x="1251115" y="632523"/>
                </a:lnTo>
                <a:lnTo>
                  <a:pt x="1251877" y="632218"/>
                </a:lnTo>
                <a:lnTo>
                  <a:pt x="1253134" y="630948"/>
                </a:lnTo>
                <a:lnTo>
                  <a:pt x="1253451" y="630199"/>
                </a:lnTo>
                <a:lnTo>
                  <a:pt x="1253451" y="615505"/>
                </a:lnTo>
                <a:close/>
              </a:path>
              <a:path w="3331845" h="2440304">
                <a:moveTo>
                  <a:pt x="1253451" y="583234"/>
                </a:moveTo>
                <a:lnTo>
                  <a:pt x="1253134" y="582472"/>
                </a:lnTo>
                <a:lnTo>
                  <a:pt x="1251877" y="581202"/>
                </a:lnTo>
                <a:lnTo>
                  <a:pt x="1251115" y="580898"/>
                </a:lnTo>
                <a:lnTo>
                  <a:pt x="1249337" y="580898"/>
                </a:lnTo>
                <a:lnTo>
                  <a:pt x="1248575" y="581202"/>
                </a:lnTo>
                <a:lnTo>
                  <a:pt x="1247317" y="582472"/>
                </a:lnTo>
                <a:lnTo>
                  <a:pt x="1247000" y="583234"/>
                </a:lnTo>
                <a:lnTo>
                  <a:pt x="1247000" y="597916"/>
                </a:lnTo>
                <a:lnTo>
                  <a:pt x="1247317" y="598678"/>
                </a:lnTo>
                <a:lnTo>
                  <a:pt x="1248575" y="599948"/>
                </a:lnTo>
                <a:lnTo>
                  <a:pt x="1249337" y="600252"/>
                </a:lnTo>
                <a:lnTo>
                  <a:pt x="1251115" y="600252"/>
                </a:lnTo>
                <a:lnTo>
                  <a:pt x="1251877" y="599948"/>
                </a:lnTo>
                <a:lnTo>
                  <a:pt x="1253134" y="598678"/>
                </a:lnTo>
                <a:lnTo>
                  <a:pt x="1253451" y="597916"/>
                </a:lnTo>
                <a:lnTo>
                  <a:pt x="1253451" y="583234"/>
                </a:lnTo>
                <a:close/>
              </a:path>
              <a:path w="3331845" h="2440304">
                <a:moveTo>
                  <a:pt x="1253451" y="550951"/>
                </a:moveTo>
                <a:lnTo>
                  <a:pt x="1253134" y="550202"/>
                </a:lnTo>
                <a:lnTo>
                  <a:pt x="1251877" y="548932"/>
                </a:lnTo>
                <a:lnTo>
                  <a:pt x="1251115" y="548627"/>
                </a:lnTo>
                <a:lnTo>
                  <a:pt x="1249337" y="548627"/>
                </a:lnTo>
                <a:lnTo>
                  <a:pt x="1248575" y="548932"/>
                </a:lnTo>
                <a:lnTo>
                  <a:pt x="1247317" y="550202"/>
                </a:lnTo>
                <a:lnTo>
                  <a:pt x="1247000" y="550951"/>
                </a:lnTo>
                <a:lnTo>
                  <a:pt x="1247000" y="565645"/>
                </a:lnTo>
                <a:lnTo>
                  <a:pt x="1247317" y="566407"/>
                </a:lnTo>
                <a:lnTo>
                  <a:pt x="1248575" y="567664"/>
                </a:lnTo>
                <a:lnTo>
                  <a:pt x="1249337" y="567982"/>
                </a:lnTo>
                <a:lnTo>
                  <a:pt x="1251115" y="567982"/>
                </a:lnTo>
                <a:lnTo>
                  <a:pt x="1251877" y="567664"/>
                </a:lnTo>
                <a:lnTo>
                  <a:pt x="1253134" y="566407"/>
                </a:lnTo>
                <a:lnTo>
                  <a:pt x="1253451" y="565645"/>
                </a:lnTo>
                <a:lnTo>
                  <a:pt x="1253451" y="550951"/>
                </a:lnTo>
                <a:close/>
              </a:path>
              <a:path w="3331845" h="2440304">
                <a:moveTo>
                  <a:pt x="1253451" y="518680"/>
                </a:moveTo>
                <a:lnTo>
                  <a:pt x="1253134" y="517918"/>
                </a:lnTo>
                <a:lnTo>
                  <a:pt x="1251877" y="516661"/>
                </a:lnTo>
                <a:lnTo>
                  <a:pt x="1251115" y="516343"/>
                </a:lnTo>
                <a:lnTo>
                  <a:pt x="1249337" y="516343"/>
                </a:lnTo>
                <a:lnTo>
                  <a:pt x="1248575" y="516661"/>
                </a:lnTo>
                <a:lnTo>
                  <a:pt x="1247317" y="517918"/>
                </a:lnTo>
                <a:lnTo>
                  <a:pt x="1247000" y="518680"/>
                </a:lnTo>
                <a:lnTo>
                  <a:pt x="1247000" y="533374"/>
                </a:lnTo>
                <a:lnTo>
                  <a:pt x="1247317" y="534136"/>
                </a:lnTo>
                <a:lnTo>
                  <a:pt x="1248575" y="535393"/>
                </a:lnTo>
                <a:lnTo>
                  <a:pt x="1249337" y="535711"/>
                </a:lnTo>
                <a:lnTo>
                  <a:pt x="1251115" y="535711"/>
                </a:lnTo>
                <a:lnTo>
                  <a:pt x="1251877" y="535393"/>
                </a:lnTo>
                <a:lnTo>
                  <a:pt x="1253134" y="534136"/>
                </a:lnTo>
                <a:lnTo>
                  <a:pt x="1253451" y="533374"/>
                </a:lnTo>
                <a:lnTo>
                  <a:pt x="1253451" y="518680"/>
                </a:lnTo>
                <a:close/>
              </a:path>
              <a:path w="3331845" h="2440304">
                <a:moveTo>
                  <a:pt x="1253451" y="486410"/>
                </a:moveTo>
                <a:lnTo>
                  <a:pt x="1253134" y="485648"/>
                </a:lnTo>
                <a:lnTo>
                  <a:pt x="1251877" y="484390"/>
                </a:lnTo>
                <a:lnTo>
                  <a:pt x="1251115" y="484073"/>
                </a:lnTo>
                <a:lnTo>
                  <a:pt x="1249337" y="484073"/>
                </a:lnTo>
                <a:lnTo>
                  <a:pt x="1248575" y="484390"/>
                </a:lnTo>
                <a:lnTo>
                  <a:pt x="1247317" y="485648"/>
                </a:lnTo>
                <a:lnTo>
                  <a:pt x="1247000" y="486410"/>
                </a:lnTo>
                <a:lnTo>
                  <a:pt x="1247000" y="501103"/>
                </a:lnTo>
                <a:lnTo>
                  <a:pt x="1247317" y="501865"/>
                </a:lnTo>
                <a:lnTo>
                  <a:pt x="1248575" y="503123"/>
                </a:lnTo>
                <a:lnTo>
                  <a:pt x="1249337" y="503440"/>
                </a:lnTo>
                <a:lnTo>
                  <a:pt x="1251115" y="503440"/>
                </a:lnTo>
                <a:lnTo>
                  <a:pt x="1251877" y="503123"/>
                </a:lnTo>
                <a:lnTo>
                  <a:pt x="1253134" y="501865"/>
                </a:lnTo>
                <a:lnTo>
                  <a:pt x="1253451" y="501103"/>
                </a:lnTo>
                <a:lnTo>
                  <a:pt x="1253451" y="486410"/>
                </a:lnTo>
                <a:close/>
              </a:path>
              <a:path w="3331845" h="2440304">
                <a:moveTo>
                  <a:pt x="1253451" y="454139"/>
                </a:moveTo>
                <a:lnTo>
                  <a:pt x="1253134" y="453377"/>
                </a:lnTo>
                <a:lnTo>
                  <a:pt x="1251877" y="452120"/>
                </a:lnTo>
                <a:lnTo>
                  <a:pt x="1251115" y="451802"/>
                </a:lnTo>
                <a:lnTo>
                  <a:pt x="1249337" y="451802"/>
                </a:lnTo>
                <a:lnTo>
                  <a:pt x="1248575" y="452120"/>
                </a:lnTo>
                <a:lnTo>
                  <a:pt x="1247317" y="453377"/>
                </a:lnTo>
                <a:lnTo>
                  <a:pt x="1247000" y="454139"/>
                </a:lnTo>
                <a:lnTo>
                  <a:pt x="1247000" y="468833"/>
                </a:lnTo>
                <a:lnTo>
                  <a:pt x="1247317" y="469595"/>
                </a:lnTo>
                <a:lnTo>
                  <a:pt x="1248575" y="470852"/>
                </a:lnTo>
                <a:lnTo>
                  <a:pt x="1249337" y="471170"/>
                </a:lnTo>
                <a:lnTo>
                  <a:pt x="1251115" y="471170"/>
                </a:lnTo>
                <a:lnTo>
                  <a:pt x="1251877" y="470852"/>
                </a:lnTo>
                <a:lnTo>
                  <a:pt x="1253134" y="469595"/>
                </a:lnTo>
                <a:lnTo>
                  <a:pt x="1253451" y="468833"/>
                </a:lnTo>
                <a:lnTo>
                  <a:pt x="1253451" y="454139"/>
                </a:lnTo>
                <a:close/>
              </a:path>
              <a:path w="3331845" h="2440304">
                <a:moveTo>
                  <a:pt x="1253451" y="421868"/>
                </a:moveTo>
                <a:lnTo>
                  <a:pt x="1253134" y="421106"/>
                </a:lnTo>
                <a:lnTo>
                  <a:pt x="1251877" y="419849"/>
                </a:lnTo>
                <a:lnTo>
                  <a:pt x="1251115" y="419531"/>
                </a:lnTo>
                <a:lnTo>
                  <a:pt x="1249337" y="419531"/>
                </a:lnTo>
                <a:lnTo>
                  <a:pt x="1248575" y="419849"/>
                </a:lnTo>
                <a:lnTo>
                  <a:pt x="1247317" y="421106"/>
                </a:lnTo>
                <a:lnTo>
                  <a:pt x="1247000" y="421868"/>
                </a:lnTo>
                <a:lnTo>
                  <a:pt x="1247000" y="436562"/>
                </a:lnTo>
                <a:lnTo>
                  <a:pt x="1247317" y="437324"/>
                </a:lnTo>
                <a:lnTo>
                  <a:pt x="1248575" y="438581"/>
                </a:lnTo>
                <a:lnTo>
                  <a:pt x="1249337" y="438899"/>
                </a:lnTo>
                <a:lnTo>
                  <a:pt x="1251115" y="438899"/>
                </a:lnTo>
                <a:lnTo>
                  <a:pt x="1251877" y="438581"/>
                </a:lnTo>
                <a:lnTo>
                  <a:pt x="1253134" y="437324"/>
                </a:lnTo>
                <a:lnTo>
                  <a:pt x="1253451" y="436562"/>
                </a:lnTo>
                <a:lnTo>
                  <a:pt x="1253451" y="421868"/>
                </a:lnTo>
                <a:close/>
              </a:path>
              <a:path w="3331845" h="2440304">
                <a:moveTo>
                  <a:pt x="1253451" y="389597"/>
                </a:moveTo>
                <a:lnTo>
                  <a:pt x="1253134" y="388835"/>
                </a:lnTo>
                <a:lnTo>
                  <a:pt x="1251877" y="387578"/>
                </a:lnTo>
                <a:lnTo>
                  <a:pt x="1251115" y="387261"/>
                </a:lnTo>
                <a:lnTo>
                  <a:pt x="1249337" y="387261"/>
                </a:lnTo>
                <a:lnTo>
                  <a:pt x="1248575" y="387578"/>
                </a:lnTo>
                <a:lnTo>
                  <a:pt x="1247317" y="388835"/>
                </a:lnTo>
                <a:lnTo>
                  <a:pt x="1247000" y="389597"/>
                </a:lnTo>
                <a:lnTo>
                  <a:pt x="1247000" y="404291"/>
                </a:lnTo>
                <a:lnTo>
                  <a:pt x="1247317" y="405053"/>
                </a:lnTo>
                <a:lnTo>
                  <a:pt x="1248575" y="406311"/>
                </a:lnTo>
                <a:lnTo>
                  <a:pt x="1249337" y="406628"/>
                </a:lnTo>
                <a:lnTo>
                  <a:pt x="1251115" y="406628"/>
                </a:lnTo>
                <a:lnTo>
                  <a:pt x="1251877" y="406311"/>
                </a:lnTo>
                <a:lnTo>
                  <a:pt x="1253134" y="405053"/>
                </a:lnTo>
                <a:lnTo>
                  <a:pt x="1253451" y="404291"/>
                </a:lnTo>
                <a:lnTo>
                  <a:pt x="1253451" y="389597"/>
                </a:lnTo>
                <a:close/>
              </a:path>
              <a:path w="3331845" h="2440304">
                <a:moveTo>
                  <a:pt x="1253451" y="357327"/>
                </a:moveTo>
                <a:lnTo>
                  <a:pt x="1253134" y="356565"/>
                </a:lnTo>
                <a:lnTo>
                  <a:pt x="1251877" y="355307"/>
                </a:lnTo>
                <a:lnTo>
                  <a:pt x="1251115" y="354990"/>
                </a:lnTo>
                <a:lnTo>
                  <a:pt x="1249337" y="354990"/>
                </a:lnTo>
                <a:lnTo>
                  <a:pt x="1248575" y="355307"/>
                </a:lnTo>
                <a:lnTo>
                  <a:pt x="1247317" y="356565"/>
                </a:lnTo>
                <a:lnTo>
                  <a:pt x="1247000" y="357327"/>
                </a:lnTo>
                <a:lnTo>
                  <a:pt x="1247000" y="372021"/>
                </a:lnTo>
                <a:lnTo>
                  <a:pt x="1247317" y="372770"/>
                </a:lnTo>
                <a:lnTo>
                  <a:pt x="1248575" y="374040"/>
                </a:lnTo>
                <a:lnTo>
                  <a:pt x="1249337" y="374345"/>
                </a:lnTo>
                <a:lnTo>
                  <a:pt x="1251115" y="374345"/>
                </a:lnTo>
                <a:lnTo>
                  <a:pt x="1251877" y="374040"/>
                </a:lnTo>
                <a:lnTo>
                  <a:pt x="1253134" y="372770"/>
                </a:lnTo>
                <a:lnTo>
                  <a:pt x="1253451" y="372021"/>
                </a:lnTo>
                <a:lnTo>
                  <a:pt x="1253451" y="357327"/>
                </a:lnTo>
                <a:close/>
              </a:path>
              <a:path w="3331845" h="2440304">
                <a:moveTo>
                  <a:pt x="1253451" y="325056"/>
                </a:moveTo>
                <a:lnTo>
                  <a:pt x="1253134" y="324294"/>
                </a:lnTo>
                <a:lnTo>
                  <a:pt x="1251877" y="323037"/>
                </a:lnTo>
                <a:lnTo>
                  <a:pt x="1251115" y="322719"/>
                </a:lnTo>
                <a:lnTo>
                  <a:pt x="1249337" y="322719"/>
                </a:lnTo>
                <a:lnTo>
                  <a:pt x="1248575" y="323037"/>
                </a:lnTo>
                <a:lnTo>
                  <a:pt x="1247317" y="324294"/>
                </a:lnTo>
                <a:lnTo>
                  <a:pt x="1247000" y="325056"/>
                </a:lnTo>
                <a:lnTo>
                  <a:pt x="1247000" y="339737"/>
                </a:lnTo>
                <a:lnTo>
                  <a:pt x="1247317" y="340499"/>
                </a:lnTo>
                <a:lnTo>
                  <a:pt x="1248575" y="341769"/>
                </a:lnTo>
                <a:lnTo>
                  <a:pt x="1249337" y="342074"/>
                </a:lnTo>
                <a:lnTo>
                  <a:pt x="1251115" y="342074"/>
                </a:lnTo>
                <a:lnTo>
                  <a:pt x="1251877" y="341769"/>
                </a:lnTo>
                <a:lnTo>
                  <a:pt x="1253134" y="340499"/>
                </a:lnTo>
                <a:lnTo>
                  <a:pt x="1253451" y="339737"/>
                </a:lnTo>
                <a:lnTo>
                  <a:pt x="1253451" y="325056"/>
                </a:lnTo>
                <a:close/>
              </a:path>
              <a:path w="3331845" h="2440304">
                <a:moveTo>
                  <a:pt x="1253451" y="292785"/>
                </a:moveTo>
                <a:lnTo>
                  <a:pt x="1253134" y="292023"/>
                </a:lnTo>
                <a:lnTo>
                  <a:pt x="1251877" y="290753"/>
                </a:lnTo>
                <a:lnTo>
                  <a:pt x="1251115" y="290449"/>
                </a:lnTo>
                <a:lnTo>
                  <a:pt x="1249337" y="290449"/>
                </a:lnTo>
                <a:lnTo>
                  <a:pt x="1248575" y="290753"/>
                </a:lnTo>
                <a:lnTo>
                  <a:pt x="1247317" y="292023"/>
                </a:lnTo>
                <a:lnTo>
                  <a:pt x="1247000" y="292785"/>
                </a:lnTo>
                <a:lnTo>
                  <a:pt x="1247000" y="307467"/>
                </a:lnTo>
                <a:lnTo>
                  <a:pt x="1247317" y="308229"/>
                </a:lnTo>
                <a:lnTo>
                  <a:pt x="1248575" y="309486"/>
                </a:lnTo>
                <a:lnTo>
                  <a:pt x="1249337" y="309803"/>
                </a:lnTo>
                <a:lnTo>
                  <a:pt x="1251115" y="309803"/>
                </a:lnTo>
                <a:lnTo>
                  <a:pt x="1251877" y="309486"/>
                </a:lnTo>
                <a:lnTo>
                  <a:pt x="1253134" y="308229"/>
                </a:lnTo>
                <a:lnTo>
                  <a:pt x="1253451" y="307467"/>
                </a:lnTo>
                <a:lnTo>
                  <a:pt x="1253451" y="292785"/>
                </a:lnTo>
                <a:close/>
              </a:path>
              <a:path w="3331845" h="2440304">
                <a:moveTo>
                  <a:pt x="1253451" y="260502"/>
                </a:moveTo>
                <a:lnTo>
                  <a:pt x="1253134" y="259753"/>
                </a:lnTo>
                <a:lnTo>
                  <a:pt x="1251877" y="258483"/>
                </a:lnTo>
                <a:lnTo>
                  <a:pt x="1251115" y="258165"/>
                </a:lnTo>
                <a:lnTo>
                  <a:pt x="1249337" y="258165"/>
                </a:lnTo>
                <a:lnTo>
                  <a:pt x="1248575" y="258483"/>
                </a:lnTo>
                <a:lnTo>
                  <a:pt x="1247317" y="259753"/>
                </a:lnTo>
                <a:lnTo>
                  <a:pt x="1247000" y="260502"/>
                </a:lnTo>
                <a:lnTo>
                  <a:pt x="1247000" y="275196"/>
                </a:lnTo>
                <a:lnTo>
                  <a:pt x="1247317" y="275958"/>
                </a:lnTo>
                <a:lnTo>
                  <a:pt x="1248575" y="277215"/>
                </a:lnTo>
                <a:lnTo>
                  <a:pt x="1249337" y="277533"/>
                </a:lnTo>
                <a:lnTo>
                  <a:pt x="1251115" y="277533"/>
                </a:lnTo>
                <a:lnTo>
                  <a:pt x="1251877" y="277215"/>
                </a:lnTo>
                <a:lnTo>
                  <a:pt x="1253134" y="275958"/>
                </a:lnTo>
                <a:lnTo>
                  <a:pt x="1253451" y="275196"/>
                </a:lnTo>
                <a:lnTo>
                  <a:pt x="1253451" y="260502"/>
                </a:lnTo>
                <a:close/>
              </a:path>
              <a:path w="3331845" h="2440304">
                <a:moveTo>
                  <a:pt x="1253451" y="228231"/>
                </a:moveTo>
                <a:lnTo>
                  <a:pt x="1253134" y="227469"/>
                </a:lnTo>
                <a:lnTo>
                  <a:pt x="1251877" y="226212"/>
                </a:lnTo>
                <a:lnTo>
                  <a:pt x="1251115" y="225894"/>
                </a:lnTo>
                <a:lnTo>
                  <a:pt x="1249337" y="225894"/>
                </a:lnTo>
                <a:lnTo>
                  <a:pt x="1248575" y="226212"/>
                </a:lnTo>
                <a:lnTo>
                  <a:pt x="1247317" y="227469"/>
                </a:lnTo>
                <a:lnTo>
                  <a:pt x="1247000" y="228231"/>
                </a:lnTo>
                <a:lnTo>
                  <a:pt x="1247000" y="242925"/>
                </a:lnTo>
                <a:lnTo>
                  <a:pt x="1247317" y="243687"/>
                </a:lnTo>
                <a:lnTo>
                  <a:pt x="1248575" y="244944"/>
                </a:lnTo>
                <a:lnTo>
                  <a:pt x="1249337" y="245262"/>
                </a:lnTo>
                <a:lnTo>
                  <a:pt x="1251115" y="245262"/>
                </a:lnTo>
                <a:lnTo>
                  <a:pt x="1251877" y="244944"/>
                </a:lnTo>
                <a:lnTo>
                  <a:pt x="1253134" y="243687"/>
                </a:lnTo>
                <a:lnTo>
                  <a:pt x="1253451" y="242925"/>
                </a:lnTo>
                <a:lnTo>
                  <a:pt x="1253451" y="228231"/>
                </a:lnTo>
                <a:close/>
              </a:path>
              <a:path w="3331845" h="2440304">
                <a:moveTo>
                  <a:pt x="1253451" y="195961"/>
                </a:moveTo>
                <a:lnTo>
                  <a:pt x="1253134" y="195199"/>
                </a:lnTo>
                <a:lnTo>
                  <a:pt x="1251877" y="193941"/>
                </a:lnTo>
                <a:lnTo>
                  <a:pt x="1251115" y="193624"/>
                </a:lnTo>
                <a:lnTo>
                  <a:pt x="1249337" y="193624"/>
                </a:lnTo>
                <a:lnTo>
                  <a:pt x="1248575" y="193941"/>
                </a:lnTo>
                <a:lnTo>
                  <a:pt x="1247317" y="195199"/>
                </a:lnTo>
                <a:lnTo>
                  <a:pt x="1247000" y="195961"/>
                </a:lnTo>
                <a:lnTo>
                  <a:pt x="1247000" y="210654"/>
                </a:lnTo>
                <a:lnTo>
                  <a:pt x="1247317" y="211416"/>
                </a:lnTo>
                <a:lnTo>
                  <a:pt x="1248575" y="212674"/>
                </a:lnTo>
                <a:lnTo>
                  <a:pt x="1249337" y="212991"/>
                </a:lnTo>
                <a:lnTo>
                  <a:pt x="1251115" y="212991"/>
                </a:lnTo>
                <a:lnTo>
                  <a:pt x="1251877" y="212674"/>
                </a:lnTo>
                <a:lnTo>
                  <a:pt x="1253134" y="211416"/>
                </a:lnTo>
                <a:lnTo>
                  <a:pt x="1253451" y="210654"/>
                </a:lnTo>
                <a:lnTo>
                  <a:pt x="1253451" y="195961"/>
                </a:lnTo>
                <a:close/>
              </a:path>
              <a:path w="3331845" h="2440304">
                <a:moveTo>
                  <a:pt x="1253451" y="163690"/>
                </a:moveTo>
                <a:lnTo>
                  <a:pt x="1253134" y="162928"/>
                </a:lnTo>
                <a:lnTo>
                  <a:pt x="1251877" y="161671"/>
                </a:lnTo>
                <a:lnTo>
                  <a:pt x="1251115" y="161353"/>
                </a:lnTo>
                <a:lnTo>
                  <a:pt x="1249337" y="161353"/>
                </a:lnTo>
                <a:lnTo>
                  <a:pt x="1248575" y="161671"/>
                </a:lnTo>
                <a:lnTo>
                  <a:pt x="1247317" y="162928"/>
                </a:lnTo>
                <a:lnTo>
                  <a:pt x="1247000" y="163690"/>
                </a:lnTo>
                <a:lnTo>
                  <a:pt x="1247000" y="178384"/>
                </a:lnTo>
                <a:lnTo>
                  <a:pt x="1247317" y="179146"/>
                </a:lnTo>
                <a:lnTo>
                  <a:pt x="1248575" y="180403"/>
                </a:lnTo>
                <a:lnTo>
                  <a:pt x="1249337" y="180721"/>
                </a:lnTo>
                <a:lnTo>
                  <a:pt x="1251115" y="180721"/>
                </a:lnTo>
                <a:lnTo>
                  <a:pt x="1251877" y="180403"/>
                </a:lnTo>
                <a:lnTo>
                  <a:pt x="1253134" y="179146"/>
                </a:lnTo>
                <a:lnTo>
                  <a:pt x="1253451" y="178384"/>
                </a:lnTo>
                <a:lnTo>
                  <a:pt x="1253451" y="163690"/>
                </a:lnTo>
                <a:close/>
              </a:path>
              <a:path w="3331845" h="2440304">
                <a:moveTo>
                  <a:pt x="1253451" y="131419"/>
                </a:moveTo>
                <a:lnTo>
                  <a:pt x="1253134" y="130657"/>
                </a:lnTo>
                <a:lnTo>
                  <a:pt x="1251877" y="129400"/>
                </a:lnTo>
                <a:lnTo>
                  <a:pt x="1251115" y="129082"/>
                </a:lnTo>
                <a:lnTo>
                  <a:pt x="1249337" y="129082"/>
                </a:lnTo>
                <a:lnTo>
                  <a:pt x="1248575" y="129400"/>
                </a:lnTo>
                <a:lnTo>
                  <a:pt x="1247317" y="130657"/>
                </a:lnTo>
                <a:lnTo>
                  <a:pt x="1247000" y="131419"/>
                </a:lnTo>
                <a:lnTo>
                  <a:pt x="1247000" y="146113"/>
                </a:lnTo>
                <a:lnTo>
                  <a:pt x="1247317" y="146875"/>
                </a:lnTo>
                <a:lnTo>
                  <a:pt x="1248575" y="148132"/>
                </a:lnTo>
                <a:lnTo>
                  <a:pt x="1249337" y="148450"/>
                </a:lnTo>
                <a:lnTo>
                  <a:pt x="1251115" y="148450"/>
                </a:lnTo>
                <a:lnTo>
                  <a:pt x="1251877" y="148132"/>
                </a:lnTo>
                <a:lnTo>
                  <a:pt x="1253134" y="146875"/>
                </a:lnTo>
                <a:lnTo>
                  <a:pt x="1253451" y="146113"/>
                </a:lnTo>
                <a:lnTo>
                  <a:pt x="1253451" y="131419"/>
                </a:lnTo>
                <a:close/>
              </a:path>
              <a:path w="3331845" h="2440304">
                <a:moveTo>
                  <a:pt x="1253451" y="99148"/>
                </a:moveTo>
                <a:lnTo>
                  <a:pt x="1253134" y="98386"/>
                </a:lnTo>
                <a:lnTo>
                  <a:pt x="1251877" y="97129"/>
                </a:lnTo>
                <a:lnTo>
                  <a:pt x="1251115" y="96812"/>
                </a:lnTo>
                <a:lnTo>
                  <a:pt x="1249337" y="96812"/>
                </a:lnTo>
                <a:lnTo>
                  <a:pt x="1248575" y="97129"/>
                </a:lnTo>
                <a:lnTo>
                  <a:pt x="1247317" y="98386"/>
                </a:lnTo>
                <a:lnTo>
                  <a:pt x="1247000" y="99148"/>
                </a:lnTo>
                <a:lnTo>
                  <a:pt x="1247000" y="113842"/>
                </a:lnTo>
                <a:lnTo>
                  <a:pt x="1247317" y="114604"/>
                </a:lnTo>
                <a:lnTo>
                  <a:pt x="1248575" y="115862"/>
                </a:lnTo>
                <a:lnTo>
                  <a:pt x="1249337" y="116179"/>
                </a:lnTo>
                <a:lnTo>
                  <a:pt x="1251115" y="116179"/>
                </a:lnTo>
                <a:lnTo>
                  <a:pt x="1251877" y="115862"/>
                </a:lnTo>
                <a:lnTo>
                  <a:pt x="1253134" y="114604"/>
                </a:lnTo>
                <a:lnTo>
                  <a:pt x="1253451" y="113842"/>
                </a:lnTo>
                <a:lnTo>
                  <a:pt x="1253451" y="99148"/>
                </a:lnTo>
                <a:close/>
              </a:path>
              <a:path w="3331845" h="2440304">
                <a:moveTo>
                  <a:pt x="1253451" y="66878"/>
                </a:moveTo>
                <a:lnTo>
                  <a:pt x="1253134" y="66116"/>
                </a:lnTo>
                <a:lnTo>
                  <a:pt x="1251877" y="64858"/>
                </a:lnTo>
                <a:lnTo>
                  <a:pt x="1251115" y="64541"/>
                </a:lnTo>
                <a:lnTo>
                  <a:pt x="1249337" y="64541"/>
                </a:lnTo>
                <a:lnTo>
                  <a:pt x="1248575" y="64858"/>
                </a:lnTo>
                <a:lnTo>
                  <a:pt x="1247317" y="66116"/>
                </a:lnTo>
                <a:lnTo>
                  <a:pt x="1247000" y="66878"/>
                </a:lnTo>
                <a:lnTo>
                  <a:pt x="1247000" y="81559"/>
                </a:lnTo>
                <a:lnTo>
                  <a:pt x="1247317" y="82321"/>
                </a:lnTo>
                <a:lnTo>
                  <a:pt x="1248575" y="83591"/>
                </a:lnTo>
                <a:lnTo>
                  <a:pt x="1249337" y="83896"/>
                </a:lnTo>
                <a:lnTo>
                  <a:pt x="1251115" y="83896"/>
                </a:lnTo>
                <a:lnTo>
                  <a:pt x="1251877" y="83591"/>
                </a:lnTo>
                <a:lnTo>
                  <a:pt x="1253134" y="82321"/>
                </a:lnTo>
                <a:lnTo>
                  <a:pt x="1253451" y="81559"/>
                </a:lnTo>
                <a:lnTo>
                  <a:pt x="1253451" y="66878"/>
                </a:lnTo>
                <a:close/>
              </a:path>
              <a:path w="3331845" h="2440304">
                <a:moveTo>
                  <a:pt x="1253451" y="34607"/>
                </a:moveTo>
                <a:lnTo>
                  <a:pt x="1253134" y="33845"/>
                </a:lnTo>
                <a:lnTo>
                  <a:pt x="1251877" y="32575"/>
                </a:lnTo>
                <a:lnTo>
                  <a:pt x="1251115" y="32270"/>
                </a:lnTo>
                <a:lnTo>
                  <a:pt x="1249337" y="32270"/>
                </a:lnTo>
                <a:lnTo>
                  <a:pt x="1248575" y="32575"/>
                </a:lnTo>
                <a:lnTo>
                  <a:pt x="1247317" y="33845"/>
                </a:lnTo>
                <a:lnTo>
                  <a:pt x="1247000" y="34607"/>
                </a:lnTo>
                <a:lnTo>
                  <a:pt x="1247000" y="49288"/>
                </a:lnTo>
                <a:lnTo>
                  <a:pt x="1247317" y="50050"/>
                </a:lnTo>
                <a:lnTo>
                  <a:pt x="1248575" y="51320"/>
                </a:lnTo>
                <a:lnTo>
                  <a:pt x="1249337" y="51625"/>
                </a:lnTo>
                <a:lnTo>
                  <a:pt x="1251115" y="51625"/>
                </a:lnTo>
                <a:lnTo>
                  <a:pt x="1251877" y="51320"/>
                </a:lnTo>
                <a:lnTo>
                  <a:pt x="1253134" y="50050"/>
                </a:lnTo>
                <a:lnTo>
                  <a:pt x="1253451" y="49288"/>
                </a:lnTo>
                <a:lnTo>
                  <a:pt x="1253451" y="34607"/>
                </a:lnTo>
                <a:close/>
              </a:path>
              <a:path w="3331845" h="2440304">
                <a:moveTo>
                  <a:pt x="1253451" y="2324"/>
                </a:moveTo>
                <a:lnTo>
                  <a:pt x="1253134" y="1574"/>
                </a:lnTo>
                <a:lnTo>
                  <a:pt x="1251877" y="304"/>
                </a:lnTo>
                <a:lnTo>
                  <a:pt x="1251115" y="0"/>
                </a:lnTo>
                <a:lnTo>
                  <a:pt x="1249337" y="0"/>
                </a:lnTo>
                <a:lnTo>
                  <a:pt x="1248575" y="304"/>
                </a:lnTo>
                <a:lnTo>
                  <a:pt x="1247317" y="1574"/>
                </a:lnTo>
                <a:lnTo>
                  <a:pt x="1247000" y="2324"/>
                </a:lnTo>
                <a:lnTo>
                  <a:pt x="1247000" y="17018"/>
                </a:lnTo>
                <a:lnTo>
                  <a:pt x="1247317" y="17780"/>
                </a:lnTo>
                <a:lnTo>
                  <a:pt x="1248575" y="19037"/>
                </a:lnTo>
                <a:lnTo>
                  <a:pt x="1249337" y="19354"/>
                </a:lnTo>
                <a:lnTo>
                  <a:pt x="1251115" y="19354"/>
                </a:lnTo>
                <a:lnTo>
                  <a:pt x="1251877" y="19037"/>
                </a:lnTo>
                <a:lnTo>
                  <a:pt x="1253134" y="17780"/>
                </a:lnTo>
                <a:lnTo>
                  <a:pt x="1253451" y="17018"/>
                </a:lnTo>
                <a:lnTo>
                  <a:pt x="1253451" y="2324"/>
                </a:lnTo>
                <a:close/>
              </a:path>
              <a:path w="3331845" h="2440304">
                <a:moveTo>
                  <a:pt x="1669122" y="2422741"/>
                </a:moveTo>
                <a:lnTo>
                  <a:pt x="1668805" y="2421979"/>
                </a:lnTo>
                <a:lnTo>
                  <a:pt x="1667548" y="2420721"/>
                </a:lnTo>
                <a:lnTo>
                  <a:pt x="1666786" y="2420404"/>
                </a:lnTo>
                <a:lnTo>
                  <a:pt x="1665008" y="2420404"/>
                </a:lnTo>
                <a:lnTo>
                  <a:pt x="1664246" y="2420721"/>
                </a:lnTo>
                <a:lnTo>
                  <a:pt x="1662976" y="2421979"/>
                </a:lnTo>
                <a:lnTo>
                  <a:pt x="1662671" y="2422741"/>
                </a:lnTo>
                <a:lnTo>
                  <a:pt x="1662671" y="2437434"/>
                </a:lnTo>
                <a:lnTo>
                  <a:pt x="1662976" y="2438196"/>
                </a:lnTo>
                <a:lnTo>
                  <a:pt x="1664246" y="2439454"/>
                </a:lnTo>
                <a:lnTo>
                  <a:pt x="1665008" y="2439771"/>
                </a:lnTo>
                <a:lnTo>
                  <a:pt x="1666786" y="2439771"/>
                </a:lnTo>
                <a:lnTo>
                  <a:pt x="1667548" y="2439454"/>
                </a:lnTo>
                <a:lnTo>
                  <a:pt x="1668805" y="2438196"/>
                </a:lnTo>
                <a:lnTo>
                  <a:pt x="1669122" y="2437434"/>
                </a:lnTo>
                <a:lnTo>
                  <a:pt x="1669122" y="2422741"/>
                </a:lnTo>
                <a:close/>
              </a:path>
              <a:path w="3331845" h="2440304">
                <a:moveTo>
                  <a:pt x="1669122" y="2390470"/>
                </a:moveTo>
                <a:lnTo>
                  <a:pt x="1668805" y="2389708"/>
                </a:lnTo>
                <a:lnTo>
                  <a:pt x="1667548" y="2388451"/>
                </a:lnTo>
                <a:lnTo>
                  <a:pt x="1666786" y="2388133"/>
                </a:lnTo>
                <a:lnTo>
                  <a:pt x="1665008" y="2388133"/>
                </a:lnTo>
                <a:lnTo>
                  <a:pt x="1664246" y="2388451"/>
                </a:lnTo>
                <a:lnTo>
                  <a:pt x="1662976" y="2389708"/>
                </a:lnTo>
                <a:lnTo>
                  <a:pt x="1662671" y="2390470"/>
                </a:lnTo>
                <a:lnTo>
                  <a:pt x="1662671" y="2405164"/>
                </a:lnTo>
                <a:lnTo>
                  <a:pt x="1662976" y="2405926"/>
                </a:lnTo>
                <a:lnTo>
                  <a:pt x="1664246" y="2407183"/>
                </a:lnTo>
                <a:lnTo>
                  <a:pt x="1665008" y="2407501"/>
                </a:lnTo>
                <a:lnTo>
                  <a:pt x="1666786" y="2407501"/>
                </a:lnTo>
                <a:lnTo>
                  <a:pt x="1667548" y="2407183"/>
                </a:lnTo>
                <a:lnTo>
                  <a:pt x="1668805" y="2405926"/>
                </a:lnTo>
                <a:lnTo>
                  <a:pt x="1669122" y="2405164"/>
                </a:lnTo>
                <a:lnTo>
                  <a:pt x="1669122" y="2390470"/>
                </a:lnTo>
                <a:close/>
              </a:path>
              <a:path w="3331845" h="2440304">
                <a:moveTo>
                  <a:pt x="1669122" y="2358199"/>
                </a:moveTo>
                <a:lnTo>
                  <a:pt x="1668805" y="2357437"/>
                </a:lnTo>
                <a:lnTo>
                  <a:pt x="1667548" y="2356180"/>
                </a:lnTo>
                <a:lnTo>
                  <a:pt x="1666786" y="2355862"/>
                </a:lnTo>
                <a:lnTo>
                  <a:pt x="1665008" y="2355862"/>
                </a:lnTo>
                <a:lnTo>
                  <a:pt x="1664246" y="2356180"/>
                </a:lnTo>
                <a:lnTo>
                  <a:pt x="1662976" y="2357437"/>
                </a:lnTo>
                <a:lnTo>
                  <a:pt x="1662671" y="2358199"/>
                </a:lnTo>
                <a:lnTo>
                  <a:pt x="1662671" y="2372893"/>
                </a:lnTo>
                <a:lnTo>
                  <a:pt x="1662976" y="2373655"/>
                </a:lnTo>
                <a:lnTo>
                  <a:pt x="1664246" y="2374912"/>
                </a:lnTo>
                <a:lnTo>
                  <a:pt x="1665008" y="2375230"/>
                </a:lnTo>
                <a:lnTo>
                  <a:pt x="1666786" y="2375230"/>
                </a:lnTo>
                <a:lnTo>
                  <a:pt x="1667548" y="2374912"/>
                </a:lnTo>
                <a:lnTo>
                  <a:pt x="1668805" y="2373655"/>
                </a:lnTo>
                <a:lnTo>
                  <a:pt x="1669122" y="2372893"/>
                </a:lnTo>
                <a:lnTo>
                  <a:pt x="1669122" y="2358199"/>
                </a:lnTo>
                <a:close/>
              </a:path>
              <a:path w="3331845" h="2440304">
                <a:moveTo>
                  <a:pt x="1669122" y="2325928"/>
                </a:moveTo>
                <a:lnTo>
                  <a:pt x="1668805" y="2325166"/>
                </a:lnTo>
                <a:lnTo>
                  <a:pt x="1667548" y="2323909"/>
                </a:lnTo>
                <a:lnTo>
                  <a:pt x="1666786" y="2323592"/>
                </a:lnTo>
                <a:lnTo>
                  <a:pt x="1665008" y="2323592"/>
                </a:lnTo>
                <a:lnTo>
                  <a:pt x="1664246" y="2323909"/>
                </a:lnTo>
                <a:lnTo>
                  <a:pt x="1662976" y="2325166"/>
                </a:lnTo>
                <a:lnTo>
                  <a:pt x="1662671" y="2325928"/>
                </a:lnTo>
                <a:lnTo>
                  <a:pt x="1662671" y="2340622"/>
                </a:lnTo>
                <a:lnTo>
                  <a:pt x="1662976" y="2341384"/>
                </a:lnTo>
                <a:lnTo>
                  <a:pt x="1664246" y="2342642"/>
                </a:lnTo>
                <a:lnTo>
                  <a:pt x="1665008" y="2342959"/>
                </a:lnTo>
                <a:lnTo>
                  <a:pt x="1666786" y="2342959"/>
                </a:lnTo>
                <a:lnTo>
                  <a:pt x="1667548" y="2342642"/>
                </a:lnTo>
                <a:lnTo>
                  <a:pt x="1668805" y="2341384"/>
                </a:lnTo>
                <a:lnTo>
                  <a:pt x="1669122" y="2340622"/>
                </a:lnTo>
                <a:lnTo>
                  <a:pt x="1669122" y="2325928"/>
                </a:lnTo>
                <a:close/>
              </a:path>
              <a:path w="3331845" h="2440304">
                <a:moveTo>
                  <a:pt x="1669122" y="2293658"/>
                </a:moveTo>
                <a:lnTo>
                  <a:pt x="1668805" y="2292896"/>
                </a:lnTo>
                <a:lnTo>
                  <a:pt x="1667548" y="2291638"/>
                </a:lnTo>
                <a:lnTo>
                  <a:pt x="1666786" y="2291321"/>
                </a:lnTo>
                <a:lnTo>
                  <a:pt x="1665008" y="2291321"/>
                </a:lnTo>
                <a:lnTo>
                  <a:pt x="1664246" y="2291638"/>
                </a:lnTo>
                <a:lnTo>
                  <a:pt x="1662976" y="2292896"/>
                </a:lnTo>
                <a:lnTo>
                  <a:pt x="1662671" y="2293658"/>
                </a:lnTo>
                <a:lnTo>
                  <a:pt x="1662671" y="2308352"/>
                </a:lnTo>
                <a:lnTo>
                  <a:pt x="1662976" y="2309114"/>
                </a:lnTo>
                <a:lnTo>
                  <a:pt x="1664246" y="2310371"/>
                </a:lnTo>
                <a:lnTo>
                  <a:pt x="1665008" y="2310688"/>
                </a:lnTo>
                <a:lnTo>
                  <a:pt x="1666786" y="2310688"/>
                </a:lnTo>
                <a:lnTo>
                  <a:pt x="1667548" y="2310371"/>
                </a:lnTo>
                <a:lnTo>
                  <a:pt x="1668805" y="2309114"/>
                </a:lnTo>
                <a:lnTo>
                  <a:pt x="1669122" y="2308352"/>
                </a:lnTo>
                <a:lnTo>
                  <a:pt x="1669122" y="2293658"/>
                </a:lnTo>
                <a:close/>
              </a:path>
              <a:path w="3331845" h="2440304">
                <a:moveTo>
                  <a:pt x="1669122" y="2261387"/>
                </a:moveTo>
                <a:lnTo>
                  <a:pt x="1668805" y="2260625"/>
                </a:lnTo>
                <a:lnTo>
                  <a:pt x="1667548" y="2259368"/>
                </a:lnTo>
                <a:lnTo>
                  <a:pt x="1666786" y="2259050"/>
                </a:lnTo>
                <a:lnTo>
                  <a:pt x="1665008" y="2259050"/>
                </a:lnTo>
                <a:lnTo>
                  <a:pt x="1664246" y="2259368"/>
                </a:lnTo>
                <a:lnTo>
                  <a:pt x="1662976" y="2260625"/>
                </a:lnTo>
                <a:lnTo>
                  <a:pt x="1662671" y="2261387"/>
                </a:lnTo>
                <a:lnTo>
                  <a:pt x="1662671" y="2276081"/>
                </a:lnTo>
                <a:lnTo>
                  <a:pt x="1662976" y="2276830"/>
                </a:lnTo>
                <a:lnTo>
                  <a:pt x="1664246" y="2278100"/>
                </a:lnTo>
                <a:lnTo>
                  <a:pt x="1665008" y="2278405"/>
                </a:lnTo>
                <a:lnTo>
                  <a:pt x="1666786" y="2278405"/>
                </a:lnTo>
                <a:lnTo>
                  <a:pt x="1667548" y="2278100"/>
                </a:lnTo>
                <a:lnTo>
                  <a:pt x="1668805" y="2276830"/>
                </a:lnTo>
                <a:lnTo>
                  <a:pt x="1669122" y="2276081"/>
                </a:lnTo>
                <a:lnTo>
                  <a:pt x="1669122" y="2261387"/>
                </a:lnTo>
                <a:close/>
              </a:path>
              <a:path w="3331845" h="2440304">
                <a:moveTo>
                  <a:pt x="1669122" y="2229116"/>
                </a:moveTo>
                <a:lnTo>
                  <a:pt x="1668805" y="2228354"/>
                </a:lnTo>
                <a:lnTo>
                  <a:pt x="1667548" y="2227084"/>
                </a:lnTo>
                <a:lnTo>
                  <a:pt x="1666786" y="2226780"/>
                </a:lnTo>
                <a:lnTo>
                  <a:pt x="1665008" y="2226780"/>
                </a:lnTo>
                <a:lnTo>
                  <a:pt x="1664246" y="2227084"/>
                </a:lnTo>
                <a:lnTo>
                  <a:pt x="1662976" y="2228354"/>
                </a:lnTo>
                <a:lnTo>
                  <a:pt x="1662671" y="2229116"/>
                </a:lnTo>
                <a:lnTo>
                  <a:pt x="1662671" y="2243798"/>
                </a:lnTo>
                <a:lnTo>
                  <a:pt x="1662976" y="2244560"/>
                </a:lnTo>
                <a:lnTo>
                  <a:pt x="1664246" y="2245830"/>
                </a:lnTo>
                <a:lnTo>
                  <a:pt x="1665008" y="2246134"/>
                </a:lnTo>
                <a:lnTo>
                  <a:pt x="1666786" y="2246134"/>
                </a:lnTo>
                <a:lnTo>
                  <a:pt x="1667548" y="2245830"/>
                </a:lnTo>
                <a:lnTo>
                  <a:pt x="1668805" y="2244560"/>
                </a:lnTo>
                <a:lnTo>
                  <a:pt x="1669122" y="2243798"/>
                </a:lnTo>
                <a:lnTo>
                  <a:pt x="1669122" y="2229116"/>
                </a:lnTo>
                <a:close/>
              </a:path>
              <a:path w="3331845" h="2440304">
                <a:moveTo>
                  <a:pt x="1669122" y="2196846"/>
                </a:moveTo>
                <a:lnTo>
                  <a:pt x="1668805" y="2196084"/>
                </a:lnTo>
                <a:lnTo>
                  <a:pt x="1667548" y="2194814"/>
                </a:lnTo>
                <a:lnTo>
                  <a:pt x="1666786" y="2194509"/>
                </a:lnTo>
                <a:lnTo>
                  <a:pt x="1665008" y="2194509"/>
                </a:lnTo>
                <a:lnTo>
                  <a:pt x="1664246" y="2194814"/>
                </a:lnTo>
                <a:lnTo>
                  <a:pt x="1662976" y="2196084"/>
                </a:lnTo>
                <a:lnTo>
                  <a:pt x="1662671" y="2196846"/>
                </a:lnTo>
                <a:lnTo>
                  <a:pt x="1662671" y="2211527"/>
                </a:lnTo>
                <a:lnTo>
                  <a:pt x="1662976" y="2212289"/>
                </a:lnTo>
                <a:lnTo>
                  <a:pt x="1664246" y="2213546"/>
                </a:lnTo>
                <a:lnTo>
                  <a:pt x="1665008" y="2213864"/>
                </a:lnTo>
                <a:lnTo>
                  <a:pt x="1666786" y="2213864"/>
                </a:lnTo>
                <a:lnTo>
                  <a:pt x="1667548" y="2213546"/>
                </a:lnTo>
                <a:lnTo>
                  <a:pt x="1668805" y="2212289"/>
                </a:lnTo>
                <a:lnTo>
                  <a:pt x="1669122" y="2211527"/>
                </a:lnTo>
                <a:lnTo>
                  <a:pt x="1669122" y="2196846"/>
                </a:lnTo>
                <a:close/>
              </a:path>
              <a:path w="3331845" h="2440304">
                <a:moveTo>
                  <a:pt x="1669122" y="2164562"/>
                </a:moveTo>
                <a:lnTo>
                  <a:pt x="1668805" y="2163800"/>
                </a:lnTo>
                <a:lnTo>
                  <a:pt x="1667548" y="2162543"/>
                </a:lnTo>
                <a:lnTo>
                  <a:pt x="1666786" y="2162225"/>
                </a:lnTo>
                <a:lnTo>
                  <a:pt x="1665008" y="2162225"/>
                </a:lnTo>
                <a:lnTo>
                  <a:pt x="1664246" y="2162543"/>
                </a:lnTo>
                <a:lnTo>
                  <a:pt x="1662976" y="2163800"/>
                </a:lnTo>
                <a:lnTo>
                  <a:pt x="1662671" y="2164562"/>
                </a:lnTo>
                <a:lnTo>
                  <a:pt x="1662671" y="2179256"/>
                </a:lnTo>
                <a:lnTo>
                  <a:pt x="1662976" y="2180018"/>
                </a:lnTo>
                <a:lnTo>
                  <a:pt x="1664246" y="2181275"/>
                </a:lnTo>
                <a:lnTo>
                  <a:pt x="1665008" y="2181593"/>
                </a:lnTo>
                <a:lnTo>
                  <a:pt x="1666786" y="2181593"/>
                </a:lnTo>
                <a:lnTo>
                  <a:pt x="1667548" y="2181275"/>
                </a:lnTo>
                <a:lnTo>
                  <a:pt x="1668805" y="2180018"/>
                </a:lnTo>
                <a:lnTo>
                  <a:pt x="1669122" y="2179256"/>
                </a:lnTo>
                <a:lnTo>
                  <a:pt x="1669122" y="2164562"/>
                </a:lnTo>
                <a:close/>
              </a:path>
              <a:path w="3331845" h="2440304">
                <a:moveTo>
                  <a:pt x="1669122" y="2132292"/>
                </a:moveTo>
                <a:lnTo>
                  <a:pt x="1668805" y="2131530"/>
                </a:lnTo>
                <a:lnTo>
                  <a:pt x="1667548" y="2130272"/>
                </a:lnTo>
                <a:lnTo>
                  <a:pt x="1666786" y="2129955"/>
                </a:lnTo>
                <a:lnTo>
                  <a:pt x="1665008" y="2129955"/>
                </a:lnTo>
                <a:lnTo>
                  <a:pt x="1664246" y="2130272"/>
                </a:lnTo>
                <a:lnTo>
                  <a:pt x="1662976" y="2131530"/>
                </a:lnTo>
                <a:lnTo>
                  <a:pt x="1662671" y="2132292"/>
                </a:lnTo>
                <a:lnTo>
                  <a:pt x="1662671" y="2146985"/>
                </a:lnTo>
                <a:lnTo>
                  <a:pt x="1662976" y="2147747"/>
                </a:lnTo>
                <a:lnTo>
                  <a:pt x="1664246" y="2149005"/>
                </a:lnTo>
                <a:lnTo>
                  <a:pt x="1665008" y="2149322"/>
                </a:lnTo>
                <a:lnTo>
                  <a:pt x="1666786" y="2149322"/>
                </a:lnTo>
                <a:lnTo>
                  <a:pt x="1667548" y="2149005"/>
                </a:lnTo>
                <a:lnTo>
                  <a:pt x="1668805" y="2147747"/>
                </a:lnTo>
                <a:lnTo>
                  <a:pt x="1669122" y="2146985"/>
                </a:lnTo>
                <a:lnTo>
                  <a:pt x="1669122" y="2132292"/>
                </a:lnTo>
                <a:close/>
              </a:path>
              <a:path w="3331845" h="2440304">
                <a:moveTo>
                  <a:pt x="1669122" y="2100021"/>
                </a:moveTo>
                <a:lnTo>
                  <a:pt x="1668805" y="2099259"/>
                </a:lnTo>
                <a:lnTo>
                  <a:pt x="1667548" y="2098001"/>
                </a:lnTo>
                <a:lnTo>
                  <a:pt x="1666786" y="2097684"/>
                </a:lnTo>
                <a:lnTo>
                  <a:pt x="1665008" y="2097684"/>
                </a:lnTo>
                <a:lnTo>
                  <a:pt x="1664246" y="2098001"/>
                </a:lnTo>
                <a:lnTo>
                  <a:pt x="1662976" y="2099259"/>
                </a:lnTo>
                <a:lnTo>
                  <a:pt x="1662671" y="2100021"/>
                </a:lnTo>
                <a:lnTo>
                  <a:pt x="1662671" y="2114715"/>
                </a:lnTo>
                <a:lnTo>
                  <a:pt x="1662976" y="2115477"/>
                </a:lnTo>
                <a:lnTo>
                  <a:pt x="1664246" y="2116734"/>
                </a:lnTo>
                <a:lnTo>
                  <a:pt x="1665008" y="2117052"/>
                </a:lnTo>
                <a:lnTo>
                  <a:pt x="1666786" y="2117052"/>
                </a:lnTo>
                <a:lnTo>
                  <a:pt x="1667548" y="2116734"/>
                </a:lnTo>
                <a:lnTo>
                  <a:pt x="1668805" y="2115477"/>
                </a:lnTo>
                <a:lnTo>
                  <a:pt x="1669122" y="2114715"/>
                </a:lnTo>
                <a:lnTo>
                  <a:pt x="1669122" y="2100021"/>
                </a:lnTo>
                <a:close/>
              </a:path>
              <a:path w="3331845" h="2440304">
                <a:moveTo>
                  <a:pt x="1669122" y="2067750"/>
                </a:moveTo>
                <a:lnTo>
                  <a:pt x="1668805" y="2066988"/>
                </a:lnTo>
                <a:lnTo>
                  <a:pt x="1667548" y="2065731"/>
                </a:lnTo>
                <a:lnTo>
                  <a:pt x="1666786" y="2065413"/>
                </a:lnTo>
                <a:lnTo>
                  <a:pt x="1665008" y="2065413"/>
                </a:lnTo>
                <a:lnTo>
                  <a:pt x="1664246" y="2065731"/>
                </a:lnTo>
                <a:lnTo>
                  <a:pt x="1662976" y="2066988"/>
                </a:lnTo>
                <a:lnTo>
                  <a:pt x="1662671" y="2067750"/>
                </a:lnTo>
                <a:lnTo>
                  <a:pt x="1662671" y="2082444"/>
                </a:lnTo>
                <a:lnTo>
                  <a:pt x="1662976" y="2083206"/>
                </a:lnTo>
                <a:lnTo>
                  <a:pt x="1664246" y="2084463"/>
                </a:lnTo>
                <a:lnTo>
                  <a:pt x="1665008" y="2084781"/>
                </a:lnTo>
                <a:lnTo>
                  <a:pt x="1666786" y="2084781"/>
                </a:lnTo>
                <a:lnTo>
                  <a:pt x="1667548" y="2084463"/>
                </a:lnTo>
                <a:lnTo>
                  <a:pt x="1668805" y="2083206"/>
                </a:lnTo>
                <a:lnTo>
                  <a:pt x="1669122" y="2082444"/>
                </a:lnTo>
                <a:lnTo>
                  <a:pt x="1669122" y="2067750"/>
                </a:lnTo>
                <a:close/>
              </a:path>
              <a:path w="3331845" h="2440304">
                <a:moveTo>
                  <a:pt x="1669122" y="2035479"/>
                </a:moveTo>
                <a:lnTo>
                  <a:pt x="1668805" y="2034717"/>
                </a:lnTo>
                <a:lnTo>
                  <a:pt x="1667548" y="2033460"/>
                </a:lnTo>
                <a:lnTo>
                  <a:pt x="1666786" y="2033143"/>
                </a:lnTo>
                <a:lnTo>
                  <a:pt x="1665008" y="2033143"/>
                </a:lnTo>
                <a:lnTo>
                  <a:pt x="1664246" y="2033460"/>
                </a:lnTo>
                <a:lnTo>
                  <a:pt x="1662976" y="2034717"/>
                </a:lnTo>
                <a:lnTo>
                  <a:pt x="1662671" y="2035479"/>
                </a:lnTo>
                <a:lnTo>
                  <a:pt x="1662671" y="2050173"/>
                </a:lnTo>
                <a:lnTo>
                  <a:pt x="1662976" y="2050935"/>
                </a:lnTo>
                <a:lnTo>
                  <a:pt x="1664246" y="2052193"/>
                </a:lnTo>
                <a:lnTo>
                  <a:pt x="1665008" y="2052510"/>
                </a:lnTo>
                <a:lnTo>
                  <a:pt x="1666786" y="2052510"/>
                </a:lnTo>
                <a:lnTo>
                  <a:pt x="1667548" y="2052193"/>
                </a:lnTo>
                <a:lnTo>
                  <a:pt x="1668805" y="2050935"/>
                </a:lnTo>
                <a:lnTo>
                  <a:pt x="1669122" y="2050173"/>
                </a:lnTo>
                <a:lnTo>
                  <a:pt x="1669122" y="2035479"/>
                </a:lnTo>
                <a:close/>
              </a:path>
              <a:path w="3331845" h="2440304">
                <a:moveTo>
                  <a:pt x="1669122" y="2003209"/>
                </a:moveTo>
                <a:lnTo>
                  <a:pt x="1668805" y="2002447"/>
                </a:lnTo>
                <a:lnTo>
                  <a:pt x="1667548" y="2001189"/>
                </a:lnTo>
                <a:lnTo>
                  <a:pt x="1666786" y="2000872"/>
                </a:lnTo>
                <a:lnTo>
                  <a:pt x="1665008" y="2000872"/>
                </a:lnTo>
                <a:lnTo>
                  <a:pt x="1664246" y="2001189"/>
                </a:lnTo>
                <a:lnTo>
                  <a:pt x="1662976" y="2002447"/>
                </a:lnTo>
                <a:lnTo>
                  <a:pt x="1662671" y="2003209"/>
                </a:lnTo>
                <a:lnTo>
                  <a:pt x="1662671" y="2017903"/>
                </a:lnTo>
                <a:lnTo>
                  <a:pt x="1662976" y="2018652"/>
                </a:lnTo>
                <a:lnTo>
                  <a:pt x="1664246" y="2019922"/>
                </a:lnTo>
                <a:lnTo>
                  <a:pt x="1665008" y="2020239"/>
                </a:lnTo>
                <a:lnTo>
                  <a:pt x="1666786" y="2020239"/>
                </a:lnTo>
                <a:lnTo>
                  <a:pt x="1667548" y="2019922"/>
                </a:lnTo>
                <a:lnTo>
                  <a:pt x="1668805" y="2018652"/>
                </a:lnTo>
                <a:lnTo>
                  <a:pt x="1669122" y="2017903"/>
                </a:lnTo>
                <a:lnTo>
                  <a:pt x="1669122" y="2003209"/>
                </a:lnTo>
                <a:close/>
              </a:path>
              <a:path w="3331845" h="2440304">
                <a:moveTo>
                  <a:pt x="1669122" y="1970938"/>
                </a:moveTo>
                <a:lnTo>
                  <a:pt x="1668805" y="1970176"/>
                </a:lnTo>
                <a:lnTo>
                  <a:pt x="1667548" y="1968919"/>
                </a:lnTo>
                <a:lnTo>
                  <a:pt x="1666786" y="1968601"/>
                </a:lnTo>
                <a:lnTo>
                  <a:pt x="1665008" y="1968601"/>
                </a:lnTo>
                <a:lnTo>
                  <a:pt x="1664246" y="1968919"/>
                </a:lnTo>
                <a:lnTo>
                  <a:pt x="1662976" y="1970176"/>
                </a:lnTo>
                <a:lnTo>
                  <a:pt x="1662671" y="1970938"/>
                </a:lnTo>
                <a:lnTo>
                  <a:pt x="1662671" y="1985619"/>
                </a:lnTo>
                <a:lnTo>
                  <a:pt x="1662976" y="1986381"/>
                </a:lnTo>
                <a:lnTo>
                  <a:pt x="1664246" y="1987651"/>
                </a:lnTo>
                <a:lnTo>
                  <a:pt x="1665008" y="1987956"/>
                </a:lnTo>
                <a:lnTo>
                  <a:pt x="1666786" y="1987956"/>
                </a:lnTo>
                <a:lnTo>
                  <a:pt x="1667548" y="1987651"/>
                </a:lnTo>
                <a:lnTo>
                  <a:pt x="1668805" y="1986381"/>
                </a:lnTo>
                <a:lnTo>
                  <a:pt x="1669122" y="1985619"/>
                </a:lnTo>
                <a:lnTo>
                  <a:pt x="1669122" y="1970938"/>
                </a:lnTo>
                <a:close/>
              </a:path>
              <a:path w="3331845" h="2440304">
                <a:moveTo>
                  <a:pt x="1669122" y="1938667"/>
                </a:moveTo>
                <a:lnTo>
                  <a:pt x="1668805" y="1937905"/>
                </a:lnTo>
                <a:lnTo>
                  <a:pt x="1667548" y="1936635"/>
                </a:lnTo>
                <a:lnTo>
                  <a:pt x="1666786" y="1936330"/>
                </a:lnTo>
                <a:lnTo>
                  <a:pt x="1665008" y="1936330"/>
                </a:lnTo>
                <a:lnTo>
                  <a:pt x="1664246" y="1936635"/>
                </a:lnTo>
                <a:lnTo>
                  <a:pt x="1662976" y="1937905"/>
                </a:lnTo>
                <a:lnTo>
                  <a:pt x="1662671" y="1938667"/>
                </a:lnTo>
                <a:lnTo>
                  <a:pt x="1662671" y="1953348"/>
                </a:lnTo>
                <a:lnTo>
                  <a:pt x="1662976" y="1954110"/>
                </a:lnTo>
                <a:lnTo>
                  <a:pt x="1664246" y="1955368"/>
                </a:lnTo>
                <a:lnTo>
                  <a:pt x="1665008" y="1955685"/>
                </a:lnTo>
                <a:lnTo>
                  <a:pt x="1666786" y="1955685"/>
                </a:lnTo>
                <a:lnTo>
                  <a:pt x="1667548" y="1955368"/>
                </a:lnTo>
                <a:lnTo>
                  <a:pt x="1668805" y="1954110"/>
                </a:lnTo>
                <a:lnTo>
                  <a:pt x="1669122" y="1953348"/>
                </a:lnTo>
                <a:lnTo>
                  <a:pt x="1669122" y="1938667"/>
                </a:lnTo>
                <a:close/>
              </a:path>
              <a:path w="3331845" h="2440304">
                <a:moveTo>
                  <a:pt x="1669122" y="1906384"/>
                </a:moveTo>
                <a:lnTo>
                  <a:pt x="1668805" y="1905635"/>
                </a:lnTo>
                <a:lnTo>
                  <a:pt x="1667548" y="1904365"/>
                </a:lnTo>
                <a:lnTo>
                  <a:pt x="1666786" y="1904047"/>
                </a:lnTo>
                <a:lnTo>
                  <a:pt x="1665008" y="1904047"/>
                </a:lnTo>
                <a:lnTo>
                  <a:pt x="1664246" y="1904365"/>
                </a:lnTo>
                <a:lnTo>
                  <a:pt x="1662976" y="1905635"/>
                </a:lnTo>
                <a:lnTo>
                  <a:pt x="1662671" y="1906384"/>
                </a:lnTo>
                <a:lnTo>
                  <a:pt x="1662671" y="1921078"/>
                </a:lnTo>
                <a:lnTo>
                  <a:pt x="1662976" y="1921840"/>
                </a:lnTo>
                <a:lnTo>
                  <a:pt x="1664246" y="1923097"/>
                </a:lnTo>
                <a:lnTo>
                  <a:pt x="1665008" y="1923415"/>
                </a:lnTo>
                <a:lnTo>
                  <a:pt x="1666786" y="1923415"/>
                </a:lnTo>
                <a:lnTo>
                  <a:pt x="1667548" y="1923097"/>
                </a:lnTo>
                <a:lnTo>
                  <a:pt x="1668805" y="1921840"/>
                </a:lnTo>
                <a:lnTo>
                  <a:pt x="1669122" y="1921078"/>
                </a:lnTo>
                <a:lnTo>
                  <a:pt x="1669122" y="1906384"/>
                </a:lnTo>
                <a:close/>
              </a:path>
              <a:path w="3331845" h="2440304">
                <a:moveTo>
                  <a:pt x="1669122" y="1874113"/>
                </a:moveTo>
                <a:lnTo>
                  <a:pt x="1668805" y="1873351"/>
                </a:lnTo>
                <a:lnTo>
                  <a:pt x="1667548" y="1872094"/>
                </a:lnTo>
                <a:lnTo>
                  <a:pt x="1666786" y="1871776"/>
                </a:lnTo>
                <a:lnTo>
                  <a:pt x="1665008" y="1871776"/>
                </a:lnTo>
                <a:lnTo>
                  <a:pt x="1664246" y="1872094"/>
                </a:lnTo>
                <a:lnTo>
                  <a:pt x="1662976" y="1873351"/>
                </a:lnTo>
                <a:lnTo>
                  <a:pt x="1662671" y="1874113"/>
                </a:lnTo>
                <a:lnTo>
                  <a:pt x="1662671" y="1888807"/>
                </a:lnTo>
                <a:lnTo>
                  <a:pt x="1662976" y="1889569"/>
                </a:lnTo>
                <a:lnTo>
                  <a:pt x="1664246" y="1890826"/>
                </a:lnTo>
                <a:lnTo>
                  <a:pt x="1665008" y="1891144"/>
                </a:lnTo>
                <a:lnTo>
                  <a:pt x="1666786" y="1891144"/>
                </a:lnTo>
                <a:lnTo>
                  <a:pt x="1667548" y="1890826"/>
                </a:lnTo>
                <a:lnTo>
                  <a:pt x="1668805" y="1889569"/>
                </a:lnTo>
                <a:lnTo>
                  <a:pt x="1669122" y="1888807"/>
                </a:lnTo>
                <a:lnTo>
                  <a:pt x="1669122" y="1874113"/>
                </a:lnTo>
                <a:close/>
              </a:path>
              <a:path w="3331845" h="2440304">
                <a:moveTo>
                  <a:pt x="1669122" y="1841842"/>
                </a:moveTo>
                <a:lnTo>
                  <a:pt x="1668805" y="1841080"/>
                </a:lnTo>
                <a:lnTo>
                  <a:pt x="1667548" y="1839823"/>
                </a:lnTo>
                <a:lnTo>
                  <a:pt x="1666786" y="1839506"/>
                </a:lnTo>
                <a:lnTo>
                  <a:pt x="1665008" y="1839506"/>
                </a:lnTo>
                <a:lnTo>
                  <a:pt x="1664246" y="1839823"/>
                </a:lnTo>
                <a:lnTo>
                  <a:pt x="1662976" y="1841080"/>
                </a:lnTo>
                <a:lnTo>
                  <a:pt x="1662671" y="1841842"/>
                </a:lnTo>
                <a:lnTo>
                  <a:pt x="1662671" y="1856536"/>
                </a:lnTo>
                <a:lnTo>
                  <a:pt x="1662976" y="1857298"/>
                </a:lnTo>
                <a:lnTo>
                  <a:pt x="1664246" y="1858556"/>
                </a:lnTo>
                <a:lnTo>
                  <a:pt x="1665008" y="1858873"/>
                </a:lnTo>
                <a:lnTo>
                  <a:pt x="1666786" y="1858873"/>
                </a:lnTo>
                <a:lnTo>
                  <a:pt x="1667548" y="1858556"/>
                </a:lnTo>
                <a:lnTo>
                  <a:pt x="1668805" y="1857298"/>
                </a:lnTo>
                <a:lnTo>
                  <a:pt x="1669122" y="1856536"/>
                </a:lnTo>
                <a:lnTo>
                  <a:pt x="1669122" y="1841842"/>
                </a:lnTo>
                <a:close/>
              </a:path>
              <a:path w="3331845" h="2440304">
                <a:moveTo>
                  <a:pt x="1669122" y="1809572"/>
                </a:moveTo>
                <a:lnTo>
                  <a:pt x="1668805" y="1808810"/>
                </a:lnTo>
                <a:lnTo>
                  <a:pt x="1667548" y="1807552"/>
                </a:lnTo>
                <a:lnTo>
                  <a:pt x="1666786" y="1807235"/>
                </a:lnTo>
                <a:lnTo>
                  <a:pt x="1665008" y="1807235"/>
                </a:lnTo>
                <a:lnTo>
                  <a:pt x="1664246" y="1807552"/>
                </a:lnTo>
                <a:lnTo>
                  <a:pt x="1662976" y="1808810"/>
                </a:lnTo>
                <a:lnTo>
                  <a:pt x="1662671" y="1809572"/>
                </a:lnTo>
                <a:lnTo>
                  <a:pt x="1662671" y="1824266"/>
                </a:lnTo>
                <a:lnTo>
                  <a:pt x="1662976" y="1825028"/>
                </a:lnTo>
                <a:lnTo>
                  <a:pt x="1664246" y="1826285"/>
                </a:lnTo>
                <a:lnTo>
                  <a:pt x="1665008" y="1826602"/>
                </a:lnTo>
                <a:lnTo>
                  <a:pt x="1666786" y="1826602"/>
                </a:lnTo>
                <a:lnTo>
                  <a:pt x="1667548" y="1826285"/>
                </a:lnTo>
                <a:lnTo>
                  <a:pt x="1668805" y="1825028"/>
                </a:lnTo>
                <a:lnTo>
                  <a:pt x="1669122" y="1824266"/>
                </a:lnTo>
                <a:lnTo>
                  <a:pt x="1669122" y="1809572"/>
                </a:lnTo>
                <a:close/>
              </a:path>
              <a:path w="3331845" h="2440304">
                <a:moveTo>
                  <a:pt x="1669122" y="1777301"/>
                </a:moveTo>
                <a:lnTo>
                  <a:pt x="1668805" y="1776539"/>
                </a:lnTo>
                <a:lnTo>
                  <a:pt x="1667548" y="1775282"/>
                </a:lnTo>
                <a:lnTo>
                  <a:pt x="1666786" y="1774964"/>
                </a:lnTo>
                <a:lnTo>
                  <a:pt x="1665008" y="1774964"/>
                </a:lnTo>
                <a:lnTo>
                  <a:pt x="1664246" y="1775282"/>
                </a:lnTo>
                <a:lnTo>
                  <a:pt x="1662976" y="1776539"/>
                </a:lnTo>
                <a:lnTo>
                  <a:pt x="1662671" y="1777301"/>
                </a:lnTo>
                <a:lnTo>
                  <a:pt x="1662671" y="1791995"/>
                </a:lnTo>
                <a:lnTo>
                  <a:pt x="1662976" y="1792757"/>
                </a:lnTo>
                <a:lnTo>
                  <a:pt x="1664246" y="1794014"/>
                </a:lnTo>
                <a:lnTo>
                  <a:pt x="1665008" y="1794332"/>
                </a:lnTo>
                <a:lnTo>
                  <a:pt x="1666786" y="1794332"/>
                </a:lnTo>
                <a:lnTo>
                  <a:pt x="1667548" y="1794014"/>
                </a:lnTo>
                <a:lnTo>
                  <a:pt x="1668805" y="1792757"/>
                </a:lnTo>
                <a:lnTo>
                  <a:pt x="1669122" y="1791995"/>
                </a:lnTo>
                <a:lnTo>
                  <a:pt x="1669122" y="1777301"/>
                </a:lnTo>
                <a:close/>
              </a:path>
              <a:path w="3331845" h="2440304">
                <a:moveTo>
                  <a:pt x="1669122" y="1745030"/>
                </a:moveTo>
                <a:lnTo>
                  <a:pt x="1668805" y="1744268"/>
                </a:lnTo>
                <a:lnTo>
                  <a:pt x="1667548" y="1743011"/>
                </a:lnTo>
                <a:lnTo>
                  <a:pt x="1666786" y="1742694"/>
                </a:lnTo>
                <a:lnTo>
                  <a:pt x="1665008" y="1742694"/>
                </a:lnTo>
                <a:lnTo>
                  <a:pt x="1664246" y="1743011"/>
                </a:lnTo>
                <a:lnTo>
                  <a:pt x="1662976" y="1744268"/>
                </a:lnTo>
                <a:lnTo>
                  <a:pt x="1662671" y="1745030"/>
                </a:lnTo>
                <a:lnTo>
                  <a:pt x="1662671" y="1759724"/>
                </a:lnTo>
                <a:lnTo>
                  <a:pt x="1662976" y="1760486"/>
                </a:lnTo>
                <a:lnTo>
                  <a:pt x="1664246" y="1761744"/>
                </a:lnTo>
                <a:lnTo>
                  <a:pt x="1665008" y="1762061"/>
                </a:lnTo>
                <a:lnTo>
                  <a:pt x="1666786" y="1762061"/>
                </a:lnTo>
                <a:lnTo>
                  <a:pt x="1667548" y="1761744"/>
                </a:lnTo>
                <a:lnTo>
                  <a:pt x="1668805" y="1760486"/>
                </a:lnTo>
                <a:lnTo>
                  <a:pt x="1669122" y="1759724"/>
                </a:lnTo>
                <a:lnTo>
                  <a:pt x="1669122" y="1745030"/>
                </a:lnTo>
                <a:close/>
              </a:path>
              <a:path w="3331845" h="2440304">
                <a:moveTo>
                  <a:pt x="1669122" y="1712760"/>
                </a:moveTo>
                <a:lnTo>
                  <a:pt x="1668805" y="1711998"/>
                </a:lnTo>
                <a:lnTo>
                  <a:pt x="1667548" y="1710740"/>
                </a:lnTo>
                <a:lnTo>
                  <a:pt x="1666786" y="1710423"/>
                </a:lnTo>
                <a:lnTo>
                  <a:pt x="1665008" y="1710423"/>
                </a:lnTo>
                <a:lnTo>
                  <a:pt x="1664246" y="1710740"/>
                </a:lnTo>
                <a:lnTo>
                  <a:pt x="1662976" y="1711998"/>
                </a:lnTo>
                <a:lnTo>
                  <a:pt x="1662671" y="1712760"/>
                </a:lnTo>
                <a:lnTo>
                  <a:pt x="1662671" y="1727454"/>
                </a:lnTo>
                <a:lnTo>
                  <a:pt x="1662976" y="1728203"/>
                </a:lnTo>
                <a:lnTo>
                  <a:pt x="1664246" y="1729473"/>
                </a:lnTo>
                <a:lnTo>
                  <a:pt x="1665008" y="1729778"/>
                </a:lnTo>
                <a:lnTo>
                  <a:pt x="1666786" y="1729778"/>
                </a:lnTo>
                <a:lnTo>
                  <a:pt x="1667548" y="1729473"/>
                </a:lnTo>
                <a:lnTo>
                  <a:pt x="1668805" y="1728203"/>
                </a:lnTo>
                <a:lnTo>
                  <a:pt x="1669122" y="1727454"/>
                </a:lnTo>
                <a:lnTo>
                  <a:pt x="1669122" y="1712760"/>
                </a:lnTo>
                <a:close/>
              </a:path>
              <a:path w="3331845" h="2440304">
                <a:moveTo>
                  <a:pt x="1669122" y="1680489"/>
                </a:moveTo>
                <a:lnTo>
                  <a:pt x="1668805" y="1679727"/>
                </a:lnTo>
                <a:lnTo>
                  <a:pt x="1667548" y="1678457"/>
                </a:lnTo>
                <a:lnTo>
                  <a:pt x="1666786" y="1678152"/>
                </a:lnTo>
                <a:lnTo>
                  <a:pt x="1665008" y="1678152"/>
                </a:lnTo>
                <a:lnTo>
                  <a:pt x="1664246" y="1678457"/>
                </a:lnTo>
                <a:lnTo>
                  <a:pt x="1662976" y="1679727"/>
                </a:lnTo>
                <a:lnTo>
                  <a:pt x="1662671" y="1680489"/>
                </a:lnTo>
                <a:lnTo>
                  <a:pt x="1662671" y="1695170"/>
                </a:lnTo>
                <a:lnTo>
                  <a:pt x="1662976" y="1695932"/>
                </a:lnTo>
                <a:lnTo>
                  <a:pt x="1664246" y="1697202"/>
                </a:lnTo>
                <a:lnTo>
                  <a:pt x="1665008" y="1697507"/>
                </a:lnTo>
                <a:lnTo>
                  <a:pt x="1666786" y="1697507"/>
                </a:lnTo>
                <a:lnTo>
                  <a:pt x="1667548" y="1697202"/>
                </a:lnTo>
                <a:lnTo>
                  <a:pt x="1668805" y="1695932"/>
                </a:lnTo>
                <a:lnTo>
                  <a:pt x="1669122" y="1695170"/>
                </a:lnTo>
                <a:lnTo>
                  <a:pt x="1669122" y="1680489"/>
                </a:lnTo>
                <a:close/>
              </a:path>
              <a:path w="3331845" h="2440304">
                <a:moveTo>
                  <a:pt x="1669122" y="1648206"/>
                </a:moveTo>
                <a:lnTo>
                  <a:pt x="1668805" y="1647456"/>
                </a:lnTo>
                <a:lnTo>
                  <a:pt x="1667548" y="1646186"/>
                </a:lnTo>
                <a:lnTo>
                  <a:pt x="1666786" y="1645881"/>
                </a:lnTo>
                <a:lnTo>
                  <a:pt x="1665008" y="1645881"/>
                </a:lnTo>
                <a:lnTo>
                  <a:pt x="1664246" y="1646186"/>
                </a:lnTo>
                <a:lnTo>
                  <a:pt x="1662976" y="1647456"/>
                </a:lnTo>
                <a:lnTo>
                  <a:pt x="1662671" y="1648206"/>
                </a:lnTo>
                <a:lnTo>
                  <a:pt x="1662671" y="1662899"/>
                </a:lnTo>
                <a:lnTo>
                  <a:pt x="1662976" y="1663661"/>
                </a:lnTo>
                <a:lnTo>
                  <a:pt x="1664246" y="1664919"/>
                </a:lnTo>
                <a:lnTo>
                  <a:pt x="1665008" y="1665236"/>
                </a:lnTo>
                <a:lnTo>
                  <a:pt x="1666786" y="1665236"/>
                </a:lnTo>
                <a:lnTo>
                  <a:pt x="1667548" y="1664919"/>
                </a:lnTo>
                <a:lnTo>
                  <a:pt x="1668805" y="1663661"/>
                </a:lnTo>
                <a:lnTo>
                  <a:pt x="1669122" y="1662899"/>
                </a:lnTo>
                <a:lnTo>
                  <a:pt x="1669122" y="1648206"/>
                </a:lnTo>
                <a:close/>
              </a:path>
              <a:path w="3331845" h="2440304">
                <a:moveTo>
                  <a:pt x="1669122" y="1615935"/>
                </a:moveTo>
                <a:lnTo>
                  <a:pt x="1668805" y="1615173"/>
                </a:lnTo>
                <a:lnTo>
                  <a:pt x="1667548" y="1613916"/>
                </a:lnTo>
                <a:lnTo>
                  <a:pt x="1666786" y="1613598"/>
                </a:lnTo>
                <a:lnTo>
                  <a:pt x="1665008" y="1613598"/>
                </a:lnTo>
                <a:lnTo>
                  <a:pt x="1664246" y="1613916"/>
                </a:lnTo>
                <a:lnTo>
                  <a:pt x="1662976" y="1615173"/>
                </a:lnTo>
                <a:lnTo>
                  <a:pt x="1662671" y="1615935"/>
                </a:lnTo>
                <a:lnTo>
                  <a:pt x="1662671" y="1630629"/>
                </a:lnTo>
                <a:lnTo>
                  <a:pt x="1662976" y="1631391"/>
                </a:lnTo>
                <a:lnTo>
                  <a:pt x="1664246" y="1632648"/>
                </a:lnTo>
                <a:lnTo>
                  <a:pt x="1665008" y="1632966"/>
                </a:lnTo>
                <a:lnTo>
                  <a:pt x="1666786" y="1632966"/>
                </a:lnTo>
                <a:lnTo>
                  <a:pt x="1667548" y="1632648"/>
                </a:lnTo>
                <a:lnTo>
                  <a:pt x="1668805" y="1631391"/>
                </a:lnTo>
                <a:lnTo>
                  <a:pt x="1669122" y="1630629"/>
                </a:lnTo>
                <a:lnTo>
                  <a:pt x="1669122" y="1615935"/>
                </a:lnTo>
                <a:close/>
              </a:path>
              <a:path w="3331845" h="2440304">
                <a:moveTo>
                  <a:pt x="1669122" y="1583664"/>
                </a:moveTo>
                <a:lnTo>
                  <a:pt x="1668805" y="1582902"/>
                </a:lnTo>
                <a:lnTo>
                  <a:pt x="1667548" y="1581645"/>
                </a:lnTo>
                <a:lnTo>
                  <a:pt x="1666786" y="1581327"/>
                </a:lnTo>
                <a:lnTo>
                  <a:pt x="1665008" y="1581327"/>
                </a:lnTo>
                <a:lnTo>
                  <a:pt x="1664246" y="1581645"/>
                </a:lnTo>
                <a:lnTo>
                  <a:pt x="1662976" y="1582902"/>
                </a:lnTo>
                <a:lnTo>
                  <a:pt x="1662671" y="1583664"/>
                </a:lnTo>
                <a:lnTo>
                  <a:pt x="1662671" y="1598358"/>
                </a:lnTo>
                <a:lnTo>
                  <a:pt x="1662976" y="1599120"/>
                </a:lnTo>
                <a:lnTo>
                  <a:pt x="1664246" y="1600377"/>
                </a:lnTo>
                <a:lnTo>
                  <a:pt x="1665008" y="1600695"/>
                </a:lnTo>
                <a:lnTo>
                  <a:pt x="1666786" y="1600695"/>
                </a:lnTo>
                <a:lnTo>
                  <a:pt x="1667548" y="1600377"/>
                </a:lnTo>
                <a:lnTo>
                  <a:pt x="1668805" y="1599120"/>
                </a:lnTo>
                <a:lnTo>
                  <a:pt x="1669122" y="1598358"/>
                </a:lnTo>
                <a:lnTo>
                  <a:pt x="1669122" y="1583664"/>
                </a:lnTo>
                <a:close/>
              </a:path>
              <a:path w="3331845" h="2440304">
                <a:moveTo>
                  <a:pt x="1669122" y="1551393"/>
                </a:moveTo>
                <a:lnTo>
                  <a:pt x="1668805" y="1550631"/>
                </a:lnTo>
                <a:lnTo>
                  <a:pt x="1667548" y="1549374"/>
                </a:lnTo>
                <a:lnTo>
                  <a:pt x="1666786" y="1549057"/>
                </a:lnTo>
                <a:lnTo>
                  <a:pt x="1665008" y="1549057"/>
                </a:lnTo>
                <a:lnTo>
                  <a:pt x="1664246" y="1549374"/>
                </a:lnTo>
                <a:lnTo>
                  <a:pt x="1662976" y="1550631"/>
                </a:lnTo>
                <a:lnTo>
                  <a:pt x="1662671" y="1551393"/>
                </a:lnTo>
                <a:lnTo>
                  <a:pt x="1662671" y="1566087"/>
                </a:lnTo>
                <a:lnTo>
                  <a:pt x="1662976" y="1566849"/>
                </a:lnTo>
                <a:lnTo>
                  <a:pt x="1664246" y="1568107"/>
                </a:lnTo>
                <a:lnTo>
                  <a:pt x="1665008" y="1568424"/>
                </a:lnTo>
                <a:lnTo>
                  <a:pt x="1666786" y="1568424"/>
                </a:lnTo>
                <a:lnTo>
                  <a:pt x="1667548" y="1568107"/>
                </a:lnTo>
                <a:lnTo>
                  <a:pt x="1668805" y="1566849"/>
                </a:lnTo>
                <a:lnTo>
                  <a:pt x="1669122" y="1566087"/>
                </a:lnTo>
                <a:lnTo>
                  <a:pt x="1669122" y="1551393"/>
                </a:lnTo>
                <a:close/>
              </a:path>
              <a:path w="3331845" h="2440304">
                <a:moveTo>
                  <a:pt x="1669122" y="1519123"/>
                </a:moveTo>
                <a:lnTo>
                  <a:pt x="1668805" y="1518361"/>
                </a:lnTo>
                <a:lnTo>
                  <a:pt x="1667548" y="1517103"/>
                </a:lnTo>
                <a:lnTo>
                  <a:pt x="1666786" y="1516786"/>
                </a:lnTo>
                <a:lnTo>
                  <a:pt x="1665008" y="1516786"/>
                </a:lnTo>
                <a:lnTo>
                  <a:pt x="1664246" y="1517103"/>
                </a:lnTo>
                <a:lnTo>
                  <a:pt x="1662976" y="1518361"/>
                </a:lnTo>
                <a:lnTo>
                  <a:pt x="1662671" y="1519123"/>
                </a:lnTo>
                <a:lnTo>
                  <a:pt x="1662671" y="1533817"/>
                </a:lnTo>
                <a:lnTo>
                  <a:pt x="1662976" y="1534579"/>
                </a:lnTo>
                <a:lnTo>
                  <a:pt x="1664246" y="1535836"/>
                </a:lnTo>
                <a:lnTo>
                  <a:pt x="1665008" y="1536153"/>
                </a:lnTo>
                <a:lnTo>
                  <a:pt x="1666786" y="1536153"/>
                </a:lnTo>
                <a:lnTo>
                  <a:pt x="1667548" y="1535836"/>
                </a:lnTo>
                <a:lnTo>
                  <a:pt x="1668805" y="1534579"/>
                </a:lnTo>
                <a:lnTo>
                  <a:pt x="1669122" y="1533817"/>
                </a:lnTo>
                <a:lnTo>
                  <a:pt x="1669122" y="1519123"/>
                </a:lnTo>
                <a:close/>
              </a:path>
              <a:path w="3331845" h="2440304">
                <a:moveTo>
                  <a:pt x="1669122" y="1486852"/>
                </a:moveTo>
                <a:lnTo>
                  <a:pt x="1668805" y="1486090"/>
                </a:lnTo>
                <a:lnTo>
                  <a:pt x="1667548" y="1484833"/>
                </a:lnTo>
                <a:lnTo>
                  <a:pt x="1666786" y="1484515"/>
                </a:lnTo>
                <a:lnTo>
                  <a:pt x="1665008" y="1484515"/>
                </a:lnTo>
                <a:lnTo>
                  <a:pt x="1664246" y="1484833"/>
                </a:lnTo>
                <a:lnTo>
                  <a:pt x="1662976" y="1486090"/>
                </a:lnTo>
                <a:lnTo>
                  <a:pt x="1662671" y="1486852"/>
                </a:lnTo>
                <a:lnTo>
                  <a:pt x="1662671" y="1501546"/>
                </a:lnTo>
                <a:lnTo>
                  <a:pt x="1662976" y="1502308"/>
                </a:lnTo>
                <a:lnTo>
                  <a:pt x="1664246" y="1503565"/>
                </a:lnTo>
                <a:lnTo>
                  <a:pt x="1665008" y="1503883"/>
                </a:lnTo>
                <a:lnTo>
                  <a:pt x="1666786" y="1503883"/>
                </a:lnTo>
                <a:lnTo>
                  <a:pt x="1667548" y="1503565"/>
                </a:lnTo>
                <a:lnTo>
                  <a:pt x="1668805" y="1502308"/>
                </a:lnTo>
                <a:lnTo>
                  <a:pt x="1669122" y="1501546"/>
                </a:lnTo>
                <a:lnTo>
                  <a:pt x="1669122" y="1486852"/>
                </a:lnTo>
                <a:close/>
              </a:path>
              <a:path w="3331845" h="2440304">
                <a:moveTo>
                  <a:pt x="1669122" y="1454581"/>
                </a:moveTo>
                <a:lnTo>
                  <a:pt x="1668805" y="1453819"/>
                </a:lnTo>
                <a:lnTo>
                  <a:pt x="1667548" y="1452562"/>
                </a:lnTo>
                <a:lnTo>
                  <a:pt x="1666786" y="1452245"/>
                </a:lnTo>
                <a:lnTo>
                  <a:pt x="1665008" y="1452245"/>
                </a:lnTo>
                <a:lnTo>
                  <a:pt x="1664246" y="1452562"/>
                </a:lnTo>
                <a:lnTo>
                  <a:pt x="1662976" y="1453819"/>
                </a:lnTo>
                <a:lnTo>
                  <a:pt x="1662671" y="1454581"/>
                </a:lnTo>
                <a:lnTo>
                  <a:pt x="1662671" y="1469275"/>
                </a:lnTo>
                <a:lnTo>
                  <a:pt x="1662976" y="1470025"/>
                </a:lnTo>
                <a:lnTo>
                  <a:pt x="1664246" y="1471295"/>
                </a:lnTo>
                <a:lnTo>
                  <a:pt x="1665008" y="1471612"/>
                </a:lnTo>
                <a:lnTo>
                  <a:pt x="1666786" y="1471612"/>
                </a:lnTo>
                <a:lnTo>
                  <a:pt x="1667548" y="1471295"/>
                </a:lnTo>
                <a:lnTo>
                  <a:pt x="1668805" y="1470025"/>
                </a:lnTo>
                <a:lnTo>
                  <a:pt x="1669122" y="1469275"/>
                </a:lnTo>
                <a:lnTo>
                  <a:pt x="1669122" y="1454581"/>
                </a:lnTo>
                <a:close/>
              </a:path>
              <a:path w="3331845" h="2440304">
                <a:moveTo>
                  <a:pt x="1669122" y="1422311"/>
                </a:moveTo>
                <a:lnTo>
                  <a:pt x="1668805" y="1421549"/>
                </a:lnTo>
                <a:lnTo>
                  <a:pt x="1667548" y="1420291"/>
                </a:lnTo>
                <a:lnTo>
                  <a:pt x="1666786" y="1419974"/>
                </a:lnTo>
                <a:lnTo>
                  <a:pt x="1665008" y="1419974"/>
                </a:lnTo>
                <a:lnTo>
                  <a:pt x="1664246" y="1420291"/>
                </a:lnTo>
                <a:lnTo>
                  <a:pt x="1662976" y="1421549"/>
                </a:lnTo>
                <a:lnTo>
                  <a:pt x="1662671" y="1422311"/>
                </a:lnTo>
                <a:lnTo>
                  <a:pt x="1662671" y="1436992"/>
                </a:lnTo>
                <a:lnTo>
                  <a:pt x="1662976" y="1437754"/>
                </a:lnTo>
                <a:lnTo>
                  <a:pt x="1664246" y="1439024"/>
                </a:lnTo>
                <a:lnTo>
                  <a:pt x="1665008" y="1439329"/>
                </a:lnTo>
                <a:lnTo>
                  <a:pt x="1666786" y="1439329"/>
                </a:lnTo>
                <a:lnTo>
                  <a:pt x="1667548" y="1439024"/>
                </a:lnTo>
                <a:lnTo>
                  <a:pt x="1668805" y="1437754"/>
                </a:lnTo>
                <a:lnTo>
                  <a:pt x="1669122" y="1436992"/>
                </a:lnTo>
                <a:lnTo>
                  <a:pt x="1669122" y="1422311"/>
                </a:lnTo>
                <a:close/>
              </a:path>
              <a:path w="3331845" h="2440304">
                <a:moveTo>
                  <a:pt x="1669122" y="1390040"/>
                </a:moveTo>
                <a:lnTo>
                  <a:pt x="1668805" y="1389278"/>
                </a:lnTo>
                <a:lnTo>
                  <a:pt x="1667548" y="1388008"/>
                </a:lnTo>
                <a:lnTo>
                  <a:pt x="1666786" y="1387703"/>
                </a:lnTo>
                <a:lnTo>
                  <a:pt x="1665008" y="1387703"/>
                </a:lnTo>
                <a:lnTo>
                  <a:pt x="1664246" y="1388008"/>
                </a:lnTo>
                <a:lnTo>
                  <a:pt x="1662976" y="1389278"/>
                </a:lnTo>
                <a:lnTo>
                  <a:pt x="1662671" y="1390040"/>
                </a:lnTo>
                <a:lnTo>
                  <a:pt x="1662671" y="1404721"/>
                </a:lnTo>
                <a:lnTo>
                  <a:pt x="1662976" y="1405483"/>
                </a:lnTo>
                <a:lnTo>
                  <a:pt x="1664246" y="1406740"/>
                </a:lnTo>
                <a:lnTo>
                  <a:pt x="1665008" y="1407058"/>
                </a:lnTo>
                <a:lnTo>
                  <a:pt x="1666786" y="1407058"/>
                </a:lnTo>
                <a:lnTo>
                  <a:pt x="1667548" y="1406740"/>
                </a:lnTo>
                <a:lnTo>
                  <a:pt x="1668805" y="1405483"/>
                </a:lnTo>
                <a:lnTo>
                  <a:pt x="1669122" y="1404721"/>
                </a:lnTo>
                <a:lnTo>
                  <a:pt x="1669122" y="1390040"/>
                </a:lnTo>
                <a:close/>
              </a:path>
              <a:path w="3331845" h="2440304">
                <a:moveTo>
                  <a:pt x="1669122" y="1357757"/>
                </a:moveTo>
                <a:lnTo>
                  <a:pt x="1668805" y="1357007"/>
                </a:lnTo>
                <a:lnTo>
                  <a:pt x="1667548" y="1355737"/>
                </a:lnTo>
                <a:lnTo>
                  <a:pt x="1666786" y="1355420"/>
                </a:lnTo>
                <a:lnTo>
                  <a:pt x="1665008" y="1355420"/>
                </a:lnTo>
                <a:lnTo>
                  <a:pt x="1664246" y="1355737"/>
                </a:lnTo>
                <a:lnTo>
                  <a:pt x="1662976" y="1357007"/>
                </a:lnTo>
                <a:lnTo>
                  <a:pt x="1662671" y="1357757"/>
                </a:lnTo>
                <a:lnTo>
                  <a:pt x="1662671" y="1372450"/>
                </a:lnTo>
                <a:lnTo>
                  <a:pt x="1662976" y="1373212"/>
                </a:lnTo>
                <a:lnTo>
                  <a:pt x="1664246" y="1374470"/>
                </a:lnTo>
                <a:lnTo>
                  <a:pt x="1665008" y="1374787"/>
                </a:lnTo>
                <a:lnTo>
                  <a:pt x="1666786" y="1374787"/>
                </a:lnTo>
                <a:lnTo>
                  <a:pt x="1667548" y="1374470"/>
                </a:lnTo>
                <a:lnTo>
                  <a:pt x="1668805" y="1373212"/>
                </a:lnTo>
                <a:lnTo>
                  <a:pt x="1669122" y="1372450"/>
                </a:lnTo>
                <a:lnTo>
                  <a:pt x="1669122" y="1357757"/>
                </a:lnTo>
                <a:close/>
              </a:path>
              <a:path w="3331845" h="2440304">
                <a:moveTo>
                  <a:pt x="1669122" y="1325486"/>
                </a:moveTo>
                <a:lnTo>
                  <a:pt x="1668805" y="1324724"/>
                </a:lnTo>
                <a:lnTo>
                  <a:pt x="1667548" y="1323467"/>
                </a:lnTo>
                <a:lnTo>
                  <a:pt x="1666786" y="1323149"/>
                </a:lnTo>
                <a:lnTo>
                  <a:pt x="1665008" y="1323149"/>
                </a:lnTo>
                <a:lnTo>
                  <a:pt x="1664246" y="1323467"/>
                </a:lnTo>
                <a:lnTo>
                  <a:pt x="1662976" y="1324724"/>
                </a:lnTo>
                <a:lnTo>
                  <a:pt x="1662671" y="1325486"/>
                </a:lnTo>
                <a:lnTo>
                  <a:pt x="1662671" y="1340180"/>
                </a:lnTo>
                <a:lnTo>
                  <a:pt x="1662976" y="1340942"/>
                </a:lnTo>
                <a:lnTo>
                  <a:pt x="1664246" y="1342199"/>
                </a:lnTo>
                <a:lnTo>
                  <a:pt x="1665008" y="1342517"/>
                </a:lnTo>
                <a:lnTo>
                  <a:pt x="1666786" y="1342517"/>
                </a:lnTo>
                <a:lnTo>
                  <a:pt x="1667548" y="1342199"/>
                </a:lnTo>
                <a:lnTo>
                  <a:pt x="1668805" y="1340942"/>
                </a:lnTo>
                <a:lnTo>
                  <a:pt x="1669122" y="1340180"/>
                </a:lnTo>
                <a:lnTo>
                  <a:pt x="1669122" y="1325486"/>
                </a:lnTo>
                <a:close/>
              </a:path>
              <a:path w="3331845" h="2440304">
                <a:moveTo>
                  <a:pt x="1669122" y="1293215"/>
                </a:moveTo>
                <a:lnTo>
                  <a:pt x="1668805" y="1292453"/>
                </a:lnTo>
                <a:lnTo>
                  <a:pt x="1667548" y="1291196"/>
                </a:lnTo>
                <a:lnTo>
                  <a:pt x="1666786" y="1290878"/>
                </a:lnTo>
                <a:lnTo>
                  <a:pt x="1665008" y="1290878"/>
                </a:lnTo>
                <a:lnTo>
                  <a:pt x="1664246" y="1291196"/>
                </a:lnTo>
                <a:lnTo>
                  <a:pt x="1662976" y="1292453"/>
                </a:lnTo>
                <a:lnTo>
                  <a:pt x="1662671" y="1293215"/>
                </a:lnTo>
                <a:lnTo>
                  <a:pt x="1662671" y="1307909"/>
                </a:lnTo>
                <a:lnTo>
                  <a:pt x="1662976" y="1308671"/>
                </a:lnTo>
                <a:lnTo>
                  <a:pt x="1664246" y="1309928"/>
                </a:lnTo>
                <a:lnTo>
                  <a:pt x="1665008" y="1310246"/>
                </a:lnTo>
                <a:lnTo>
                  <a:pt x="1666786" y="1310246"/>
                </a:lnTo>
                <a:lnTo>
                  <a:pt x="1667548" y="1309928"/>
                </a:lnTo>
                <a:lnTo>
                  <a:pt x="1668805" y="1308671"/>
                </a:lnTo>
                <a:lnTo>
                  <a:pt x="1669122" y="1307909"/>
                </a:lnTo>
                <a:lnTo>
                  <a:pt x="1669122" y="1293215"/>
                </a:lnTo>
                <a:close/>
              </a:path>
              <a:path w="3331845" h="2440304">
                <a:moveTo>
                  <a:pt x="1669122" y="1260944"/>
                </a:moveTo>
                <a:lnTo>
                  <a:pt x="1668805" y="1260182"/>
                </a:lnTo>
                <a:lnTo>
                  <a:pt x="1667548" y="1258925"/>
                </a:lnTo>
                <a:lnTo>
                  <a:pt x="1666786" y="1258608"/>
                </a:lnTo>
                <a:lnTo>
                  <a:pt x="1665008" y="1258608"/>
                </a:lnTo>
                <a:lnTo>
                  <a:pt x="1664246" y="1258925"/>
                </a:lnTo>
                <a:lnTo>
                  <a:pt x="1662976" y="1260182"/>
                </a:lnTo>
                <a:lnTo>
                  <a:pt x="1662671" y="1260944"/>
                </a:lnTo>
                <a:lnTo>
                  <a:pt x="1662671" y="1275638"/>
                </a:lnTo>
                <a:lnTo>
                  <a:pt x="1662976" y="1276400"/>
                </a:lnTo>
                <a:lnTo>
                  <a:pt x="1664246" y="1277658"/>
                </a:lnTo>
                <a:lnTo>
                  <a:pt x="1665008" y="1277975"/>
                </a:lnTo>
                <a:lnTo>
                  <a:pt x="1666786" y="1277975"/>
                </a:lnTo>
                <a:lnTo>
                  <a:pt x="1667548" y="1277658"/>
                </a:lnTo>
                <a:lnTo>
                  <a:pt x="1668805" y="1276400"/>
                </a:lnTo>
                <a:lnTo>
                  <a:pt x="1669122" y="1275638"/>
                </a:lnTo>
                <a:lnTo>
                  <a:pt x="1669122" y="1260944"/>
                </a:lnTo>
                <a:close/>
              </a:path>
              <a:path w="3331845" h="2440304">
                <a:moveTo>
                  <a:pt x="1669122" y="1228674"/>
                </a:moveTo>
                <a:lnTo>
                  <a:pt x="1668805" y="1227912"/>
                </a:lnTo>
                <a:lnTo>
                  <a:pt x="1667548" y="1226654"/>
                </a:lnTo>
                <a:lnTo>
                  <a:pt x="1666786" y="1226337"/>
                </a:lnTo>
                <a:lnTo>
                  <a:pt x="1665008" y="1226337"/>
                </a:lnTo>
                <a:lnTo>
                  <a:pt x="1664246" y="1226654"/>
                </a:lnTo>
                <a:lnTo>
                  <a:pt x="1662976" y="1227912"/>
                </a:lnTo>
                <a:lnTo>
                  <a:pt x="1662671" y="1228674"/>
                </a:lnTo>
                <a:lnTo>
                  <a:pt x="1662671" y="1243368"/>
                </a:lnTo>
                <a:lnTo>
                  <a:pt x="1662976" y="1244130"/>
                </a:lnTo>
                <a:lnTo>
                  <a:pt x="1664246" y="1245387"/>
                </a:lnTo>
                <a:lnTo>
                  <a:pt x="1665008" y="1245704"/>
                </a:lnTo>
                <a:lnTo>
                  <a:pt x="1666786" y="1245704"/>
                </a:lnTo>
                <a:lnTo>
                  <a:pt x="1667548" y="1245387"/>
                </a:lnTo>
                <a:lnTo>
                  <a:pt x="1668805" y="1244130"/>
                </a:lnTo>
                <a:lnTo>
                  <a:pt x="1669122" y="1243368"/>
                </a:lnTo>
                <a:lnTo>
                  <a:pt x="1669122" y="1228674"/>
                </a:lnTo>
                <a:close/>
              </a:path>
              <a:path w="3331845" h="2440304">
                <a:moveTo>
                  <a:pt x="1669122" y="1196403"/>
                </a:moveTo>
                <a:lnTo>
                  <a:pt x="1668805" y="1195641"/>
                </a:lnTo>
                <a:lnTo>
                  <a:pt x="1667548" y="1194384"/>
                </a:lnTo>
                <a:lnTo>
                  <a:pt x="1666786" y="1194066"/>
                </a:lnTo>
                <a:lnTo>
                  <a:pt x="1665008" y="1194066"/>
                </a:lnTo>
                <a:lnTo>
                  <a:pt x="1664246" y="1194384"/>
                </a:lnTo>
                <a:lnTo>
                  <a:pt x="1662976" y="1195641"/>
                </a:lnTo>
                <a:lnTo>
                  <a:pt x="1662671" y="1196403"/>
                </a:lnTo>
                <a:lnTo>
                  <a:pt x="1662671" y="1211097"/>
                </a:lnTo>
                <a:lnTo>
                  <a:pt x="1662976" y="1211859"/>
                </a:lnTo>
                <a:lnTo>
                  <a:pt x="1664246" y="1213116"/>
                </a:lnTo>
                <a:lnTo>
                  <a:pt x="1665008" y="1213434"/>
                </a:lnTo>
                <a:lnTo>
                  <a:pt x="1666786" y="1213434"/>
                </a:lnTo>
                <a:lnTo>
                  <a:pt x="1667548" y="1213116"/>
                </a:lnTo>
                <a:lnTo>
                  <a:pt x="1668805" y="1211859"/>
                </a:lnTo>
                <a:lnTo>
                  <a:pt x="1669122" y="1211097"/>
                </a:lnTo>
                <a:lnTo>
                  <a:pt x="1669122" y="1196403"/>
                </a:lnTo>
                <a:close/>
              </a:path>
              <a:path w="3331845" h="2440304">
                <a:moveTo>
                  <a:pt x="1669122" y="1164132"/>
                </a:moveTo>
                <a:lnTo>
                  <a:pt x="1668805" y="1163370"/>
                </a:lnTo>
                <a:lnTo>
                  <a:pt x="1667548" y="1162113"/>
                </a:lnTo>
                <a:lnTo>
                  <a:pt x="1666786" y="1161796"/>
                </a:lnTo>
                <a:lnTo>
                  <a:pt x="1665008" y="1161796"/>
                </a:lnTo>
                <a:lnTo>
                  <a:pt x="1664246" y="1162113"/>
                </a:lnTo>
                <a:lnTo>
                  <a:pt x="1662976" y="1163370"/>
                </a:lnTo>
                <a:lnTo>
                  <a:pt x="1662671" y="1164132"/>
                </a:lnTo>
                <a:lnTo>
                  <a:pt x="1662671" y="1178826"/>
                </a:lnTo>
                <a:lnTo>
                  <a:pt x="1662976" y="1179576"/>
                </a:lnTo>
                <a:lnTo>
                  <a:pt x="1664246" y="1180846"/>
                </a:lnTo>
                <a:lnTo>
                  <a:pt x="1665008" y="1181150"/>
                </a:lnTo>
                <a:lnTo>
                  <a:pt x="1666786" y="1181150"/>
                </a:lnTo>
                <a:lnTo>
                  <a:pt x="1667548" y="1180846"/>
                </a:lnTo>
                <a:lnTo>
                  <a:pt x="1668805" y="1179576"/>
                </a:lnTo>
                <a:lnTo>
                  <a:pt x="1669122" y="1178826"/>
                </a:lnTo>
                <a:lnTo>
                  <a:pt x="1669122" y="1164132"/>
                </a:lnTo>
                <a:close/>
              </a:path>
              <a:path w="3331845" h="2440304">
                <a:moveTo>
                  <a:pt x="1669122" y="1131862"/>
                </a:moveTo>
                <a:lnTo>
                  <a:pt x="1668805" y="1131100"/>
                </a:lnTo>
                <a:lnTo>
                  <a:pt x="1667548" y="1129830"/>
                </a:lnTo>
                <a:lnTo>
                  <a:pt x="1666786" y="1129525"/>
                </a:lnTo>
                <a:lnTo>
                  <a:pt x="1665008" y="1129525"/>
                </a:lnTo>
                <a:lnTo>
                  <a:pt x="1664246" y="1129830"/>
                </a:lnTo>
                <a:lnTo>
                  <a:pt x="1662976" y="1131100"/>
                </a:lnTo>
                <a:lnTo>
                  <a:pt x="1662671" y="1131862"/>
                </a:lnTo>
                <a:lnTo>
                  <a:pt x="1662671" y="1146543"/>
                </a:lnTo>
                <a:lnTo>
                  <a:pt x="1662976" y="1147305"/>
                </a:lnTo>
                <a:lnTo>
                  <a:pt x="1664246" y="1148575"/>
                </a:lnTo>
                <a:lnTo>
                  <a:pt x="1665008" y="1148880"/>
                </a:lnTo>
                <a:lnTo>
                  <a:pt x="1666786" y="1148880"/>
                </a:lnTo>
                <a:lnTo>
                  <a:pt x="1667548" y="1148575"/>
                </a:lnTo>
                <a:lnTo>
                  <a:pt x="1668805" y="1147305"/>
                </a:lnTo>
                <a:lnTo>
                  <a:pt x="1669122" y="1146543"/>
                </a:lnTo>
                <a:lnTo>
                  <a:pt x="1669122" y="1131862"/>
                </a:lnTo>
                <a:close/>
              </a:path>
              <a:path w="3331845" h="2440304">
                <a:moveTo>
                  <a:pt x="1669122" y="1099578"/>
                </a:moveTo>
                <a:lnTo>
                  <a:pt x="1668805" y="1098829"/>
                </a:lnTo>
                <a:lnTo>
                  <a:pt x="1667548" y="1097559"/>
                </a:lnTo>
                <a:lnTo>
                  <a:pt x="1666786" y="1097254"/>
                </a:lnTo>
                <a:lnTo>
                  <a:pt x="1665008" y="1097254"/>
                </a:lnTo>
                <a:lnTo>
                  <a:pt x="1664246" y="1097559"/>
                </a:lnTo>
                <a:lnTo>
                  <a:pt x="1662976" y="1098829"/>
                </a:lnTo>
                <a:lnTo>
                  <a:pt x="1662671" y="1099578"/>
                </a:lnTo>
                <a:lnTo>
                  <a:pt x="1662671" y="1114272"/>
                </a:lnTo>
                <a:lnTo>
                  <a:pt x="1662976" y="1115034"/>
                </a:lnTo>
                <a:lnTo>
                  <a:pt x="1664246" y="1116291"/>
                </a:lnTo>
                <a:lnTo>
                  <a:pt x="1665008" y="1116609"/>
                </a:lnTo>
                <a:lnTo>
                  <a:pt x="1666786" y="1116609"/>
                </a:lnTo>
                <a:lnTo>
                  <a:pt x="1667548" y="1116291"/>
                </a:lnTo>
                <a:lnTo>
                  <a:pt x="1668805" y="1115034"/>
                </a:lnTo>
                <a:lnTo>
                  <a:pt x="1669122" y="1114272"/>
                </a:lnTo>
                <a:lnTo>
                  <a:pt x="1669122" y="1099578"/>
                </a:lnTo>
                <a:close/>
              </a:path>
              <a:path w="3331845" h="2440304">
                <a:moveTo>
                  <a:pt x="1669122" y="1067308"/>
                </a:moveTo>
                <a:lnTo>
                  <a:pt x="1668805" y="1066546"/>
                </a:lnTo>
                <a:lnTo>
                  <a:pt x="1667548" y="1065288"/>
                </a:lnTo>
                <a:lnTo>
                  <a:pt x="1666786" y="1064971"/>
                </a:lnTo>
                <a:lnTo>
                  <a:pt x="1665008" y="1064971"/>
                </a:lnTo>
                <a:lnTo>
                  <a:pt x="1664246" y="1065288"/>
                </a:lnTo>
                <a:lnTo>
                  <a:pt x="1662976" y="1066546"/>
                </a:lnTo>
                <a:lnTo>
                  <a:pt x="1662671" y="1067308"/>
                </a:lnTo>
                <a:lnTo>
                  <a:pt x="1662671" y="1082001"/>
                </a:lnTo>
                <a:lnTo>
                  <a:pt x="1662976" y="1082763"/>
                </a:lnTo>
                <a:lnTo>
                  <a:pt x="1664246" y="1084021"/>
                </a:lnTo>
                <a:lnTo>
                  <a:pt x="1665008" y="1084338"/>
                </a:lnTo>
                <a:lnTo>
                  <a:pt x="1666786" y="1084338"/>
                </a:lnTo>
                <a:lnTo>
                  <a:pt x="1667548" y="1084021"/>
                </a:lnTo>
                <a:lnTo>
                  <a:pt x="1668805" y="1082763"/>
                </a:lnTo>
                <a:lnTo>
                  <a:pt x="1669122" y="1082001"/>
                </a:lnTo>
                <a:lnTo>
                  <a:pt x="1669122" y="1067308"/>
                </a:lnTo>
                <a:close/>
              </a:path>
              <a:path w="3331845" h="2440304">
                <a:moveTo>
                  <a:pt x="1669122" y="1035037"/>
                </a:moveTo>
                <a:lnTo>
                  <a:pt x="1668805" y="1034275"/>
                </a:lnTo>
                <a:lnTo>
                  <a:pt x="1667548" y="1033018"/>
                </a:lnTo>
                <a:lnTo>
                  <a:pt x="1666786" y="1032700"/>
                </a:lnTo>
                <a:lnTo>
                  <a:pt x="1665008" y="1032700"/>
                </a:lnTo>
                <a:lnTo>
                  <a:pt x="1664246" y="1033018"/>
                </a:lnTo>
                <a:lnTo>
                  <a:pt x="1662976" y="1034275"/>
                </a:lnTo>
                <a:lnTo>
                  <a:pt x="1662671" y="1035037"/>
                </a:lnTo>
                <a:lnTo>
                  <a:pt x="1662671" y="1049731"/>
                </a:lnTo>
                <a:lnTo>
                  <a:pt x="1662976" y="1050493"/>
                </a:lnTo>
                <a:lnTo>
                  <a:pt x="1664246" y="1051750"/>
                </a:lnTo>
                <a:lnTo>
                  <a:pt x="1665008" y="1052068"/>
                </a:lnTo>
                <a:lnTo>
                  <a:pt x="1666786" y="1052068"/>
                </a:lnTo>
                <a:lnTo>
                  <a:pt x="1667548" y="1051750"/>
                </a:lnTo>
                <a:lnTo>
                  <a:pt x="1668805" y="1050493"/>
                </a:lnTo>
                <a:lnTo>
                  <a:pt x="1669122" y="1049731"/>
                </a:lnTo>
                <a:lnTo>
                  <a:pt x="1669122" y="1035037"/>
                </a:lnTo>
                <a:close/>
              </a:path>
              <a:path w="3331845" h="2440304">
                <a:moveTo>
                  <a:pt x="1669122" y="1002766"/>
                </a:moveTo>
                <a:lnTo>
                  <a:pt x="1668805" y="1002004"/>
                </a:lnTo>
                <a:lnTo>
                  <a:pt x="1667548" y="1000747"/>
                </a:lnTo>
                <a:lnTo>
                  <a:pt x="1666786" y="1000429"/>
                </a:lnTo>
                <a:lnTo>
                  <a:pt x="1665008" y="1000429"/>
                </a:lnTo>
                <a:lnTo>
                  <a:pt x="1664246" y="1000747"/>
                </a:lnTo>
                <a:lnTo>
                  <a:pt x="1662976" y="1002004"/>
                </a:lnTo>
                <a:lnTo>
                  <a:pt x="1662671" y="1002766"/>
                </a:lnTo>
                <a:lnTo>
                  <a:pt x="1662671" y="1017460"/>
                </a:lnTo>
                <a:lnTo>
                  <a:pt x="1662976" y="1018222"/>
                </a:lnTo>
                <a:lnTo>
                  <a:pt x="1664246" y="1019479"/>
                </a:lnTo>
                <a:lnTo>
                  <a:pt x="1665008" y="1019797"/>
                </a:lnTo>
                <a:lnTo>
                  <a:pt x="1666786" y="1019797"/>
                </a:lnTo>
                <a:lnTo>
                  <a:pt x="1667548" y="1019479"/>
                </a:lnTo>
                <a:lnTo>
                  <a:pt x="1668805" y="1018222"/>
                </a:lnTo>
                <a:lnTo>
                  <a:pt x="1669122" y="1017460"/>
                </a:lnTo>
                <a:lnTo>
                  <a:pt x="1669122" y="1002766"/>
                </a:lnTo>
                <a:close/>
              </a:path>
              <a:path w="3331845" h="2440304">
                <a:moveTo>
                  <a:pt x="1669122" y="970495"/>
                </a:moveTo>
                <a:lnTo>
                  <a:pt x="1668805" y="969733"/>
                </a:lnTo>
                <a:lnTo>
                  <a:pt x="1667548" y="968476"/>
                </a:lnTo>
                <a:lnTo>
                  <a:pt x="1666786" y="968159"/>
                </a:lnTo>
                <a:lnTo>
                  <a:pt x="1665008" y="968159"/>
                </a:lnTo>
                <a:lnTo>
                  <a:pt x="1664246" y="968476"/>
                </a:lnTo>
                <a:lnTo>
                  <a:pt x="1662976" y="969733"/>
                </a:lnTo>
                <a:lnTo>
                  <a:pt x="1662671" y="970495"/>
                </a:lnTo>
                <a:lnTo>
                  <a:pt x="1662671" y="985189"/>
                </a:lnTo>
                <a:lnTo>
                  <a:pt x="1662976" y="985951"/>
                </a:lnTo>
                <a:lnTo>
                  <a:pt x="1664246" y="987209"/>
                </a:lnTo>
                <a:lnTo>
                  <a:pt x="1665008" y="987526"/>
                </a:lnTo>
                <a:lnTo>
                  <a:pt x="1666786" y="987526"/>
                </a:lnTo>
                <a:lnTo>
                  <a:pt x="1667548" y="987209"/>
                </a:lnTo>
                <a:lnTo>
                  <a:pt x="1668805" y="985951"/>
                </a:lnTo>
                <a:lnTo>
                  <a:pt x="1669122" y="985189"/>
                </a:lnTo>
                <a:lnTo>
                  <a:pt x="1669122" y="970495"/>
                </a:lnTo>
                <a:close/>
              </a:path>
              <a:path w="3331845" h="2440304">
                <a:moveTo>
                  <a:pt x="1669122" y="938225"/>
                </a:moveTo>
                <a:lnTo>
                  <a:pt x="1668805" y="937463"/>
                </a:lnTo>
                <a:lnTo>
                  <a:pt x="1667548" y="936205"/>
                </a:lnTo>
                <a:lnTo>
                  <a:pt x="1666786" y="935888"/>
                </a:lnTo>
                <a:lnTo>
                  <a:pt x="1665008" y="935888"/>
                </a:lnTo>
                <a:lnTo>
                  <a:pt x="1664246" y="936205"/>
                </a:lnTo>
                <a:lnTo>
                  <a:pt x="1662976" y="937463"/>
                </a:lnTo>
                <a:lnTo>
                  <a:pt x="1662671" y="938225"/>
                </a:lnTo>
                <a:lnTo>
                  <a:pt x="1662671" y="952919"/>
                </a:lnTo>
                <a:lnTo>
                  <a:pt x="1662976" y="953681"/>
                </a:lnTo>
                <a:lnTo>
                  <a:pt x="1664246" y="954938"/>
                </a:lnTo>
                <a:lnTo>
                  <a:pt x="1665008" y="955255"/>
                </a:lnTo>
                <a:lnTo>
                  <a:pt x="1666786" y="955255"/>
                </a:lnTo>
                <a:lnTo>
                  <a:pt x="1667548" y="954938"/>
                </a:lnTo>
                <a:lnTo>
                  <a:pt x="1668805" y="953681"/>
                </a:lnTo>
                <a:lnTo>
                  <a:pt x="1669122" y="952919"/>
                </a:lnTo>
                <a:lnTo>
                  <a:pt x="1669122" y="938225"/>
                </a:lnTo>
                <a:close/>
              </a:path>
              <a:path w="3331845" h="2440304">
                <a:moveTo>
                  <a:pt x="1669122" y="905954"/>
                </a:moveTo>
                <a:lnTo>
                  <a:pt x="1668805" y="905192"/>
                </a:lnTo>
                <a:lnTo>
                  <a:pt x="1667548" y="903935"/>
                </a:lnTo>
                <a:lnTo>
                  <a:pt x="1666786" y="903617"/>
                </a:lnTo>
                <a:lnTo>
                  <a:pt x="1665008" y="903617"/>
                </a:lnTo>
                <a:lnTo>
                  <a:pt x="1664246" y="903935"/>
                </a:lnTo>
                <a:lnTo>
                  <a:pt x="1662976" y="905192"/>
                </a:lnTo>
                <a:lnTo>
                  <a:pt x="1662671" y="905954"/>
                </a:lnTo>
                <a:lnTo>
                  <a:pt x="1662671" y="920648"/>
                </a:lnTo>
                <a:lnTo>
                  <a:pt x="1662976" y="921397"/>
                </a:lnTo>
                <a:lnTo>
                  <a:pt x="1664246" y="922667"/>
                </a:lnTo>
                <a:lnTo>
                  <a:pt x="1665008" y="922985"/>
                </a:lnTo>
                <a:lnTo>
                  <a:pt x="1666786" y="922985"/>
                </a:lnTo>
                <a:lnTo>
                  <a:pt x="1667548" y="922667"/>
                </a:lnTo>
                <a:lnTo>
                  <a:pt x="1668805" y="921397"/>
                </a:lnTo>
                <a:lnTo>
                  <a:pt x="1669122" y="920648"/>
                </a:lnTo>
                <a:lnTo>
                  <a:pt x="1669122" y="905954"/>
                </a:lnTo>
                <a:close/>
              </a:path>
              <a:path w="3331845" h="2440304">
                <a:moveTo>
                  <a:pt x="1669122" y="873683"/>
                </a:moveTo>
                <a:lnTo>
                  <a:pt x="1668805" y="872921"/>
                </a:lnTo>
                <a:lnTo>
                  <a:pt x="1667548" y="871664"/>
                </a:lnTo>
                <a:lnTo>
                  <a:pt x="1666786" y="871347"/>
                </a:lnTo>
                <a:lnTo>
                  <a:pt x="1665008" y="871347"/>
                </a:lnTo>
                <a:lnTo>
                  <a:pt x="1664246" y="871664"/>
                </a:lnTo>
                <a:lnTo>
                  <a:pt x="1662976" y="872921"/>
                </a:lnTo>
                <a:lnTo>
                  <a:pt x="1662671" y="873683"/>
                </a:lnTo>
                <a:lnTo>
                  <a:pt x="1662671" y="888365"/>
                </a:lnTo>
                <a:lnTo>
                  <a:pt x="1662976" y="889127"/>
                </a:lnTo>
                <a:lnTo>
                  <a:pt x="1664246" y="890397"/>
                </a:lnTo>
                <a:lnTo>
                  <a:pt x="1665008" y="890701"/>
                </a:lnTo>
                <a:lnTo>
                  <a:pt x="1666786" y="890701"/>
                </a:lnTo>
                <a:lnTo>
                  <a:pt x="1667548" y="890397"/>
                </a:lnTo>
                <a:lnTo>
                  <a:pt x="1668805" y="889127"/>
                </a:lnTo>
                <a:lnTo>
                  <a:pt x="1669122" y="888365"/>
                </a:lnTo>
                <a:lnTo>
                  <a:pt x="1669122" y="873683"/>
                </a:lnTo>
                <a:close/>
              </a:path>
              <a:path w="3331845" h="2440304">
                <a:moveTo>
                  <a:pt x="1669122" y="841413"/>
                </a:moveTo>
                <a:lnTo>
                  <a:pt x="1668805" y="840651"/>
                </a:lnTo>
                <a:lnTo>
                  <a:pt x="1667548" y="839381"/>
                </a:lnTo>
                <a:lnTo>
                  <a:pt x="1666786" y="839076"/>
                </a:lnTo>
                <a:lnTo>
                  <a:pt x="1665008" y="839076"/>
                </a:lnTo>
                <a:lnTo>
                  <a:pt x="1664246" y="839381"/>
                </a:lnTo>
                <a:lnTo>
                  <a:pt x="1662976" y="840651"/>
                </a:lnTo>
                <a:lnTo>
                  <a:pt x="1662671" y="841413"/>
                </a:lnTo>
                <a:lnTo>
                  <a:pt x="1662671" y="856094"/>
                </a:lnTo>
                <a:lnTo>
                  <a:pt x="1662976" y="856856"/>
                </a:lnTo>
                <a:lnTo>
                  <a:pt x="1664246" y="858113"/>
                </a:lnTo>
                <a:lnTo>
                  <a:pt x="1665008" y="858431"/>
                </a:lnTo>
                <a:lnTo>
                  <a:pt x="1666786" y="858431"/>
                </a:lnTo>
                <a:lnTo>
                  <a:pt x="1667548" y="858113"/>
                </a:lnTo>
                <a:lnTo>
                  <a:pt x="1668805" y="856856"/>
                </a:lnTo>
                <a:lnTo>
                  <a:pt x="1669122" y="856094"/>
                </a:lnTo>
                <a:lnTo>
                  <a:pt x="1669122" y="841413"/>
                </a:lnTo>
                <a:close/>
              </a:path>
              <a:path w="3331845" h="2440304">
                <a:moveTo>
                  <a:pt x="1669122" y="809129"/>
                </a:moveTo>
                <a:lnTo>
                  <a:pt x="1668805" y="808380"/>
                </a:lnTo>
                <a:lnTo>
                  <a:pt x="1667548" y="807110"/>
                </a:lnTo>
                <a:lnTo>
                  <a:pt x="1666786" y="806792"/>
                </a:lnTo>
                <a:lnTo>
                  <a:pt x="1665008" y="806792"/>
                </a:lnTo>
                <a:lnTo>
                  <a:pt x="1664246" y="807110"/>
                </a:lnTo>
                <a:lnTo>
                  <a:pt x="1662976" y="808380"/>
                </a:lnTo>
                <a:lnTo>
                  <a:pt x="1662671" y="809129"/>
                </a:lnTo>
                <a:lnTo>
                  <a:pt x="1662671" y="823823"/>
                </a:lnTo>
                <a:lnTo>
                  <a:pt x="1662976" y="824585"/>
                </a:lnTo>
                <a:lnTo>
                  <a:pt x="1664246" y="825842"/>
                </a:lnTo>
                <a:lnTo>
                  <a:pt x="1665008" y="826160"/>
                </a:lnTo>
                <a:lnTo>
                  <a:pt x="1666786" y="826160"/>
                </a:lnTo>
                <a:lnTo>
                  <a:pt x="1667548" y="825842"/>
                </a:lnTo>
                <a:lnTo>
                  <a:pt x="1668805" y="824585"/>
                </a:lnTo>
                <a:lnTo>
                  <a:pt x="1669122" y="823823"/>
                </a:lnTo>
                <a:lnTo>
                  <a:pt x="1669122" y="809129"/>
                </a:lnTo>
                <a:close/>
              </a:path>
              <a:path w="3331845" h="2440304">
                <a:moveTo>
                  <a:pt x="1669122" y="776859"/>
                </a:moveTo>
                <a:lnTo>
                  <a:pt x="1668805" y="776097"/>
                </a:lnTo>
                <a:lnTo>
                  <a:pt x="1667548" y="774839"/>
                </a:lnTo>
                <a:lnTo>
                  <a:pt x="1666786" y="774522"/>
                </a:lnTo>
                <a:lnTo>
                  <a:pt x="1665008" y="774522"/>
                </a:lnTo>
                <a:lnTo>
                  <a:pt x="1664246" y="774839"/>
                </a:lnTo>
                <a:lnTo>
                  <a:pt x="1662976" y="776097"/>
                </a:lnTo>
                <a:lnTo>
                  <a:pt x="1662671" y="776859"/>
                </a:lnTo>
                <a:lnTo>
                  <a:pt x="1662671" y="791552"/>
                </a:lnTo>
                <a:lnTo>
                  <a:pt x="1662976" y="792314"/>
                </a:lnTo>
                <a:lnTo>
                  <a:pt x="1664246" y="793572"/>
                </a:lnTo>
                <a:lnTo>
                  <a:pt x="1665008" y="793889"/>
                </a:lnTo>
                <a:lnTo>
                  <a:pt x="1666786" y="793889"/>
                </a:lnTo>
                <a:lnTo>
                  <a:pt x="1667548" y="793572"/>
                </a:lnTo>
                <a:lnTo>
                  <a:pt x="1668805" y="792314"/>
                </a:lnTo>
                <a:lnTo>
                  <a:pt x="1669122" y="791552"/>
                </a:lnTo>
                <a:lnTo>
                  <a:pt x="1669122" y="776859"/>
                </a:lnTo>
                <a:close/>
              </a:path>
              <a:path w="3331845" h="2440304">
                <a:moveTo>
                  <a:pt x="1669122" y="744588"/>
                </a:moveTo>
                <a:lnTo>
                  <a:pt x="1668805" y="743826"/>
                </a:lnTo>
                <a:lnTo>
                  <a:pt x="1667548" y="742569"/>
                </a:lnTo>
                <a:lnTo>
                  <a:pt x="1666786" y="742251"/>
                </a:lnTo>
                <a:lnTo>
                  <a:pt x="1665008" y="742251"/>
                </a:lnTo>
                <a:lnTo>
                  <a:pt x="1664246" y="742569"/>
                </a:lnTo>
                <a:lnTo>
                  <a:pt x="1662976" y="743826"/>
                </a:lnTo>
                <a:lnTo>
                  <a:pt x="1662671" y="744588"/>
                </a:lnTo>
                <a:lnTo>
                  <a:pt x="1662671" y="759282"/>
                </a:lnTo>
                <a:lnTo>
                  <a:pt x="1662976" y="760044"/>
                </a:lnTo>
                <a:lnTo>
                  <a:pt x="1664246" y="761301"/>
                </a:lnTo>
                <a:lnTo>
                  <a:pt x="1665008" y="761619"/>
                </a:lnTo>
                <a:lnTo>
                  <a:pt x="1666786" y="761619"/>
                </a:lnTo>
                <a:lnTo>
                  <a:pt x="1667548" y="761301"/>
                </a:lnTo>
                <a:lnTo>
                  <a:pt x="1668805" y="760044"/>
                </a:lnTo>
                <a:lnTo>
                  <a:pt x="1669122" y="759282"/>
                </a:lnTo>
                <a:lnTo>
                  <a:pt x="1669122" y="744588"/>
                </a:lnTo>
                <a:close/>
              </a:path>
              <a:path w="3331845" h="2440304">
                <a:moveTo>
                  <a:pt x="1669122" y="712317"/>
                </a:moveTo>
                <a:lnTo>
                  <a:pt x="1668805" y="711555"/>
                </a:lnTo>
                <a:lnTo>
                  <a:pt x="1667548" y="710298"/>
                </a:lnTo>
                <a:lnTo>
                  <a:pt x="1666786" y="709980"/>
                </a:lnTo>
                <a:lnTo>
                  <a:pt x="1665008" y="709980"/>
                </a:lnTo>
                <a:lnTo>
                  <a:pt x="1664246" y="710298"/>
                </a:lnTo>
                <a:lnTo>
                  <a:pt x="1662976" y="711555"/>
                </a:lnTo>
                <a:lnTo>
                  <a:pt x="1662671" y="712317"/>
                </a:lnTo>
                <a:lnTo>
                  <a:pt x="1662671" y="727011"/>
                </a:lnTo>
                <a:lnTo>
                  <a:pt x="1662976" y="727773"/>
                </a:lnTo>
                <a:lnTo>
                  <a:pt x="1664246" y="729030"/>
                </a:lnTo>
                <a:lnTo>
                  <a:pt x="1665008" y="729348"/>
                </a:lnTo>
                <a:lnTo>
                  <a:pt x="1666786" y="729348"/>
                </a:lnTo>
                <a:lnTo>
                  <a:pt x="1667548" y="729030"/>
                </a:lnTo>
                <a:lnTo>
                  <a:pt x="1668805" y="727773"/>
                </a:lnTo>
                <a:lnTo>
                  <a:pt x="1669122" y="727011"/>
                </a:lnTo>
                <a:lnTo>
                  <a:pt x="1669122" y="712317"/>
                </a:lnTo>
                <a:close/>
              </a:path>
              <a:path w="3331845" h="2440304">
                <a:moveTo>
                  <a:pt x="1669122" y="680046"/>
                </a:moveTo>
                <a:lnTo>
                  <a:pt x="1668805" y="679284"/>
                </a:lnTo>
                <a:lnTo>
                  <a:pt x="1667548" y="678027"/>
                </a:lnTo>
                <a:lnTo>
                  <a:pt x="1666786" y="677710"/>
                </a:lnTo>
                <a:lnTo>
                  <a:pt x="1665008" y="677710"/>
                </a:lnTo>
                <a:lnTo>
                  <a:pt x="1664246" y="678027"/>
                </a:lnTo>
                <a:lnTo>
                  <a:pt x="1662976" y="679284"/>
                </a:lnTo>
                <a:lnTo>
                  <a:pt x="1662671" y="680046"/>
                </a:lnTo>
                <a:lnTo>
                  <a:pt x="1662671" y="694740"/>
                </a:lnTo>
                <a:lnTo>
                  <a:pt x="1662976" y="695502"/>
                </a:lnTo>
                <a:lnTo>
                  <a:pt x="1664246" y="696760"/>
                </a:lnTo>
                <a:lnTo>
                  <a:pt x="1665008" y="697077"/>
                </a:lnTo>
                <a:lnTo>
                  <a:pt x="1666786" y="697077"/>
                </a:lnTo>
                <a:lnTo>
                  <a:pt x="1667548" y="696760"/>
                </a:lnTo>
                <a:lnTo>
                  <a:pt x="1668805" y="695502"/>
                </a:lnTo>
                <a:lnTo>
                  <a:pt x="1669122" y="694740"/>
                </a:lnTo>
                <a:lnTo>
                  <a:pt x="1669122" y="680046"/>
                </a:lnTo>
                <a:close/>
              </a:path>
              <a:path w="3331845" h="2440304">
                <a:moveTo>
                  <a:pt x="1669122" y="647776"/>
                </a:moveTo>
                <a:lnTo>
                  <a:pt x="1668805" y="647014"/>
                </a:lnTo>
                <a:lnTo>
                  <a:pt x="1667548" y="645756"/>
                </a:lnTo>
                <a:lnTo>
                  <a:pt x="1666786" y="645439"/>
                </a:lnTo>
                <a:lnTo>
                  <a:pt x="1665008" y="645439"/>
                </a:lnTo>
                <a:lnTo>
                  <a:pt x="1664246" y="645756"/>
                </a:lnTo>
                <a:lnTo>
                  <a:pt x="1662976" y="647014"/>
                </a:lnTo>
                <a:lnTo>
                  <a:pt x="1662671" y="647776"/>
                </a:lnTo>
                <a:lnTo>
                  <a:pt x="1662671" y="662470"/>
                </a:lnTo>
                <a:lnTo>
                  <a:pt x="1662976" y="663232"/>
                </a:lnTo>
                <a:lnTo>
                  <a:pt x="1664246" y="664489"/>
                </a:lnTo>
                <a:lnTo>
                  <a:pt x="1665008" y="664806"/>
                </a:lnTo>
                <a:lnTo>
                  <a:pt x="1666786" y="664806"/>
                </a:lnTo>
                <a:lnTo>
                  <a:pt x="1667548" y="664489"/>
                </a:lnTo>
                <a:lnTo>
                  <a:pt x="1668805" y="663232"/>
                </a:lnTo>
                <a:lnTo>
                  <a:pt x="1669122" y="662470"/>
                </a:lnTo>
                <a:lnTo>
                  <a:pt x="1669122" y="647776"/>
                </a:lnTo>
                <a:close/>
              </a:path>
              <a:path w="3331845" h="2440304">
                <a:moveTo>
                  <a:pt x="1669122" y="615505"/>
                </a:moveTo>
                <a:lnTo>
                  <a:pt x="1668805" y="614743"/>
                </a:lnTo>
                <a:lnTo>
                  <a:pt x="1667548" y="613486"/>
                </a:lnTo>
                <a:lnTo>
                  <a:pt x="1666786" y="613168"/>
                </a:lnTo>
                <a:lnTo>
                  <a:pt x="1665008" y="613168"/>
                </a:lnTo>
                <a:lnTo>
                  <a:pt x="1664246" y="613486"/>
                </a:lnTo>
                <a:lnTo>
                  <a:pt x="1662976" y="614743"/>
                </a:lnTo>
                <a:lnTo>
                  <a:pt x="1662671" y="615505"/>
                </a:lnTo>
                <a:lnTo>
                  <a:pt x="1662671" y="630199"/>
                </a:lnTo>
                <a:lnTo>
                  <a:pt x="1662976" y="630948"/>
                </a:lnTo>
                <a:lnTo>
                  <a:pt x="1664246" y="632218"/>
                </a:lnTo>
                <a:lnTo>
                  <a:pt x="1665008" y="632523"/>
                </a:lnTo>
                <a:lnTo>
                  <a:pt x="1666786" y="632523"/>
                </a:lnTo>
                <a:lnTo>
                  <a:pt x="1667548" y="632218"/>
                </a:lnTo>
                <a:lnTo>
                  <a:pt x="1668805" y="630948"/>
                </a:lnTo>
                <a:lnTo>
                  <a:pt x="1669122" y="630199"/>
                </a:lnTo>
                <a:lnTo>
                  <a:pt x="1669122" y="615505"/>
                </a:lnTo>
                <a:close/>
              </a:path>
              <a:path w="3331845" h="2440304">
                <a:moveTo>
                  <a:pt x="1669122" y="583234"/>
                </a:moveTo>
                <a:lnTo>
                  <a:pt x="1668805" y="582472"/>
                </a:lnTo>
                <a:lnTo>
                  <a:pt x="1667548" y="581202"/>
                </a:lnTo>
                <a:lnTo>
                  <a:pt x="1666786" y="580898"/>
                </a:lnTo>
                <a:lnTo>
                  <a:pt x="1665008" y="580898"/>
                </a:lnTo>
                <a:lnTo>
                  <a:pt x="1664246" y="581202"/>
                </a:lnTo>
                <a:lnTo>
                  <a:pt x="1662976" y="582472"/>
                </a:lnTo>
                <a:lnTo>
                  <a:pt x="1662671" y="583234"/>
                </a:lnTo>
                <a:lnTo>
                  <a:pt x="1662671" y="597916"/>
                </a:lnTo>
                <a:lnTo>
                  <a:pt x="1662976" y="598678"/>
                </a:lnTo>
                <a:lnTo>
                  <a:pt x="1664246" y="599948"/>
                </a:lnTo>
                <a:lnTo>
                  <a:pt x="1665008" y="600252"/>
                </a:lnTo>
                <a:lnTo>
                  <a:pt x="1666786" y="600252"/>
                </a:lnTo>
                <a:lnTo>
                  <a:pt x="1667548" y="599948"/>
                </a:lnTo>
                <a:lnTo>
                  <a:pt x="1668805" y="598678"/>
                </a:lnTo>
                <a:lnTo>
                  <a:pt x="1669122" y="597916"/>
                </a:lnTo>
                <a:lnTo>
                  <a:pt x="1669122" y="583234"/>
                </a:lnTo>
                <a:close/>
              </a:path>
              <a:path w="3331845" h="2440304">
                <a:moveTo>
                  <a:pt x="1669122" y="550951"/>
                </a:moveTo>
                <a:lnTo>
                  <a:pt x="1668805" y="550202"/>
                </a:lnTo>
                <a:lnTo>
                  <a:pt x="1667548" y="548932"/>
                </a:lnTo>
                <a:lnTo>
                  <a:pt x="1666786" y="548627"/>
                </a:lnTo>
                <a:lnTo>
                  <a:pt x="1665008" y="548627"/>
                </a:lnTo>
                <a:lnTo>
                  <a:pt x="1664246" y="548932"/>
                </a:lnTo>
                <a:lnTo>
                  <a:pt x="1662976" y="550202"/>
                </a:lnTo>
                <a:lnTo>
                  <a:pt x="1662671" y="550951"/>
                </a:lnTo>
                <a:lnTo>
                  <a:pt x="1662671" y="565645"/>
                </a:lnTo>
                <a:lnTo>
                  <a:pt x="1662976" y="566407"/>
                </a:lnTo>
                <a:lnTo>
                  <a:pt x="1664246" y="567664"/>
                </a:lnTo>
                <a:lnTo>
                  <a:pt x="1665008" y="567982"/>
                </a:lnTo>
                <a:lnTo>
                  <a:pt x="1666786" y="567982"/>
                </a:lnTo>
                <a:lnTo>
                  <a:pt x="1667548" y="567664"/>
                </a:lnTo>
                <a:lnTo>
                  <a:pt x="1668805" y="566407"/>
                </a:lnTo>
                <a:lnTo>
                  <a:pt x="1669122" y="565645"/>
                </a:lnTo>
                <a:lnTo>
                  <a:pt x="1669122" y="550951"/>
                </a:lnTo>
                <a:close/>
              </a:path>
              <a:path w="3331845" h="2440304">
                <a:moveTo>
                  <a:pt x="1669122" y="518680"/>
                </a:moveTo>
                <a:lnTo>
                  <a:pt x="1668805" y="517918"/>
                </a:lnTo>
                <a:lnTo>
                  <a:pt x="1667548" y="516661"/>
                </a:lnTo>
                <a:lnTo>
                  <a:pt x="1666786" y="516343"/>
                </a:lnTo>
                <a:lnTo>
                  <a:pt x="1665008" y="516343"/>
                </a:lnTo>
                <a:lnTo>
                  <a:pt x="1664246" y="516661"/>
                </a:lnTo>
                <a:lnTo>
                  <a:pt x="1662976" y="517918"/>
                </a:lnTo>
                <a:lnTo>
                  <a:pt x="1662671" y="518680"/>
                </a:lnTo>
                <a:lnTo>
                  <a:pt x="1662671" y="533374"/>
                </a:lnTo>
                <a:lnTo>
                  <a:pt x="1662976" y="534136"/>
                </a:lnTo>
                <a:lnTo>
                  <a:pt x="1664246" y="535393"/>
                </a:lnTo>
                <a:lnTo>
                  <a:pt x="1665008" y="535711"/>
                </a:lnTo>
                <a:lnTo>
                  <a:pt x="1666786" y="535711"/>
                </a:lnTo>
                <a:lnTo>
                  <a:pt x="1667548" y="535393"/>
                </a:lnTo>
                <a:lnTo>
                  <a:pt x="1668805" y="534136"/>
                </a:lnTo>
                <a:lnTo>
                  <a:pt x="1669122" y="533374"/>
                </a:lnTo>
                <a:lnTo>
                  <a:pt x="1669122" y="518680"/>
                </a:lnTo>
                <a:close/>
              </a:path>
              <a:path w="3331845" h="2440304">
                <a:moveTo>
                  <a:pt x="1669122" y="486410"/>
                </a:moveTo>
                <a:lnTo>
                  <a:pt x="1668805" y="485648"/>
                </a:lnTo>
                <a:lnTo>
                  <a:pt x="1667548" y="484390"/>
                </a:lnTo>
                <a:lnTo>
                  <a:pt x="1666786" y="484073"/>
                </a:lnTo>
                <a:lnTo>
                  <a:pt x="1665008" y="484073"/>
                </a:lnTo>
                <a:lnTo>
                  <a:pt x="1664246" y="484390"/>
                </a:lnTo>
                <a:lnTo>
                  <a:pt x="1662976" y="485648"/>
                </a:lnTo>
                <a:lnTo>
                  <a:pt x="1662671" y="486410"/>
                </a:lnTo>
                <a:lnTo>
                  <a:pt x="1662671" y="501103"/>
                </a:lnTo>
                <a:lnTo>
                  <a:pt x="1662976" y="501865"/>
                </a:lnTo>
                <a:lnTo>
                  <a:pt x="1664246" y="503123"/>
                </a:lnTo>
                <a:lnTo>
                  <a:pt x="1665008" y="503440"/>
                </a:lnTo>
                <a:lnTo>
                  <a:pt x="1666786" y="503440"/>
                </a:lnTo>
                <a:lnTo>
                  <a:pt x="1667548" y="503123"/>
                </a:lnTo>
                <a:lnTo>
                  <a:pt x="1668805" y="501865"/>
                </a:lnTo>
                <a:lnTo>
                  <a:pt x="1669122" y="501103"/>
                </a:lnTo>
                <a:lnTo>
                  <a:pt x="1669122" y="486410"/>
                </a:lnTo>
                <a:close/>
              </a:path>
              <a:path w="3331845" h="2440304">
                <a:moveTo>
                  <a:pt x="1669122" y="454139"/>
                </a:moveTo>
                <a:lnTo>
                  <a:pt x="1668805" y="453377"/>
                </a:lnTo>
                <a:lnTo>
                  <a:pt x="1667548" y="452120"/>
                </a:lnTo>
                <a:lnTo>
                  <a:pt x="1666786" y="451802"/>
                </a:lnTo>
                <a:lnTo>
                  <a:pt x="1665008" y="451802"/>
                </a:lnTo>
                <a:lnTo>
                  <a:pt x="1664246" y="452120"/>
                </a:lnTo>
                <a:lnTo>
                  <a:pt x="1662976" y="453377"/>
                </a:lnTo>
                <a:lnTo>
                  <a:pt x="1662671" y="454139"/>
                </a:lnTo>
                <a:lnTo>
                  <a:pt x="1662671" y="468833"/>
                </a:lnTo>
                <a:lnTo>
                  <a:pt x="1662976" y="469595"/>
                </a:lnTo>
                <a:lnTo>
                  <a:pt x="1664246" y="470852"/>
                </a:lnTo>
                <a:lnTo>
                  <a:pt x="1665008" y="471170"/>
                </a:lnTo>
                <a:lnTo>
                  <a:pt x="1666786" y="471170"/>
                </a:lnTo>
                <a:lnTo>
                  <a:pt x="1667548" y="470852"/>
                </a:lnTo>
                <a:lnTo>
                  <a:pt x="1668805" y="469595"/>
                </a:lnTo>
                <a:lnTo>
                  <a:pt x="1669122" y="468833"/>
                </a:lnTo>
                <a:lnTo>
                  <a:pt x="1669122" y="454139"/>
                </a:lnTo>
                <a:close/>
              </a:path>
              <a:path w="3331845" h="2440304">
                <a:moveTo>
                  <a:pt x="1669122" y="421868"/>
                </a:moveTo>
                <a:lnTo>
                  <a:pt x="1668805" y="421106"/>
                </a:lnTo>
                <a:lnTo>
                  <a:pt x="1667548" y="419849"/>
                </a:lnTo>
                <a:lnTo>
                  <a:pt x="1666786" y="419531"/>
                </a:lnTo>
                <a:lnTo>
                  <a:pt x="1665008" y="419531"/>
                </a:lnTo>
                <a:lnTo>
                  <a:pt x="1664246" y="419849"/>
                </a:lnTo>
                <a:lnTo>
                  <a:pt x="1662976" y="421106"/>
                </a:lnTo>
                <a:lnTo>
                  <a:pt x="1662671" y="421868"/>
                </a:lnTo>
                <a:lnTo>
                  <a:pt x="1662671" y="436562"/>
                </a:lnTo>
                <a:lnTo>
                  <a:pt x="1662976" y="437324"/>
                </a:lnTo>
                <a:lnTo>
                  <a:pt x="1664246" y="438581"/>
                </a:lnTo>
                <a:lnTo>
                  <a:pt x="1665008" y="438899"/>
                </a:lnTo>
                <a:lnTo>
                  <a:pt x="1666786" y="438899"/>
                </a:lnTo>
                <a:lnTo>
                  <a:pt x="1667548" y="438581"/>
                </a:lnTo>
                <a:lnTo>
                  <a:pt x="1668805" y="437324"/>
                </a:lnTo>
                <a:lnTo>
                  <a:pt x="1669122" y="436562"/>
                </a:lnTo>
                <a:lnTo>
                  <a:pt x="1669122" y="421868"/>
                </a:lnTo>
                <a:close/>
              </a:path>
              <a:path w="3331845" h="2440304">
                <a:moveTo>
                  <a:pt x="1669122" y="389597"/>
                </a:moveTo>
                <a:lnTo>
                  <a:pt x="1668805" y="388835"/>
                </a:lnTo>
                <a:lnTo>
                  <a:pt x="1667548" y="387578"/>
                </a:lnTo>
                <a:lnTo>
                  <a:pt x="1666786" y="387261"/>
                </a:lnTo>
                <a:lnTo>
                  <a:pt x="1665008" y="387261"/>
                </a:lnTo>
                <a:lnTo>
                  <a:pt x="1664246" y="387578"/>
                </a:lnTo>
                <a:lnTo>
                  <a:pt x="1662976" y="388835"/>
                </a:lnTo>
                <a:lnTo>
                  <a:pt x="1662671" y="389597"/>
                </a:lnTo>
                <a:lnTo>
                  <a:pt x="1662671" y="404291"/>
                </a:lnTo>
                <a:lnTo>
                  <a:pt x="1662976" y="405053"/>
                </a:lnTo>
                <a:lnTo>
                  <a:pt x="1664246" y="406311"/>
                </a:lnTo>
                <a:lnTo>
                  <a:pt x="1665008" y="406628"/>
                </a:lnTo>
                <a:lnTo>
                  <a:pt x="1666786" y="406628"/>
                </a:lnTo>
                <a:lnTo>
                  <a:pt x="1667548" y="406311"/>
                </a:lnTo>
                <a:lnTo>
                  <a:pt x="1668805" y="405053"/>
                </a:lnTo>
                <a:lnTo>
                  <a:pt x="1669122" y="404291"/>
                </a:lnTo>
                <a:lnTo>
                  <a:pt x="1669122" y="389597"/>
                </a:lnTo>
                <a:close/>
              </a:path>
              <a:path w="3331845" h="2440304">
                <a:moveTo>
                  <a:pt x="1669122" y="357327"/>
                </a:moveTo>
                <a:lnTo>
                  <a:pt x="1668805" y="356565"/>
                </a:lnTo>
                <a:lnTo>
                  <a:pt x="1667548" y="355307"/>
                </a:lnTo>
                <a:lnTo>
                  <a:pt x="1666786" y="354990"/>
                </a:lnTo>
                <a:lnTo>
                  <a:pt x="1665008" y="354990"/>
                </a:lnTo>
                <a:lnTo>
                  <a:pt x="1664246" y="355307"/>
                </a:lnTo>
                <a:lnTo>
                  <a:pt x="1662976" y="356565"/>
                </a:lnTo>
                <a:lnTo>
                  <a:pt x="1662671" y="357327"/>
                </a:lnTo>
                <a:lnTo>
                  <a:pt x="1662671" y="372021"/>
                </a:lnTo>
                <a:lnTo>
                  <a:pt x="1662976" y="372770"/>
                </a:lnTo>
                <a:lnTo>
                  <a:pt x="1664246" y="374040"/>
                </a:lnTo>
                <a:lnTo>
                  <a:pt x="1665008" y="374345"/>
                </a:lnTo>
                <a:lnTo>
                  <a:pt x="1666786" y="374345"/>
                </a:lnTo>
                <a:lnTo>
                  <a:pt x="1667548" y="374040"/>
                </a:lnTo>
                <a:lnTo>
                  <a:pt x="1668805" y="372770"/>
                </a:lnTo>
                <a:lnTo>
                  <a:pt x="1669122" y="372021"/>
                </a:lnTo>
                <a:lnTo>
                  <a:pt x="1669122" y="357327"/>
                </a:lnTo>
                <a:close/>
              </a:path>
              <a:path w="3331845" h="2440304">
                <a:moveTo>
                  <a:pt x="1669122" y="325056"/>
                </a:moveTo>
                <a:lnTo>
                  <a:pt x="1668805" y="324294"/>
                </a:lnTo>
                <a:lnTo>
                  <a:pt x="1667548" y="323037"/>
                </a:lnTo>
                <a:lnTo>
                  <a:pt x="1666786" y="322719"/>
                </a:lnTo>
                <a:lnTo>
                  <a:pt x="1665008" y="322719"/>
                </a:lnTo>
                <a:lnTo>
                  <a:pt x="1664246" y="323037"/>
                </a:lnTo>
                <a:lnTo>
                  <a:pt x="1662976" y="324294"/>
                </a:lnTo>
                <a:lnTo>
                  <a:pt x="1662671" y="325056"/>
                </a:lnTo>
                <a:lnTo>
                  <a:pt x="1662671" y="339737"/>
                </a:lnTo>
                <a:lnTo>
                  <a:pt x="1662976" y="340499"/>
                </a:lnTo>
                <a:lnTo>
                  <a:pt x="1664246" y="341769"/>
                </a:lnTo>
                <a:lnTo>
                  <a:pt x="1665008" y="342074"/>
                </a:lnTo>
                <a:lnTo>
                  <a:pt x="1666786" y="342074"/>
                </a:lnTo>
                <a:lnTo>
                  <a:pt x="1667548" y="341769"/>
                </a:lnTo>
                <a:lnTo>
                  <a:pt x="1668805" y="340499"/>
                </a:lnTo>
                <a:lnTo>
                  <a:pt x="1669122" y="339737"/>
                </a:lnTo>
                <a:lnTo>
                  <a:pt x="1669122" y="325056"/>
                </a:lnTo>
                <a:close/>
              </a:path>
              <a:path w="3331845" h="2440304">
                <a:moveTo>
                  <a:pt x="1669122" y="292785"/>
                </a:moveTo>
                <a:lnTo>
                  <a:pt x="1668805" y="292023"/>
                </a:lnTo>
                <a:lnTo>
                  <a:pt x="1667548" y="290753"/>
                </a:lnTo>
                <a:lnTo>
                  <a:pt x="1666786" y="290449"/>
                </a:lnTo>
                <a:lnTo>
                  <a:pt x="1665008" y="290449"/>
                </a:lnTo>
                <a:lnTo>
                  <a:pt x="1664246" y="290753"/>
                </a:lnTo>
                <a:lnTo>
                  <a:pt x="1662976" y="292023"/>
                </a:lnTo>
                <a:lnTo>
                  <a:pt x="1662671" y="292785"/>
                </a:lnTo>
                <a:lnTo>
                  <a:pt x="1662671" y="307467"/>
                </a:lnTo>
                <a:lnTo>
                  <a:pt x="1662976" y="308229"/>
                </a:lnTo>
                <a:lnTo>
                  <a:pt x="1664246" y="309486"/>
                </a:lnTo>
                <a:lnTo>
                  <a:pt x="1665008" y="309803"/>
                </a:lnTo>
                <a:lnTo>
                  <a:pt x="1666786" y="309803"/>
                </a:lnTo>
                <a:lnTo>
                  <a:pt x="1667548" y="309486"/>
                </a:lnTo>
                <a:lnTo>
                  <a:pt x="1668805" y="308229"/>
                </a:lnTo>
                <a:lnTo>
                  <a:pt x="1669122" y="307467"/>
                </a:lnTo>
                <a:lnTo>
                  <a:pt x="1669122" y="292785"/>
                </a:lnTo>
                <a:close/>
              </a:path>
              <a:path w="3331845" h="2440304">
                <a:moveTo>
                  <a:pt x="1669122" y="260502"/>
                </a:moveTo>
                <a:lnTo>
                  <a:pt x="1668805" y="259753"/>
                </a:lnTo>
                <a:lnTo>
                  <a:pt x="1667548" y="258483"/>
                </a:lnTo>
                <a:lnTo>
                  <a:pt x="1666786" y="258165"/>
                </a:lnTo>
                <a:lnTo>
                  <a:pt x="1665008" y="258165"/>
                </a:lnTo>
                <a:lnTo>
                  <a:pt x="1664246" y="258483"/>
                </a:lnTo>
                <a:lnTo>
                  <a:pt x="1662976" y="259753"/>
                </a:lnTo>
                <a:lnTo>
                  <a:pt x="1662671" y="260502"/>
                </a:lnTo>
                <a:lnTo>
                  <a:pt x="1662671" y="275196"/>
                </a:lnTo>
                <a:lnTo>
                  <a:pt x="1662976" y="275958"/>
                </a:lnTo>
                <a:lnTo>
                  <a:pt x="1664246" y="277215"/>
                </a:lnTo>
                <a:lnTo>
                  <a:pt x="1665008" y="277533"/>
                </a:lnTo>
                <a:lnTo>
                  <a:pt x="1666786" y="277533"/>
                </a:lnTo>
                <a:lnTo>
                  <a:pt x="1667548" y="277215"/>
                </a:lnTo>
                <a:lnTo>
                  <a:pt x="1668805" y="275958"/>
                </a:lnTo>
                <a:lnTo>
                  <a:pt x="1669122" y="275196"/>
                </a:lnTo>
                <a:lnTo>
                  <a:pt x="1669122" y="260502"/>
                </a:lnTo>
                <a:close/>
              </a:path>
              <a:path w="3331845" h="2440304">
                <a:moveTo>
                  <a:pt x="1669122" y="228231"/>
                </a:moveTo>
                <a:lnTo>
                  <a:pt x="1668805" y="227469"/>
                </a:lnTo>
                <a:lnTo>
                  <a:pt x="1667548" y="226212"/>
                </a:lnTo>
                <a:lnTo>
                  <a:pt x="1666786" y="225894"/>
                </a:lnTo>
                <a:lnTo>
                  <a:pt x="1665008" y="225894"/>
                </a:lnTo>
                <a:lnTo>
                  <a:pt x="1664246" y="226212"/>
                </a:lnTo>
                <a:lnTo>
                  <a:pt x="1662976" y="227469"/>
                </a:lnTo>
                <a:lnTo>
                  <a:pt x="1662671" y="228231"/>
                </a:lnTo>
                <a:lnTo>
                  <a:pt x="1662671" y="242925"/>
                </a:lnTo>
                <a:lnTo>
                  <a:pt x="1662976" y="243687"/>
                </a:lnTo>
                <a:lnTo>
                  <a:pt x="1664246" y="244944"/>
                </a:lnTo>
                <a:lnTo>
                  <a:pt x="1665008" y="245262"/>
                </a:lnTo>
                <a:lnTo>
                  <a:pt x="1666786" y="245262"/>
                </a:lnTo>
                <a:lnTo>
                  <a:pt x="1667548" y="244944"/>
                </a:lnTo>
                <a:lnTo>
                  <a:pt x="1668805" y="243687"/>
                </a:lnTo>
                <a:lnTo>
                  <a:pt x="1669122" y="242925"/>
                </a:lnTo>
                <a:lnTo>
                  <a:pt x="1669122" y="228231"/>
                </a:lnTo>
                <a:close/>
              </a:path>
              <a:path w="3331845" h="2440304">
                <a:moveTo>
                  <a:pt x="1669122" y="195961"/>
                </a:moveTo>
                <a:lnTo>
                  <a:pt x="1668805" y="195199"/>
                </a:lnTo>
                <a:lnTo>
                  <a:pt x="1667548" y="193941"/>
                </a:lnTo>
                <a:lnTo>
                  <a:pt x="1666786" y="193624"/>
                </a:lnTo>
                <a:lnTo>
                  <a:pt x="1665008" y="193624"/>
                </a:lnTo>
                <a:lnTo>
                  <a:pt x="1664246" y="193941"/>
                </a:lnTo>
                <a:lnTo>
                  <a:pt x="1662976" y="195199"/>
                </a:lnTo>
                <a:lnTo>
                  <a:pt x="1662671" y="195961"/>
                </a:lnTo>
                <a:lnTo>
                  <a:pt x="1662671" y="210654"/>
                </a:lnTo>
                <a:lnTo>
                  <a:pt x="1662976" y="211416"/>
                </a:lnTo>
                <a:lnTo>
                  <a:pt x="1664246" y="212674"/>
                </a:lnTo>
                <a:lnTo>
                  <a:pt x="1665008" y="212991"/>
                </a:lnTo>
                <a:lnTo>
                  <a:pt x="1666786" y="212991"/>
                </a:lnTo>
                <a:lnTo>
                  <a:pt x="1667548" y="212674"/>
                </a:lnTo>
                <a:lnTo>
                  <a:pt x="1668805" y="211416"/>
                </a:lnTo>
                <a:lnTo>
                  <a:pt x="1669122" y="210654"/>
                </a:lnTo>
                <a:lnTo>
                  <a:pt x="1669122" y="195961"/>
                </a:lnTo>
                <a:close/>
              </a:path>
              <a:path w="3331845" h="2440304">
                <a:moveTo>
                  <a:pt x="1669122" y="163690"/>
                </a:moveTo>
                <a:lnTo>
                  <a:pt x="1668805" y="162928"/>
                </a:lnTo>
                <a:lnTo>
                  <a:pt x="1667548" y="161671"/>
                </a:lnTo>
                <a:lnTo>
                  <a:pt x="1666786" y="161353"/>
                </a:lnTo>
                <a:lnTo>
                  <a:pt x="1665008" y="161353"/>
                </a:lnTo>
                <a:lnTo>
                  <a:pt x="1664246" y="161671"/>
                </a:lnTo>
                <a:lnTo>
                  <a:pt x="1662976" y="162928"/>
                </a:lnTo>
                <a:lnTo>
                  <a:pt x="1662671" y="163690"/>
                </a:lnTo>
                <a:lnTo>
                  <a:pt x="1662671" y="178384"/>
                </a:lnTo>
                <a:lnTo>
                  <a:pt x="1662976" y="179146"/>
                </a:lnTo>
                <a:lnTo>
                  <a:pt x="1664246" y="180403"/>
                </a:lnTo>
                <a:lnTo>
                  <a:pt x="1665008" y="180721"/>
                </a:lnTo>
                <a:lnTo>
                  <a:pt x="1666786" y="180721"/>
                </a:lnTo>
                <a:lnTo>
                  <a:pt x="1667548" y="180403"/>
                </a:lnTo>
                <a:lnTo>
                  <a:pt x="1668805" y="179146"/>
                </a:lnTo>
                <a:lnTo>
                  <a:pt x="1669122" y="178384"/>
                </a:lnTo>
                <a:lnTo>
                  <a:pt x="1669122" y="163690"/>
                </a:lnTo>
                <a:close/>
              </a:path>
              <a:path w="3331845" h="2440304">
                <a:moveTo>
                  <a:pt x="1669122" y="131419"/>
                </a:moveTo>
                <a:lnTo>
                  <a:pt x="1668805" y="130657"/>
                </a:lnTo>
                <a:lnTo>
                  <a:pt x="1667548" y="129400"/>
                </a:lnTo>
                <a:lnTo>
                  <a:pt x="1666786" y="129082"/>
                </a:lnTo>
                <a:lnTo>
                  <a:pt x="1665008" y="129082"/>
                </a:lnTo>
                <a:lnTo>
                  <a:pt x="1664246" y="129400"/>
                </a:lnTo>
                <a:lnTo>
                  <a:pt x="1662976" y="130657"/>
                </a:lnTo>
                <a:lnTo>
                  <a:pt x="1662671" y="131419"/>
                </a:lnTo>
                <a:lnTo>
                  <a:pt x="1662671" y="146113"/>
                </a:lnTo>
                <a:lnTo>
                  <a:pt x="1662976" y="146875"/>
                </a:lnTo>
                <a:lnTo>
                  <a:pt x="1664246" y="148132"/>
                </a:lnTo>
                <a:lnTo>
                  <a:pt x="1665008" y="148450"/>
                </a:lnTo>
                <a:lnTo>
                  <a:pt x="1666786" y="148450"/>
                </a:lnTo>
                <a:lnTo>
                  <a:pt x="1667548" y="148132"/>
                </a:lnTo>
                <a:lnTo>
                  <a:pt x="1668805" y="146875"/>
                </a:lnTo>
                <a:lnTo>
                  <a:pt x="1669122" y="146113"/>
                </a:lnTo>
                <a:lnTo>
                  <a:pt x="1669122" y="131419"/>
                </a:lnTo>
                <a:close/>
              </a:path>
              <a:path w="3331845" h="2440304">
                <a:moveTo>
                  <a:pt x="1669122" y="99148"/>
                </a:moveTo>
                <a:lnTo>
                  <a:pt x="1668805" y="98386"/>
                </a:lnTo>
                <a:lnTo>
                  <a:pt x="1667548" y="97129"/>
                </a:lnTo>
                <a:lnTo>
                  <a:pt x="1666786" y="96812"/>
                </a:lnTo>
                <a:lnTo>
                  <a:pt x="1665008" y="96812"/>
                </a:lnTo>
                <a:lnTo>
                  <a:pt x="1664246" y="97129"/>
                </a:lnTo>
                <a:lnTo>
                  <a:pt x="1662976" y="98386"/>
                </a:lnTo>
                <a:lnTo>
                  <a:pt x="1662671" y="99148"/>
                </a:lnTo>
                <a:lnTo>
                  <a:pt x="1662671" y="113842"/>
                </a:lnTo>
                <a:lnTo>
                  <a:pt x="1662976" y="114604"/>
                </a:lnTo>
                <a:lnTo>
                  <a:pt x="1664246" y="115862"/>
                </a:lnTo>
                <a:lnTo>
                  <a:pt x="1665008" y="116179"/>
                </a:lnTo>
                <a:lnTo>
                  <a:pt x="1666786" y="116179"/>
                </a:lnTo>
                <a:lnTo>
                  <a:pt x="1667548" y="115862"/>
                </a:lnTo>
                <a:lnTo>
                  <a:pt x="1668805" y="114604"/>
                </a:lnTo>
                <a:lnTo>
                  <a:pt x="1669122" y="113842"/>
                </a:lnTo>
                <a:lnTo>
                  <a:pt x="1669122" y="99148"/>
                </a:lnTo>
                <a:close/>
              </a:path>
              <a:path w="3331845" h="2440304">
                <a:moveTo>
                  <a:pt x="1669122" y="66878"/>
                </a:moveTo>
                <a:lnTo>
                  <a:pt x="1668805" y="66116"/>
                </a:lnTo>
                <a:lnTo>
                  <a:pt x="1667548" y="64858"/>
                </a:lnTo>
                <a:lnTo>
                  <a:pt x="1666786" y="64541"/>
                </a:lnTo>
                <a:lnTo>
                  <a:pt x="1665008" y="64541"/>
                </a:lnTo>
                <a:lnTo>
                  <a:pt x="1664246" y="64858"/>
                </a:lnTo>
                <a:lnTo>
                  <a:pt x="1662976" y="66116"/>
                </a:lnTo>
                <a:lnTo>
                  <a:pt x="1662671" y="66878"/>
                </a:lnTo>
                <a:lnTo>
                  <a:pt x="1662671" y="81559"/>
                </a:lnTo>
                <a:lnTo>
                  <a:pt x="1662976" y="82321"/>
                </a:lnTo>
                <a:lnTo>
                  <a:pt x="1664246" y="83591"/>
                </a:lnTo>
                <a:lnTo>
                  <a:pt x="1665008" y="83896"/>
                </a:lnTo>
                <a:lnTo>
                  <a:pt x="1666786" y="83896"/>
                </a:lnTo>
                <a:lnTo>
                  <a:pt x="1667548" y="83591"/>
                </a:lnTo>
                <a:lnTo>
                  <a:pt x="1668805" y="82321"/>
                </a:lnTo>
                <a:lnTo>
                  <a:pt x="1669122" y="81559"/>
                </a:lnTo>
                <a:lnTo>
                  <a:pt x="1669122" y="66878"/>
                </a:lnTo>
                <a:close/>
              </a:path>
              <a:path w="3331845" h="2440304">
                <a:moveTo>
                  <a:pt x="1669122" y="34607"/>
                </a:moveTo>
                <a:lnTo>
                  <a:pt x="1668805" y="33845"/>
                </a:lnTo>
                <a:lnTo>
                  <a:pt x="1667548" y="32575"/>
                </a:lnTo>
                <a:lnTo>
                  <a:pt x="1666786" y="32270"/>
                </a:lnTo>
                <a:lnTo>
                  <a:pt x="1665008" y="32270"/>
                </a:lnTo>
                <a:lnTo>
                  <a:pt x="1664246" y="32575"/>
                </a:lnTo>
                <a:lnTo>
                  <a:pt x="1662976" y="33845"/>
                </a:lnTo>
                <a:lnTo>
                  <a:pt x="1662671" y="34607"/>
                </a:lnTo>
                <a:lnTo>
                  <a:pt x="1662671" y="49288"/>
                </a:lnTo>
                <a:lnTo>
                  <a:pt x="1662976" y="50050"/>
                </a:lnTo>
                <a:lnTo>
                  <a:pt x="1664246" y="51320"/>
                </a:lnTo>
                <a:lnTo>
                  <a:pt x="1665008" y="51625"/>
                </a:lnTo>
                <a:lnTo>
                  <a:pt x="1666786" y="51625"/>
                </a:lnTo>
                <a:lnTo>
                  <a:pt x="1667548" y="51320"/>
                </a:lnTo>
                <a:lnTo>
                  <a:pt x="1668805" y="50050"/>
                </a:lnTo>
                <a:lnTo>
                  <a:pt x="1669122" y="49288"/>
                </a:lnTo>
                <a:lnTo>
                  <a:pt x="1669122" y="34607"/>
                </a:lnTo>
                <a:close/>
              </a:path>
              <a:path w="3331845" h="2440304">
                <a:moveTo>
                  <a:pt x="1669122" y="2324"/>
                </a:moveTo>
                <a:lnTo>
                  <a:pt x="1668805" y="1574"/>
                </a:lnTo>
                <a:lnTo>
                  <a:pt x="1667548" y="304"/>
                </a:lnTo>
                <a:lnTo>
                  <a:pt x="1666786" y="0"/>
                </a:lnTo>
                <a:lnTo>
                  <a:pt x="1665008" y="0"/>
                </a:lnTo>
                <a:lnTo>
                  <a:pt x="1664246" y="304"/>
                </a:lnTo>
                <a:lnTo>
                  <a:pt x="1662976" y="1574"/>
                </a:lnTo>
                <a:lnTo>
                  <a:pt x="1662671" y="2324"/>
                </a:lnTo>
                <a:lnTo>
                  <a:pt x="1662671" y="17018"/>
                </a:lnTo>
                <a:lnTo>
                  <a:pt x="1662976" y="17780"/>
                </a:lnTo>
                <a:lnTo>
                  <a:pt x="1664246" y="19037"/>
                </a:lnTo>
                <a:lnTo>
                  <a:pt x="1665008" y="19354"/>
                </a:lnTo>
                <a:lnTo>
                  <a:pt x="1666786" y="19354"/>
                </a:lnTo>
                <a:lnTo>
                  <a:pt x="1667548" y="19037"/>
                </a:lnTo>
                <a:lnTo>
                  <a:pt x="1668805" y="17780"/>
                </a:lnTo>
                <a:lnTo>
                  <a:pt x="1669122" y="17018"/>
                </a:lnTo>
                <a:lnTo>
                  <a:pt x="1669122" y="2324"/>
                </a:lnTo>
                <a:close/>
              </a:path>
              <a:path w="3331845" h="2440304">
                <a:moveTo>
                  <a:pt x="2084781" y="2422741"/>
                </a:moveTo>
                <a:lnTo>
                  <a:pt x="2084476" y="2421979"/>
                </a:lnTo>
                <a:lnTo>
                  <a:pt x="2083206" y="2420721"/>
                </a:lnTo>
                <a:lnTo>
                  <a:pt x="2082444" y="2420404"/>
                </a:lnTo>
                <a:lnTo>
                  <a:pt x="2080666" y="2420404"/>
                </a:lnTo>
                <a:lnTo>
                  <a:pt x="2079904" y="2420721"/>
                </a:lnTo>
                <a:lnTo>
                  <a:pt x="2078647" y="2421979"/>
                </a:lnTo>
                <a:lnTo>
                  <a:pt x="2078329" y="2422741"/>
                </a:lnTo>
                <a:lnTo>
                  <a:pt x="2078329" y="2437434"/>
                </a:lnTo>
                <a:lnTo>
                  <a:pt x="2078647" y="2438196"/>
                </a:lnTo>
                <a:lnTo>
                  <a:pt x="2079904" y="2439454"/>
                </a:lnTo>
                <a:lnTo>
                  <a:pt x="2080666" y="2439771"/>
                </a:lnTo>
                <a:lnTo>
                  <a:pt x="2082444" y="2439771"/>
                </a:lnTo>
                <a:lnTo>
                  <a:pt x="2083206" y="2439454"/>
                </a:lnTo>
                <a:lnTo>
                  <a:pt x="2084476" y="2438196"/>
                </a:lnTo>
                <a:lnTo>
                  <a:pt x="2084781" y="2437434"/>
                </a:lnTo>
                <a:lnTo>
                  <a:pt x="2084781" y="2422741"/>
                </a:lnTo>
                <a:close/>
              </a:path>
              <a:path w="3331845" h="2440304">
                <a:moveTo>
                  <a:pt x="2084781" y="2390470"/>
                </a:moveTo>
                <a:lnTo>
                  <a:pt x="2084476" y="2389708"/>
                </a:lnTo>
                <a:lnTo>
                  <a:pt x="2083206" y="2388451"/>
                </a:lnTo>
                <a:lnTo>
                  <a:pt x="2082444" y="2388133"/>
                </a:lnTo>
                <a:lnTo>
                  <a:pt x="2080666" y="2388133"/>
                </a:lnTo>
                <a:lnTo>
                  <a:pt x="2079904" y="2388451"/>
                </a:lnTo>
                <a:lnTo>
                  <a:pt x="2078647" y="2389708"/>
                </a:lnTo>
                <a:lnTo>
                  <a:pt x="2078329" y="2390470"/>
                </a:lnTo>
                <a:lnTo>
                  <a:pt x="2078329" y="2405164"/>
                </a:lnTo>
                <a:lnTo>
                  <a:pt x="2078647" y="2405926"/>
                </a:lnTo>
                <a:lnTo>
                  <a:pt x="2079904" y="2407183"/>
                </a:lnTo>
                <a:lnTo>
                  <a:pt x="2080666" y="2407501"/>
                </a:lnTo>
                <a:lnTo>
                  <a:pt x="2082444" y="2407501"/>
                </a:lnTo>
                <a:lnTo>
                  <a:pt x="2083206" y="2407183"/>
                </a:lnTo>
                <a:lnTo>
                  <a:pt x="2084476" y="2405926"/>
                </a:lnTo>
                <a:lnTo>
                  <a:pt x="2084781" y="2405164"/>
                </a:lnTo>
                <a:lnTo>
                  <a:pt x="2084781" y="2390470"/>
                </a:lnTo>
                <a:close/>
              </a:path>
              <a:path w="3331845" h="2440304">
                <a:moveTo>
                  <a:pt x="2084781" y="2358199"/>
                </a:moveTo>
                <a:lnTo>
                  <a:pt x="2084476" y="2357437"/>
                </a:lnTo>
                <a:lnTo>
                  <a:pt x="2083206" y="2356180"/>
                </a:lnTo>
                <a:lnTo>
                  <a:pt x="2082444" y="2355862"/>
                </a:lnTo>
                <a:lnTo>
                  <a:pt x="2080666" y="2355862"/>
                </a:lnTo>
                <a:lnTo>
                  <a:pt x="2079904" y="2356180"/>
                </a:lnTo>
                <a:lnTo>
                  <a:pt x="2078647" y="2357437"/>
                </a:lnTo>
                <a:lnTo>
                  <a:pt x="2078329" y="2358199"/>
                </a:lnTo>
                <a:lnTo>
                  <a:pt x="2078329" y="2372893"/>
                </a:lnTo>
                <a:lnTo>
                  <a:pt x="2078647" y="2373655"/>
                </a:lnTo>
                <a:lnTo>
                  <a:pt x="2079904" y="2374912"/>
                </a:lnTo>
                <a:lnTo>
                  <a:pt x="2080666" y="2375230"/>
                </a:lnTo>
                <a:lnTo>
                  <a:pt x="2082444" y="2375230"/>
                </a:lnTo>
                <a:lnTo>
                  <a:pt x="2083206" y="2374912"/>
                </a:lnTo>
                <a:lnTo>
                  <a:pt x="2084476" y="2373655"/>
                </a:lnTo>
                <a:lnTo>
                  <a:pt x="2084781" y="2372893"/>
                </a:lnTo>
                <a:lnTo>
                  <a:pt x="2084781" y="2358199"/>
                </a:lnTo>
                <a:close/>
              </a:path>
              <a:path w="3331845" h="2440304">
                <a:moveTo>
                  <a:pt x="2084781" y="2325928"/>
                </a:moveTo>
                <a:lnTo>
                  <a:pt x="2084476" y="2325166"/>
                </a:lnTo>
                <a:lnTo>
                  <a:pt x="2083206" y="2323909"/>
                </a:lnTo>
                <a:lnTo>
                  <a:pt x="2082444" y="2323592"/>
                </a:lnTo>
                <a:lnTo>
                  <a:pt x="2080666" y="2323592"/>
                </a:lnTo>
                <a:lnTo>
                  <a:pt x="2079904" y="2323909"/>
                </a:lnTo>
                <a:lnTo>
                  <a:pt x="2078647" y="2325166"/>
                </a:lnTo>
                <a:lnTo>
                  <a:pt x="2078329" y="2325928"/>
                </a:lnTo>
                <a:lnTo>
                  <a:pt x="2078329" y="2340622"/>
                </a:lnTo>
                <a:lnTo>
                  <a:pt x="2078647" y="2341384"/>
                </a:lnTo>
                <a:lnTo>
                  <a:pt x="2079904" y="2342642"/>
                </a:lnTo>
                <a:lnTo>
                  <a:pt x="2080666" y="2342959"/>
                </a:lnTo>
                <a:lnTo>
                  <a:pt x="2082444" y="2342959"/>
                </a:lnTo>
                <a:lnTo>
                  <a:pt x="2083206" y="2342642"/>
                </a:lnTo>
                <a:lnTo>
                  <a:pt x="2084476" y="2341384"/>
                </a:lnTo>
                <a:lnTo>
                  <a:pt x="2084781" y="2340622"/>
                </a:lnTo>
                <a:lnTo>
                  <a:pt x="2084781" y="2325928"/>
                </a:lnTo>
                <a:close/>
              </a:path>
              <a:path w="3331845" h="2440304">
                <a:moveTo>
                  <a:pt x="2084781" y="2293658"/>
                </a:moveTo>
                <a:lnTo>
                  <a:pt x="2084476" y="2292896"/>
                </a:lnTo>
                <a:lnTo>
                  <a:pt x="2083206" y="2291638"/>
                </a:lnTo>
                <a:lnTo>
                  <a:pt x="2082444" y="2291321"/>
                </a:lnTo>
                <a:lnTo>
                  <a:pt x="2080666" y="2291321"/>
                </a:lnTo>
                <a:lnTo>
                  <a:pt x="2079904" y="2291638"/>
                </a:lnTo>
                <a:lnTo>
                  <a:pt x="2078647" y="2292896"/>
                </a:lnTo>
                <a:lnTo>
                  <a:pt x="2078329" y="2293658"/>
                </a:lnTo>
                <a:lnTo>
                  <a:pt x="2078329" y="2308352"/>
                </a:lnTo>
                <a:lnTo>
                  <a:pt x="2078647" y="2309114"/>
                </a:lnTo>
                <a:lnTo>
                  <a:pt x="2079904" y="2310371"/>
                </a:lnTo>
                <a:lnTo>
                  <a:pt x="2080666" y="2310688"/>
                </a:lnTo>
                <a:lnTo>
                  <a:pt x="2082444" y="2310688"/>
                </a:lnTo>
                <a:lnTo>
                  <a:pt x="2083206" y="2310371"/>
                </a:lnTo>
                <a:lnTo>
                  <a:pt x="2084476" y="2309114"/>
                </a:lnTo>
                <a:lnTo>
                  <a:pt x="2084781" y="2308352"/>
                </a:lnTo>
                <a:lnTo>
                  <a:pt x="2084781" y="2293658"/>
                </a:lnTo>
                <a:close/>
              </a:path>
              <a:path w="3331845" h="2440304">
                <a:moveTo>
                  <a:pt x="2084781" y="2261387"/>
                </a:moveTo>
                <a:lnTo>
                  <a:pt x="2084476" y="2260625"/>
                </a:lnTo>
                <a:lnTo>
                  <a:pt x="2083206" y="2259368"/>
                </a:lnTo>
                <a:lnTo>
                  <a:pt x="2082444" y="2259050"/>
                </a:lnTo>
                <a:lnTo>
                  <a:pt x="2080666" y="2259050"/>
                </a:lnTo>
                <a:lnTo>
                  <a:pt x="2079904" y="2259368"/>
                </a:lnTo>
                <a:lnTo>
                  <a:pt x="2078647" y="2260625"/>
                </a:lnTo>
                <a:lnTo>
                  <a:pt x="2078329" y="2261387"/>
                </a:lnTo>
                <a:lnTo>
                  <a:pt x="2078329" y="2276081"/>
                </a:lnTo>
                <a:lnTo>
                  <a:pt x="2078647" y="2276830"/>
                </a:lnTo>
                <a:lnTo>
                  <a:pt x="2079904" y="2278100"/>
                </a:lnTo>
                <a:lnTo>
                  <a:pt x="2080666" y="2278405"/>
                </a:lnTo>
                <a:lnTo>
                  <a:pt x="2082444" y="2278405"/>
                </a:lnTo>
                <a:lnTo>
                  <a:pt x="2083206" y="2278100"/>
                </a:lnTo>
                <a:lnTo>
                  <a:pt x="2084476" y="2276830"/>
                </a:lnTo>
                <a:lnTo>
                  <a:pt x="2084781" y="2276081"/>
                </a:lnTo>
                <a:lnTo>
                  <a:pt x="2084781" y="2261387"/>
                </a:lnTo>
                <a:close/>
              </a:path>
              <a:path w="3331845" h="2440304">
                <a:moveTo>
                  <a:pt x="2084781" y="2229116"/>
                </a:moveTo>
                <a:lnTo>
                  <a:pt x="2084476" y="2228354"/>
                </a:lnTo>
                <a:lnTo>
                  <a:pt x="2083206" y="2227084"/>
                </a:lnTo>
                <a:lnTo>
                  <a:pt x="2082444" y="2226780"/>
                </a:lnTo>
                <a:lnTo>
                  <a:pt x="2080666" y="2226780"/>
                </a:lnTo>
                <a:lnTo>
                  <a:pt x="2079904" y="2227084"/>
                </a:lnTo>
                <a:lnTo>
                  <a:pt x="2078647" y="2228354"/>
                </a:lnTo>
                <a:lnTo>
                  <a:pt x="2078329" y="2229116"/>
                </a:lnTo>
                <a:lnTo>
                  <a:pt x="2078329" y="2243798"/>
                </a:lnTo>
                <a:lnTo>
                  <a:pt x="2078647" y="2244560"/>
                </a:lnTo>
                <a:lnTo>
                  <a:pt x="2079904" y="2245830"/>
                </a:lnTo>
                <a:lnTo>
                  <a:pt x="2080666" y="2246134"/>
                </a:lnTo>
                <a:lnTo>
                  <a:pt x="2082444" y="2246134"/>
                </a:lnTo>
                <a:lnTo>
                  <a:pt x="2083206" y="2245830"/>
                </a:lnTo>
                <a:lnTo>
                  <a:pt x="2084476" y="2244560"/>
                </a:lnTo>
                <a:lnTo>
                  <a:pt x="2084781" y="2243798"/>
                </a:lnTo>
                <a:lnTo>
                  <a:pt x="2084781" y="2229116"/>
                </a:lnTo>
                <a:close/>
              </a:path>
              <a:path w="3331845" h="2440304">
                <a:moveTo>
                  <a:pt x="2084781" y="2196846"/>
                </a:moveTo>
                <a:lnTo>
                  <a:pt x="2084476" y="2196084"/>
                </a:lnTo>
                <a:lnTo>
                  <a:pt x="2083206" y="2194814"/>
                </a:lnTo>
                <a:lnTo>
                  <a:pt x="2082444" y="2194509"/>
                </a:lnTo>
                <a:lnTo>
                  <a:pt x="2080666" y="2194509"/>
                </a:lnTo>
                <a:lnTo>
                  <a:pt x="2079904" y="2194814"/>
                </a:lnTo>
                <a:lnTo>
                  <a:pt x="2078647" y="2196084"/>
                </a:lnTo>
                <a:lnTo>
                  <a:pt x="2078329" y="2196846"/>
                </a:lnTo>
                <a:lnTo>
                  <a:pt x="2078329" y="2211527"/>
                </a:lnTo>
                <a:lnTo>
                  <a:pt x="2078647" y="2212289"/>
                </a:lnTo>
                <a:lnTo>
                  <a:pt x="2079904" y="2213546"/>
                </a:lnTo>
                <a:lnTo>
                  <a:pt x="2080666" y="2213864"/>
                </a:lnTo>
                <a:lnTo>
                  <a:pt x="2082444" y="2213864"/>
                </a:lnTo>
                <a:lnTo>
                  <a:pt x="2083206" y="2213546"/>
                </a:lnTo>
                <a:lnTo>
                  <a:pt x="2084476" y="2212289"/>
                </a:lnTo>
                <a:lnTo>
                  <a:pt x="2084781" y="2211527"/>
                </a:lnTo>
                <a:lnTo>
                  <a:pt x="2084781" y="2196846"/>
                </a:lnTo>
                <a:close/>
              </a:path>
              <a:path w="3331845" h="2440304">
                <a:moveTo>
                  <a:pt x="2084781" y="2164562"/>
                </a:moveTo>
                <a:lnTo>
                  <a:pt x="2084476" y="2163800"/>
                </a:lnTo>
                <a:lnTo>
                  <a:pt x="2083206" y="2162543"/>
                </a:lnTo>
                <a:lnTo>
                  <a:pt x="2082444" y="2162225"/>
                </a:lnTo>
                <a:lnTo>
                  <a:pt x="2080666" y="2162225"/>
                </a:lnTo>
                <a:lnTo>
                  <a:pt x="2079904" y="2162543"/>
                </a:lnTo>
                <a:lnTo>
                  <a:pt x="2078647" y="2163800"/>
                </a:lnTo>
                <a:lnTo>
                  <a:pt x="2078329" y="2164562"/>
                </a:lnTo>
                <a:lnTo>
                  <a:pt x="2078329" y="2179256"/>
                </a:lnTo>
                <a:lnTo>
                  <a:pt x="2078647" y="2180018"/>
                </a:lnTo>
                <a:lnTo>
                  <a:pt x="2079904" y="2181275"/>
                </a:lnTo>
                <a:lnTo>
                  <a:pt x="2080666" y="2181593"/>
                </a:lnTo>
                <a:lnTo>
                  <a:pt x="2082444" y="2181593"/>
                </a:lnTo>
                <a:lnTo>
                  <a:pt x="2083206" y="2181275"/>
                </a:lnTo>
                <a:lnTo>
                  <a:pt x="2084476" y="2180018"/>
                </a:lnTo>
                <a:lnTo>
                  <a:pt x="2084781" y="2179256"/>
                </a:lnTo>
                <a:lnTo>
                  <a:pt x="2084781" y="2164562"/>
                </a:lnTo>
                <a:close/>
              </a:path>
              <a:path w="3331845" h="2440304">
                <a:moveTo>
                  <a:pt x="2084781" y="2132292"/>
                </a:moveTo>
                <a:lnTo>
                  <a:pt x="2084476" y="2131530"/>
                </a:lnTo>
                <a:lnTo>
                  <a:pt x="2083206" y="2130272"/>
                </a:lnTo>
                <a:lnTo>
                  <a:pt x="2082444" y="2129955"/>
                </a:lnTo>
                <a:lnTo>
                  <a:pt x="2080666" y="2129955"/>
                </a:lnTo>
                <a:lnTo>
                  <a:pt x="2079904" y="2130272"/>
                </a:lnTo>
                <a:lnTo>
                  <a:pt x="2078647" y="2131530"/>
                </a:lnTo>
                <a:lnTo>
                  <a:pt x="2078329" y="2132292"/>
                </a:lnTo>
                <a:lnTo>
                  <a:pt x="2078329" y="2146985"/>
                </a:lnTo>
                <a:lnTo>
                  <a:pt x="2078647" y="2147747"/>
                </a:lnTo>
                <a:lnTo>
                  <a:pt x="2079904" y="2149005"/>
                </a:lnTo>
                <a:lnTo>
                  <a:pt x="2080666" y="2149322"/>
                </a:lnTo>
                <a:lnTo>
                  <a:pt x="2082444" y="2149322"/>
                </a:lnTo>
                <a:lnTo>
                  <a:pt x="2083206" y="2149005"/>
                </a:lnTo>
                <a:lnTo>
                  <a:pt x="2084476" y="2147747"/>
                </a:lnTo>
                <a:lnTo>
                  <a:pt x="2084781" y="2146985"/>
                </a:lnTo>
                <a:lnTo>
                  <a:pt x="2084781" y="2132292"/>
                </a:lnTo>
                <a:close/>
              </a:path>
              <a:path w="3331845" h="2440304">
                <a:moveTo>
                  <a:pt x="2084781" y="2100021"/>
                </a:moveTo>
                <a:lnTo>
                  <a:pt x="2084476" y="2099259"/>
                </a:lnTo>
                <a:lnTo>
                  <a:pt x="2083206" y="2098001"/>
                </a:lnTo>
                <a:lnTo>
                  <a:pt x="2082444" y="2097684"/>
                </a:lnTo>
                <a:lnTo>
                  <a:pt x="2080666" y="2097684"/>
                </a:lnTo>
                <a:lnTo>
                  <a:pt x="2079904" y="2098001"/>
                </a:lnTo>
                <a:lnTo>
                  <a:pt x="2078647" y="2099259"/>
                </a:lnTo>
                <a:lnTo>
                  <a:pt x="2078329" y="2100021"/>
                </a:lnTo>
                <a:lnTo>
                  <a:pt x="2078329" y="2114715"/>
                </a:lnTo>
                <a:lnTo>
                  <a:pt x="2078647" y="2115477"/>
                </a:lnTo>
                <a:lnTo>
                  <a:pt x="2079904" y="2116734"/>
                </a:lnTo>
                <a:lnTo>
                  <a:pt x="2080666" y="2117052"/>
                </a:lnTo>
                <a:lnTo>
                  <a:pt x="2082444" y="2117052"/>
                </a:lnTo>
                <a:lnTo>
                  <a:pt x="2083206" y="2116734"/>
                </a:lnTo>
                <a:lnTo>
                  <a:pt x="2084476" y="2115477"/>
                </a:lnTo>
                <a:lnTo>
                  <a:pt x="2084781" y="2114715"/>
                </a:lnTo>
                <a:lnTo>
                  <a:pt x="2084781" y="2100021"/>
                </a:lnTo>
                <a:close/>
              </a:path>
              <a:path w="3331845" h="2440304">
                <a:moveTo>
                  <a:pt x="2084781" y="2067750"/>
                </a:moveTo>
                <a:lnTo>
                  <a:pt x="2084476" y="2066988"/>
                </a:lnTo>
                <a:lnTo>
                  <a:pt x="2083206" y="2065731"/>
                </a:lnTo>
                <a:lnTo>
                  <a:pt x="2082444" y="2065413"/>
                </a:lnTo>
                <a:lnTo>
                  <a:pt x="2080666" y="2065413"/>
                </a:lnTo>
                <a:lnTo>
                  <a:pt x="2079904" y="2065731"/>
                </a:lnTo>
                <a:lnTo>
                  <a:pt x="2078647" y="2066988"/>
                </a:lnTo>
                <a:lnTo>
                  <a:pt x="2078329" y="2067750"/>
                </a:lnTo>
                <a:lnTo>
                  <a:pt x="2078329" y="2082444"/>
                </a:lnTo>
                <a:lnTo>
                  <a:pt x="2078647" y="2083206"/>
                </a:lnTo>
                <a:lnTo>
                  <a:pt x="2079904" y="2084463"/>
                </a:lnTo>
                <a:lnTo>
                  <a:pt x="2080666" y="2084781"/>
                </a:lnTo>
                <a:lnTo>
                  <a:pt x="2082444" y="2084781"/>
                </a:lnTo>
                <a:lnTo>
                  <a:pt x="2083206" y="2084463"/>
                </a:lnTo>
                <a:lnTo>
                  <a:pt x="2084476" y="2083206"/>
                </a:lnTo>
                <a:lnTo>
                  <a:pt x="2084781" y="2082444"/>
                </a:lnTo>
                <a:lnTo>
                  <a:pt x="2084781" y="2067750"/>
                </a:lnTo>
                <a:close/>
              </a:path>
              <a:path w="3331845" h="2440304">
                <a:moveTo>
                  <a:pt x="2084781" y="2035479"/>
                </a:moveTo>
                <a:lnTo>
                  <a:pt x="2084476" y="2034717"/>
                </a:lnTo>
                <a:lnTo>
                  <a:pt x="2083206" y="2033460"/>
                </a:lnTo>
                <a:lnTo>
                  <a:pt x="2082444" y="2033143"/>
                </a:lnTo>
                <a:lnTo>
                  <a:pt x="2080666" y="2033143"/>
                </a:lnTo>
                <a:lnTo>
                  <a:pt x="2079904" y="2033460"/>
                </a:lnTo>
                <a:lnTo>
                  <a:pt x="2078647" y="2034717"/>
                </a:lnTo>
                <a:lnTo>
                  <a:pt x="2078329" y="2035479"/>
                </a:lnTo>
                <a:lnTo>
                  <a:pt x="2078329" y="2050173"/>
                </a:lnTo>
                <a:lnTo>
                  <a:pt x="2078647" y="2050935"/>
                </a:lnTo>
                <a:lnTo>
                  <a:pt x="2079904" y="2052193"/>
                </a:lnTo>
                <a:lnTo>
                  <a:pt x="2080666" y="2052510"/>
                </a:lnTo>
                <a:lnTo>
                  <a:pt x="2082444" y="2052510"/>
                </a:lnTo>
                <a:lnTo>
                  <a:pt x="2083206" y="2052193"/>
                </a:lnTo>
                <a:lnTo>
                  <a:pt x="2084476" y="2050935"/>
                </a:lnTo>
                <a:lnTo>
                  <a:pt x="2084781" y="2050173"/>
                </a:lnTo>
                <a:lnTo>
                  <a:pt x="2084781" y="2035479"/>
                </a:lnTo>
                <a:close/>
              </a:path>
              <a:path w="3331845" h="2440304">
                <a:moveTo>
                  <a:pt x="2084781" y="2003209"/>
                </a:moveTo>
                <a:lnTo>
                  <a:pt x="2084476" y="2002447"/>
                </a:lnTo>
                <a:lnTo>
                  <a:pt x="2083206" y="2001189"/>
                </a:lnTo>
                <a:lnTo>
                  <a:pt x="2082444" y="2000872"/>
                </a:lnTo>
                <a:lnTo>
                  <a:pt x="2080666" y="2000872"/>
                </a:lnTo>
                <a:lnTo>
                  <a:pt x="2079904" y="2001189"/>
                </a:lnTo>
                <a:lnTo>
                  <a:pt x="2078647" y="2002447"/>
                </a:lnTo>
                <a:lnTo>
                  <a:pt x="2078329" y="2003209"/>
                </a:lnTo>
                <a:lnTo>
                  <a:pt x="2078329" y="2017903"/>
                </a:lnTo>
                <a:lnTo>
                  <a:pt x="2078647" y="2018652"/>
                </a:lnTo>
                <a:lnTo>
                  <a:pt x="2079904" y="2019922"/>
                </a:lnTo>
                <a:lnTo>
                  <a:pt x="2080666" y="2020239"/>
                </a:lnTo>
                <a:lnTo>
                  <a:pt x="2082444" y="2020239"/>
                </a:lnTo>
                <a:lnTo>
                  <a:pt x="2083206" y="2019922"/>
                </a:lnTo>
                <a:lnTo>
                  <a:pt x="2084476" y="2018652"/>
                </a:lnTo>
                <a:lnTo>
                  <a:pt x="2084781" y="2017903"/>
                </a:lnTo>
                <a:lnTo>
                  <a:pt x="2084781" y="2003209"/>
                </a:lnTo>
                <a:close/>
              </a:path>
              <a:path w="3331845" h="2440304">
                <a:moveTo>
                  <a:pt x="2084781" y="1970938"/>
                </a:moveTo>
                <a:lnTo>
                  <a:pt x="2084476" y="1970176"/>
                </a:lnTo>
                <a:lnTo>
                  <a:pt x="2083206" y="1968919"/>
                </a:lnTo>
                <a:lnTo>
                  <a:pt x="2082444" y="1968601"/>
                </a:lnTo>
                <a:lnTo>
                  <a:pt x="2080666" y="1968601"/>
                </a:lnTo>
                <a:lnTo>
                  <a:pt x="2079904" y="1968919"/>
                </a:lnTo>
                <a:lnTo>
                  <a:pt x="2078647" y="1970176"/>
                </a:lnTo>
                <a:lnTo>
                  <a:pt x="2078329" y="1970938"/>
                </a:lnTo>
                <a:lnTo>
                  <a:pt x="2078329" y="1985619"/>
                </a:lnTo>
                <a:lnTo>
                  <a:pt x="2078647" y="1986381"/>
                </a:lnTo>
                <a:lnTo>
                  <a:pt x="2079904" y="1987651"/>
                </a:lnTo>
                <a:lnTo>
                  <a:pt x="2080666" y="1987956"/>
                </a:lnTo>
                <a:lnTo>
                  <a:pt x="2082444" y="1987956"/>
                </a:lnTo>
                <a:lnTo>
                  <a:pt x="2083206" y="1987651"/>
                </a:lnTo>
                <a:lnTo>
                  <a:pt x="2084476" y="1986381"/>
                </a:lnTo>
                <a:lnTo>
                  <a:pt x="2084781" y="1985619"/>
                </a:lnTo>
                <a:lnTo>
                  <a:pt x="2084781" y="1970938"/>
                </a:lnTo>
                <a:close/>
              </a:path>
              <a:path w="3331845" h="2440304">
                <a:moveTo>
                  <a:pt x="2084781" y="1938667"/>
                </a:moveTo>
                <a:lnTo>
                  <a:pt x="2084476" y="1937905"/>
                </a:lnTo>
                <a:lnTo>
                  <a:pt x="2083206" y="1936635"/>
                </a:lnTo>
                <a:lnTo>
                  <a:pt x="2082444" y="1936330"/>
                </a:lnTo>
                <a:lnTo>
                  <a:pt x="2080666" y="1936330"/>
                </a:lnTo>
                <a:lnTo>
                  <a:pt x="2079904" y="1936635"/>
                </a:lnTo>
                <a:lnTo>
                  <a:pt x="2078647" y="1937905"/>
                </a:lnTo>
                <a:lnTo>
                  <a:pt x="2078329" y="1938667"/>
                </a:lnTo>
                <a:lnTo>
                  <a:pt x="2078329" y="1953348"/>
                </a:lnTo>
                <a:lnTo>
                  <a:pt x="2078647" y="1954110"/>
                </a:lnTo>
                <a:lnTo>
                  <a:pt x="2079904" y="1955368"/>
                </a:lnTo>
                <a:lnTo>
                  <a:pt x="2080666" y="1955685"/>
                </a:lnTo>
                <a:lnTo>
                  <a:pt x="2082444" y="1955685"/>
                </a:lnTo>
                <a:lnTo>
                  <a:pt x="2083206" y="1955368"/>
                </a:lnTo>
                <a:lnTo>
                  <a:pt x="2084476" y="1954110"/>
                </a:lnTo>
                <a:lnTo>
                  <a:pt x="2084781" y="1953348"/>
                </a:lnTo>
                <a:lnTo>
                  <a:pt x="2084781" y="1938667"/>
                </a:lnTo>
                <a:close/>
              </a:path>
              <a:path w="3331845" h="2440304">
                <a:moveTo>
                  <a:pt x="2084781" y="1906384"/>
                </a:moveTo>
                <a:lnTo>
                  <a:pt x="2084476" y="1905635"/>
                </a:lnTo>
                <a:lnTo>
                  <a:pt x="2083206" y="1904365"/>
                </a:lnTo>
                <a:lnTo>
                  <a:pt x="2082444" y="1904047"/>
                </a:lnTo>
                <a:lnTo>
                  <a:pt x="2080666" y="1904047"/>
                </a:lnTo>
                <a:lnTo>
                  <a:pt x="2079904" y="1904365"/>
                </a:lnTo>
                <a:lnTo>
                  <a:pt x="2078647" y="1905635"/>
                </a:lnTo>
                <a:lnTo>
                  <a:pt x="2078329" y="1906384"/>
                </a:lnTo>
                <a:lnTo>
                  <a:pt x="2078329" y="1921078"/>
                </a:lnTo>
                <a:lnTo>
                  <a:pt x="2078647" y="1921840"/>
                </a:lnTo>
                <a:lnTo>
                  <a:pt x="2079904" y="1923097"/>
                </a:lnTo>
                <a:lnTo>
                  <a:pt x="2080666" y="1923415"/>
                </a:lnTo>
                <a:lnTo>
                  <a:pt x="2082444" y="1923415"/>
                </a:lnTo>
                <a:lnTo>
                  <a:pt x="2083206" y="1923097"/>
                </a:lnTo>
                <a:lnTo>
                  <a:pt x="2084476" y="1921840"/>
                </a:lnTo>
                <a:lnTo>
                  <a:pt x="2084781" y="1921078"/>
                </a:lnTo>
                <a:lnTo>
                  <a:pt x="2084781" y="1906384"/>
                </a:lnTo>
                <a:close/>
              </a:path>
              <a:path w="3331845" h="2440304">
                <a:moveTo>
                  <a:pt x="2084781" y="1874113"/>
                </a:moveTo>
                <a:lnTo>
                  <a:pt x="2084476" y="1873351"/>
                </a:lnTo>
                <a:lnTo>
                  <a:pt x="2083206" y="1872094"/>
                </a:lnTo>
                <a:lnTo>
                  <a:pt x="2082444" y="1871776"/>
                </a:lnTo>
                <a:lnTo>
                  <a:pt x="2080666" y="1871776"/>
                </a:lnTo>
                <a:lnTo>
                  <a:pt x="2079904" y="1872094"/>
                </a:lnTo>
                <a:lnTo>
                  <a:pt x="2078647" y="1873351"/>
                </a:lnTo>
                <a:lnTo>
                  <a:pt x="2078329" y="1874113"/>
                </a:lnTo>
                <a:lnTo>
                  <a:pt x="2078329" y="1888807"/>
                </a:lnTo>
                <a:lnTo>
                  <a:pt x="2078647" y="1889569"/>
                </a:lnTo>
                <a:lnTo>
                  <a:pt x="2079904" y="1890826"/>
                </a:lnTo>
                <a:lnTo>
                  <a:pt x="2080666" y="1891144"/>
                </a:lnTo>
                <a:lnTo>
                  <a:pt x="2082444" y="1891144"/>
                </a:lnTo>
                <a:lnTo>
                  <a:pt x="2083206" y="1890826"/>
                </a:lnTo>
                <a:lnTo>
                  <a:pt x="2084476" y="1889569"/>
                </a:lnTo>
                <a:lnTo>
                  <a:pt x="2084781" y="1888807"/>
                </a:lnTo>
                <a:lnTo>
                  <a:pt x="2084781" y="1874113"/>
                </a:lnTo>
                <a:close/>
              </a:path>
              <a:path w="3331845" h="2440304">
                <a:moveTo>
                  <a:pt x="2084781" y="1841842"/>
                </a:moveTo>
                <a:lnTo>
                  <a:pt x="2084476" y="1841080"/>
                </a:lnTo>
                <a:lnTo>
                  <a:pt x="2083206" y="1839823"/>
                </a:lnTo>
                <a:lnTo>
                  <a:pt x="2082444" y="1839506"/>
                </a:lnTo>
                <a:lnTo>
                  <a:pt x="2080666" y="1839506"/>
                </a:lnTo>
                <a:lnTo>
                  <a:pt x="2079904" y="1839823"/>
                </a:lnTo>
                <a:lnTo>
                  <a:pt x="2078647" y="1841080"/>
                </a:lnTo>
                <a:lnTo>
                  <a:pt x="2078329" y="1841842"/>
                </a:lnTo>
                <a:lnTo>
                  <a:pt x="2078329" y="1856536"/>
                </a:lnTo>
                <a:lnTo>
                  <a:pt x="2078647" y="1857298"/>
                </a:lnTo>
                <a:lnTo>
                  <a:pt x="2079904" y="1858556"/>
                </a:lnTo>
                <a:lnTo>
                  <a:pt x="2080666" y="1858873"/>
                </a:lnTo>
                <a:lnTo>
                  <a:pt x="2082444" y="1858873"/>
                </a:lnTo>
                <a:lnTo>
                  <a:pt x="2083206" y="1858556"/>
                </a:lnTo>
                <a:lnTo>
                  <a:pt x="2084476" y="1857298"/>
                </a:lnTo>
                <a:lnTo>
                  <a:pt x="2084781" y="1856536"/>
                </a:lnTo>
                <a:lnTo>
                  <a:pt x="2084781" y="1841842"/>
                </a:lnTo>
                <a:close/>
              </a:path>
              <a:path w="3331845" h="2440304">
                <a:moveTo>
                  <a:pt x="2084781" y="1809572"/>
                </a:moveTo>
                <a:lnTo>
                  <a:pt x="2084476" y="1808810"/>
                </a:lnTo>
                <a:lnTo>
                  <a:pt x="2083206" y="1807552"/>
                </a:lnTo>
                <a:lnTo>
                  <a:pt x="2082444" y="1807235"/>
                </a:lnTo>
                <a:lnTo>
                  <a:pt x="2080666" y="1807235"/>
                </a:lnTo>
                <a:lnTo>
                  <a:pt x="2079904" y="1807552"/>
                </a:lnTo>
                <a:lnTo>
                  <a:pt x="2078647" y="1808810"/>
                </a:lnTo>
                <a:lnTo>
                  <a:pt x="2078329" y="1809572"/>
                </a:lnTo>
                <a:lnTo>
                  <a:pt x="2078329" y="1824266"/>
                </a:lnTo>
                <a:lnTo>
                  <a:pt x="2078647" y="1825028"/>
                </a:lnTo>
                <a:lnTo>
                  <a:pt x="2079904" y="1826285"/>
                </a:lnTo>
                <a:lnTo>
                  <a:pt x="2080666" y="1826602"/>
                </a:lnTo>
                <a:lnTo>
                  <a:pt x="2082444" y="1826602"/>
                </a:lnTo>
                <a:lnTo>
                  <a:pt x="2083206" y="1826285"/>
                </a:lnTo>
                <a:lnTo>
                  <a:pt x="2084476" y="1825028"/>
                </a:lnTo>
                <a:lnTo>
                  <a:pt x="2084781" y="1824266"/>
                </a:lnTo>
                <a:lnTo>
                  <a:pt x="2084781" y="1809572"/>
                </a:lnTo>
                <a:close/>
              </a:path>
              <a:path w="3331845" h="2440304">
                <a:moveTo>
                  <a:pt x="2084781" y="1777301"/>
                </a:moveTo>
                <a:lnTo>
                  <a:pt x="2084476" y="1776539"/>
                </a:lnTo>
                <a:lnTo>
                  <a:pt x="2083206" y="1775282"/>
                </a:lnTo>
                <a:lnTo>
                  <a:pt x="2082444" y="1774964"/>
                </a:lnTo>
                <a:lnTo>
                  <a:pt x="2080666" y="1774964"/>
                </a:lnTo>
                <a:lnTo>
                  <a:pt x="2079904" y="1775282"/>
                </a:lnTo>
                <a:lnTo>
                  <a:pt x="2078647" y="1776539"/>
                </a:lnTo>
                <a:lnTo>
                  <a:pt x="2078329" y="1777301"/>
                </a:lnTo>
                <a:lnTo>
                  <a:pt x="2078329" y="1791995"/>
                </a:lnTo>
                <a:lnTo>
                  <a:pt x="2078647" y="1792757"/>
                </a:lnTo>
                <a:lnTo>
                  <a:pt x="2079904" y="1794014"/>
                </a:lnTo>
                <a:lnTo>
                  <a:pt x="2080666" y="1794332"/>
                </a:lnTo>
                <a:lnTo>
                  <a:pt x="2082444" y="1794332"/>
                </a:lnTo>
                <a:lnTo>
                  <a:pt x="2083206" y="1794014"/>
                </a:lnTo>
                <a:lnTo>
                  <a:pt x="2084476" y="1792757"/>
                </a:lnTo>
                <a:lnTo>
                  <a:pt x="2084781" y="1791995"/>
                </a:lnTo>
                <a:lnTo>
                  <a:pt x="2084781" y="1777301"/>
                </a:lnTo>
                <a:close/>
              </a:path>
              <a:path w="3331845" h="2440304">
                <a:moveTo>
                  <a:pt x="2084781" y="1745030"/>
                </a:moveTo>
                <a:lnTo>
                  <a:pt x="2084476" y="1744268"/>
                </a:lnTo>
                <a:lnTo>
                  <a:pt x="2083206" y="1743011"/>
                </a:lnTo>
                <a:lnTo>
                  <a:pt x="2082444" y="1742694"/>
                </a:lnTo>
                <a:lnTo>
                  <a:pt x="2080666" y="1742694"/>
                </a:lnTo>
                <a:lnTo>
                  <a:pt x="2079904" y="1743011"/>
                </a:lnTo>
                <a:lnTo>
                  <a:pt x="2078647" y="1744268"/>
                </a:lnTo>
                <a:lnTo>
                  <a:pt x="2078329" y="1745030"/>
                </a:lnTo>
                <a:lnTo>
                  <a:pt x="2078329" y="1759724"/>
                </a:lnTo>
                <a:lnTo>
                  <a:pt x="2078647" y="1760486"/>
                </a:lnTo>
                <a:lnTo>
                  <a:pt x="2079904" y="1761744"/>
                </a:lnTo>
                <a:lnTo>
                  <a:pt x="2080666" y="1762061"/>
                </a:lnTo>
                <a:lnTo>
                  <a:pt x="2082444" y="1762061"/>
                </a:lnTo>
                <a:lnTo>
                  <a:pt x="2083206" y="1761744"/>
                </a:lnTo>
                <a:lnTo>
                  <a:pt x="2084476" y="1760486"/>
                </a:lnTo>
                <a:lnTo>
                  <a:pt x="2084781" y="1759724"/>
                </a:lnTo>
                <a:lnTo>
                  <a:pt x="2084781" y="1745030"/>
                </a:lnTo>
                <a:close/>
              </a:path>
              <a:path w="3331845" h="2440304">
                <a:moveTo>
                  <a:pt x="2084781" y="1712760"/>
                </a:moveTo>
                <a:lnTo>
                  <a:pt x="2084476" y="1711998"/>
                </a:lnTo>
                <a:lnTo>
                  <a:pt x="2083206" y="1710740"/>
                </a:lnTo>
                <a:lnTo>
                  <a:pt x="2082444" y="1710423"/>
                </a:lnTo>
                <a:lnTo>
                  <a:pt x="2080666" y="1710423"/>
                </a:lnTo>
                <a:lnTo>
                  <a:pt x="2079904" y="1710740"/>
                </a:lnTo>
                <a:lnTo>
                  <a:pt x="2078647" y="1711998"/>
                </a:lnTo>
                <a:lnTo>
                  <a:pt x="2078329" y="1712760"/>
                </a:lnTo>
                <a:lnTo>
                  <a:pt x="2078329" y="1727454"/>
                </a:lnTo>
                <a:lnTo>
                  <a:pt x="2078647" y="1728203"/>
                </a:lnTo>
                <a:lnTo>
                  <a:pt x="2079904" y="1729473"/>
                </a:lnTo>
                <a:lnTo>
                  <a:pt x="2080666" y="1729778"/>
                </a:lnTo>
                <a:lnTo>
                  <a:pt x="2082444" y="1729778"/>
                </a:lnTo>
                <a:lnTo>
                  <a:pt x="2083206" y="1729473"/>
                </a:lnTo>
                <a:lnTo>
                  <a:pt x="2084476" y="1728203"/>
                </a:lnTo>
                <a:lnTo>
                  <a:pt x="2084781" y="1727454"/>
                </a:lnTo>
                <a:lnTo>
                  <a:pt x="2084781" y="1712760"/>
                </a:lnTo>
                <a:close/>
              </a:path>
              <a:path w="3331845" h="2440304">
                <a:moveTo>
                  <a:pt x="2084781" y="1680489"/>
                </a:moveTo>
                <a:lnTo>
                  <a:pt x="2084476" y="1679727"/>
                </a:lnTo>
                <a:lnTo>
                  <a:pt x="2083206" y="1678457"/>
                </a:lnTo>
                <a:lnTo>
                  <a:pt x="2082444" y="1678152"/>
                </a:lnTo>
                <a:lnTo>
                  <a:pt x="2080666" y="1678152"/>
                </a:lnTo>
                <a:lnTo>
                  <a:pt x="2079904" y="1678457"/>
                </a:lnTo>
                <a:lnTo>
                  <a:pt x="2078647" y="1679727"/>
                </a:lnTo>
                <a:lnTo>
                  <a:pt x="2078329" y="1680489"/>
                </a:lnTo>
                <a:lnTo>
                  <a:pt x="2078329" y="1695170"/>
                </a:lnTo>
                <a:lnTo>
                  <a:pt x="2078647" y="1695932"/>
                </a:lnTo>
                <a:lnTo>
                  <a:pt x="2079904" y="1697202"/>
                </a:lnTo>
                <a:lnTo>
                  <a:pt x="2080666" y="1697507"/>
                </a:lnTo>
                <a:lnTo>
                  <a:pt x="2082444" y="1697507"/>
                </a:lnTo>
                <a:lnTo>
                  <a:pt x="2083206" y="1697202"/>
                </a:lnTo>
                <a:lnTo>
                  <a:pt x="2084476" y="1695932"/>
                </a:lnTo>
                <a:lnTo>
                  <a:pt x="2084781" y="1695170"/>
                </a:lnTo>
                <a:lnTo>
                  <a:pt x="2084781" y="1680489"/>
                </a:lnTo>
                <a:close/>
              </a:path>
              <a:path w="3331845" h="2440304">
                <a:moveTo>
                  <a:pt x="2084781" y="1648206"/>
                </a:moveTo>
                <a:lnTo>
                  <a:pt x="2084476" y="1647456"/>
                </a:lnTo>
                <a:lnTo>
                  <a:pt x="2083206" y="1646186"/>
                </a:lnTo>
                <a:lnTo>
                  <a:pt x="2082444" y="1645881"/>
                </a:lnTo>
                <a:lnTo>
                  <a:pt x="2080666" y="1645881"/>
                </a:lnTo>
                <a:lnTo>
                  <a:pt x="2079904" y="1646186"/>
                </a:lnTo>
                <a:lnTo>
                  <a:pt x="2078647" y="1647456"/>
                </a:lnTo>
                <a:lnTo>
                  <a:pt x="2078329" y="1648206"/>
                </a:lnTo>
                <a:lnTo>
                  <a:pt x="2078329" y="1662899"/>
                </a:lnTo>
                <a:lnTo>
                  <a:pt x="2078647" y="1663661"/>
                </a:lnTo>
                <a:lnTo>
                  <a:pt x="2079904" y="1664919"/>
                </a:lnTo>
                <a:lnTo>
                  <a:pt x="2080666" y="1665236"/>
                </a:lnTo>
                <a:lnTo>
                  <a:pt x="2082444" y="1665236"/>
                </a:lnTo>
                <a:lnTo>
                  <a:pt x="2083206" y="1664919"/>
                </a:lnTo>
                <a:lnTo>
                  <a:pt x="2084476" y="1663661"/>
                </a:lnTo>
                <a:lnTo>
                  <a:pt x="2084781" y="1662899"/>
                </a:lnTo>
                <a:lnTo>
                  <a:pt x="2084781" y="1648206"/>
                </a:lnTo>
                <a:close/>
              </a:path>
              <a:path w="3331845" h="2440304">
                <a:moveTo>
                  <a:pt x="2084781" y="1615935"/>
                </a:moveTo>
                <a:lnTo>
                  <a:pt x="2084476" y="1615173"/>
                </a:lnTo>
                <a:lnTo>
                  <a:pt x="2083206" y="1613916"/>
                </a:lnTo>
                <a:lnTo>
                  <a:pt x="2082444" y="1613598"/>
                </a:lnTo>
                <a:lnTo>
                  <a:pt x="2080666" y="1613598"/>
                </a:lnTo>
                <a:lnTo>
                  <a:pt x="2079904" y="1613916"/>
                </a:lnTo>
                <a:lnTo>
                  <a:pt x="2078647" y="1615173"/>
                </a:lnTo>
                <a:lnTo>
                  <a:pt x="2078329" y="1615935"/>
                </a:lnTo>
                <a:lnTo>
                  <a:pt x="2078329" y="1630629"/>
                </a:lnTo>
                <a:lnTo>
                  <a:pt x="2078647" y="1631391"/>
                </a:lnTo>
                <a:lnTo>
                  <a:pt x="2079904" y="1632648"/>
                </a:lnTo>
                <a:lnTo>
                  <a:pt x="2080666" y="1632966"/>
                </a:lnTo>
                <a:lnTo>
                  <a:pt x="2082444" y="1632966"/>
                </a:lnTo>
                <a:lnTo>
                  <a:pt x="2083206" y="1632648"/>
                </a:lnTo>
                <a:lnTo>
                  <a:pt x="2084476" y="1631391"/>
                </a:lnTo>
                <a:lnTo>
                  <a:pt x="2084781" y="1630629"/>
                </a:lnTo>
                <a:lnTo>
                  <a:pt x="2084781" y="1615935"/>
                </a:lnTo>
                <a:close/>
              </a:path>
              <a:path w="3331845" h="2440304">
                <a:moveTo>
                  <a:pt x="2084781" y="1583664"/>
                </a:moveTo>
                <a:lnTo>
                  <a:pt x="2084476" y="1582902"/>
                </a:lnTo>
                <a:lnTo>
                  <a:pt x="2083206" y="1581645"/>
                </a:lnTo>
                <a:lnTo>
                  <a:pt x="2082444" y="1581327"/>
                </a:lnTo>
                <a:lnTo>
                  <a:pt x="2080666" y="1581327"/>
                </a:lnTo>
                <a:lnTo>
                  <a:pt x="2079904" y="1581645"/>
                </a:lnTo>
                <a:lnTo>
                  <a:pt x="2078647" y="1582902"/>
                </a:lnTo>
                <a:lnTo>
                  <a:pt x="2078329" y="1583664"/>
                </a:lnTo>
                <a:lnTo>
                  <a:pt x="2078329" y="1598358"/>
                </a:lnTo>
                <a:lnTo>
                  <a:pt x="2078647" y="1599120"/>
                </a:lnTo>
                <a:lnTo>
                  <a:pt x="2079904" y="1600377"/>
                </a:lnTo>
                <a:lnTo>
                  <a:pt x="2080666" y="1600695"/>
                </a:lnTo>
                <a:lnTo>
                  <a:pt x="2082444" y="1600695"/>
                </a:lnTo>
                <a:lnTo>
                  <a:pt x="2083206" y="1600377"/>
                </a:lnTo>
                <a:lnTo>
                  <a:pt x="2084476" y="1599120"/>
                </a:lnTo>
                <a:lnTo>
                  <a:pt x="2084781" y="1598358"/>
                </a:lnTo>
                <a:lnTo>
                  <a:pt x="2084781" y="1583664"/>
                </a:lnTo>
                <a:close/>
              </a:path>
              <a:path w="3331845" h="2440304">
                <a:moveTo>
                  <a:pt x="2084781" y="1551393"/>
                </a:moveTo>
                <a:lnTo>
                  <a:pt x="2084476" y="1550631"/>
                </a:lnTo>
                <a:lnTo>
                  <a:pt x="2083206" y="1549374"/>
                </a:lnTo>
                <a:lnTo>
                  <a:pt x="2082444" y="1549057"/>
                </a:lnTo>
                <a:lnTo>
                  <a:pt x="2080666" y="1549057"/>
                </a:lnTo>
                <a:lnTo>
                  <a:pt x="2079904" y="1549374"/>
                </a:lnTo>
                <a:lnTo>
                  <a:pt x="2078647" y="1550631"/>
                </a:lnTo>
                <a:lnTo>
                  <a:pt x="2078329" y="1551393"/>
                </a:lnTo>
                <a:lnTo>
                  <a:pt x="2078329" y="1566087"/>
                </a:lnTo>
                <a:lnTo>
                  <a:pt x="2078647" y="1566849"/>
                </a:lnTo>
                <a:lnTo>
                  <a:pt x="2079904" y="1568107"/>
                </a:lnTo>
                <a:lnTo>
                  <a:pt x="2080666" y="1568424"/>
                </a:lnTo>
                <a:lnTo>
                  <a:pt x="2082444" y="1568424"/>
                </a:lnTo>
                <a:lnTo>
                  <a:pt x="2083206" y="1568107"/>
                </a:lnTo>
                <a:lnTo>
                  <a:pt x="2084476" y="1566849"/>
                </a:lnTo>
                <a:lnTo>
                  <a:pt x="2084781" y="1566087"/>
                </a:lnTo>
                <a:lnTo>
                  <a:pt x="2084781" y="1551393"/>
                </a:lnTo>
                <a:close/>
              </a:path>
              <a:path w="3331845" h="2440304">
                <a:moveTo>
                  <a:pt x="2084781" y="1519123"/>
                </a:moveTo>
                <a:lnTo>
                  <a:pt x="2084476" y="1518361"/>
                </a:lnTo>
                <a:lnTo>
                  <a:pt x="2083206" y="1517103"/>
                </a:lnTo>
                <a:lnTo>
                  <a:pt x="2082444" y="1516786"/>
                </a:lnTo>
                <a:lnTo>
                  <a:pt x="2080666" y="1516786"/>
                </a:lnTo>
                <a:lnTo>
                  <a:pt x="2079904" y="1517103"/>
                </a:lnTo>
                <a:lnTo>
                  <a:pt x="2078647" y="1518361"/>
                </a:lnTo>
                <a:lnTo>
                  <a:pt x="2078329" y="1519123"/>
                </a:lnTo>
                <a:lnTo>
                  <a:pt x="2078329" y="1533817"/>
                </a:lnTo>
                <a:lnTo>
                  <a:pt x="2078647" y="1534579"/>
                </a:lnTo>
                <a:lnTo>
                  <a:pt x="2079904" y="1535836"/>
                </a:lnTo>
                <a:lnTo>
                  <a:pt x="2080666" y="1536153"/>
                </a:lnTo>
                <a:lnTo>
                  <a:pt x="2082444" y="1536153"/>
                </a:lnTo>
                <a:lnTo>
                  <a:pt x="2083206" y="1535836"/>
                </a:lnTo>
                <a:lnTo>
                  <a:pt x="2084476" y="1534579"/>
                </a:lnTo>
                <a:lnTo>
                  <a:pt x="2084781" y="1533817"/>
                </a:lnTo>
                <a:lnTo>
                  <a:pt x="2084781" y="1519123"/>
                </a:lnTo>
                <a:close/>
              </a:path>
              <a:path w="3331845" h="2440304">
                <a:moveTo>
                  <a:pt x="2084781" y="1486852"/>
                </a:moveTo>
                <a:lnTo>
                  <a:pt x="2084476" y="1486090"/>
                </a:lnTo>
                <a:lnTo>
                  <a:pt x="2083206" y="1484833"/>
                </a:lnTo>
                <a:lnTo>
                  <a:pt x="2082444" y="1484515"/>
                </a:lnTo>
                <a:lnTo>
                  <a:pt x="2080666" y="1484515"/>
                </a:lnTo>
                <a:lnTo>
                  <a:pt x="2079904" y="1484833"/>
                </a:lnTo>
                <a:lnTo>
                  <a:pt x="2078647" y="1486090"/>
                </a:lnTo>
                <a:lnTo>
                  <a:pt x="2078329" y="1486852"/>
                </a:lnTo>
                <a:lnTo>
                  <a:pt x="2078329" y="1501546"/>
                </a:lnTo>
                <a:lnTo>
                  <a:pt x="2078647" y="1502308"/>
                </a:lnTo>
                <a:lnTo>
                  <a:pt x="2079904" y="1503565"/>
                </a:lnTo>
                <a:lnTo>
                  <a:pt x="2080666" y="1503883"/>
                </a:lnTo>
                <a:lnTo>
                  <a:pt x="2082444" y="1503883"/>
                </a:lnTo>
                <a:lnTo>
                  <a:pt x="2083206" y="1503565"/>
                </a:lnTo>
                <a:lnTo>
                  <a:pt x="2084476" y="1502308"/>
                </a:lnTo>
                <a:lnTo>
                  <a:pt x="2084781" y="1501546"/>
                </a:lnTo>
                <a:lnTo>
                  <a:pt x="2084781" y="1486852"/>
                </a:lnTo>
                <a:close/>
              </a:path>
              <a:path w="3331845" h="2440304">
                <a:moveTo>
                  <a:pt x="2084781" y="1454581"/>
                </a:moveTo>
                <a:lnTo>
                  <a:pt x="2084476" y="1453819"/>
                </a:lnTo>
                <a:lnTo>
                  <a:pt x="2083206" y="1452562"/>
                </a:lnTo>
                <a:lnTo>
                  <a:pt x="2082444" y="1452245"/>
                </a:lnTo>
                <a:lnTo>
                  <a:pt x="2080666" y="1452245"/>
                </a:lnTo>
                <a:lnTo>
                  <a:pt x="2079904" y="1452562"/>
                </a:lnTo>
                <a:lnTo>
                  <a:pt x="2078647" y="1453819"/>
                </a:lnTo>
                <a:lnTo>
                  <a:pt x="2078329" y="1454581"/>
                </a:lnTo>
                <a:lnTo>
                  <a:pt x="2078329" y="1469275"/>
                </a:lnTo>
                <a:lnTo>
                  <a:pt x="2078647" y="1470025"/>
                </a:lnTo>
                <a:lnTo>
                  <a:pt x="2079904" y="1471295"/>
                </a:lnTo>
                <a:lnTo>
                  <a:pt x="2080666" y="1471612"/>
                </a:lnTo>
                <a:lnTo>
                  <a:pt x="2082444" y="1471612"/>
                </a:lnTo>
                <a:lnTo>
                  <a:pt x="2083206" y="1471295"/>
                </a:lnTo>
                <a:lnTo>
                  <a:pt x="2084476" y="1470025"/>
                </a:lnTo>
                <a:lnTo>
                  <a:pt x="2084781" y="1469275"/>
                </a:lnTo>
                <a:lnTo>
                  <a:pt x="2084781" y="1454581"/>
                </a:lnTo>
                <a:close/>
              </a:path>
              <a:path w="3331845" h="2440304">
                <a:moveTo>
                  <a:pt x="2084781" y="1422311"/>
                </a:moveTo>
                <a:lnTo>
                  <a:pt x="2084476" y="1421549"/>
                </a:lnTo>
                <a:lnTo>
                  <a:pt x="2083206" y="1420291"/>
                </a:lnTo>
                <a:lnTo>
                  <a:pt x="2082444" y="1419974"/>
                </a:lnTo>
                <a:lnTo>
                  <a:pt x="2080666" y="1419974"/>
                </a:lnTo>
                <a:lnTo>
                  <a:pt x="2079904" y="1420291"/>
                </a:lnTo>
                <a:lnTo>
                  <a:pt x="2078647" y="1421549"/>
                </a:lnTo>
                <a:lnTo>
                  <a:pt x="2078329" y="1422311"/>
                </a:lnTo>
                <a:lnTo>
                  <a:pt x="2078329" y="1436992"/>
                </a:lnTo>
                <a:lnTo>
                  <a:pt x="2078647" y="1437754"/>
                </a:lnTo>
                <a:lnTo>
                  <a:pt x="2079904" y="1439024"/>
                </a:lnTo>
                <a:lnTo>
                  <a:pt x="2080666" y="1439329"/>
                </a:lnTo>
                <a:lnTo>
                  <a:pt x="2082444" y="1439329"/>
                </a:lnTo>
                <a:lnTo>
                  <a:pt x="2083206" y="1439024"/>
                </a:lnTo>
                <a:lnTo>
                  <a:pt x="2084476" y="1437754"/>
                </a:lnTo>
                <a:lnTo>
                  <a:pt x="2084781" y="1436992"/>
                </a:lnTo>
                <a:lnTo>
                  <a:pt x="2084781" y="1422311"/>
                </a:lnTo>
                <a:close/>
              </a:path>
              <a:path w="3331845" h="2440304">
                <a:moveTo>
                  <a:pt x="2084781" y="1390040"/>
                </a:moveTo>
                <a:lnTo>
                  <a:pt x="2084476" y="1389278"/>
                </a:lnTo>
                <a:lnTo>
                  <a:pt x="2083206" y="1388008"/>
                </a:lnTo>
                <a:lnTo>
                  <a:pt x="2082444" y="1387703"/>
                </a:lnTo>
                <a:lnTo>
                  <a:pt x="2080666" y="1387703"/>
                </a:lnTo>
                <a:lnTo>
                  <a:pt x="2079904" y="1388008"/>
                </a:lnTo>
                <a:lnTo>
                  <a:pt x="2078647" y="1389278"/>
                </a:lnTo>
                <a:lnTo>
                  <a:pt x="2078329" y="1390040"/>
                </a:lnTo>
                <a:lnTo>
                  <a:pt x="2078329" y="1404721"/>
                </a:lnTo>
                <a:lnTo>
                  <a:pt x="2078647" y="1405483"/>
                </a:lnTo>
                <a:lnTo>
                  <a:pt x="2079904" y="1406740"/>
                </a:lnTo>
                <a:lnTo>
                  <a:pt x="2080666" y="1407058"/>
                </a:lnTo>
                <a:lnTo>
                  <a:pt x="2082444" y="1407058"/>
                </a:lnTo>
                <a:lnTo>
                  <a:pt x="2083206" y="1406740"/>
                </a:lnTo>
                <a:lnTo>
                  <a:pt x="2084476" y="1405483"/>
                </a:lnTo>
                <a:lnTo>
                  <a:pt x="2084781" y="1404721"/>
                </a:lnTo>
                <a:lnTo>
                  <a:pt x="2084781" y="1390040"/>
                </a:lnTo>
                <a:close/>
              </a:path>
              <a:path w="3331845" h="2440304">
                <a:moveTo>
                  <a:pt x="2084781" y="1357757"/>
                </a:moveTo>
                <a:lnTo>
                  <a:pt x="2084476" y="1357007"/>
                </a:lnTo>
                <a:lnTo>
                  <a:pt x="2083206" y="1355737"/>
                </a:lnTo>
                <a:lnTo>
                  <a:pt x="2082444" y="1355420"/>
                </a:lnTo>
                <a:lnTo>
                  <a:pt x="2080666" y="1355420"/>
                </a:lnTo>
                <a:lnTo>
                  <a:pt x="2079904" y="1355737"/>
                </a:lnTo>
                <a:lnTo>
                  <a:pt x="2078647" y="1357007"/>
                </a:lnTo>
                <a:lnTo>
                  <a:pt x="2078329" y="1357757"/>
                </a:lnTo>
                <a:lnTo>
                  <a:pt x="2078329" y="1372450"/>
                </a:lnTo>
                <a:lnTo>
                  <a:pt x="2078647" y="1373212"/>
                </a:lnTo>
                <a:lnTo>
                  <a:pt x="2079904" y="1374470"/>
                </a:lnTo>
                <a:lnTo>
                  <a:pt x="2080666" y="1374787"/>
                </a:lnTo>
                <a:lnTo>
                  <a:pt x="2082444" y="1374787"/>
                </a:lnTo>
                <a:lnTo>
                  <a:pt x="2083206" y="1374470"/>
                </a:lnTo>
                <a:lnTo>
                  <a:pt x="2084476" y="1373212"/>
                </a:lnTo>
                <a:lnTo>
                  <a:pt x="2084781" y="1372450"/>
                </a:lnTo>
                <a:lnTo>
                  <a:pt x="2084781" y="1357757"/>
                </a:lnTo>
                <a:close/>
              </a:path>
              <a:path w="3331845" h="2440304">
                <a:moveTo>
                  <a:pt x="2084781" y="1325486"/>
                </a:moveTo>
                <a:lnTo>
                  <a:pt x="2084476" y="1324724"/>
                </a:lnTo>
                <a:lnTo>
                  <a:pt x="2083206" y="1323467"/>
                </a:lnTo>
                <a:lnTo>
                  <a:pt x="2082444" y="1323149"/>
                </a:lnTo>
                <a:lnTo>
                  <a:pt x="2080666" y="1323149"/>
                </a:lnTo>
                <a:lnTo>
                  <a:pt x="2079904" y="1323467"/>
                </a:lnTo>
                <a:lnTo>
                  <a:pt x="2078647" y="1324724"/>
                </a:lnTo>
                <a:lnTo>
                  <a:pt x="2078329" y="1325486"/>
                </a:lnTo>
                <a:lnTo>
                  <a:pt x="2078329" y="1340180"/>
                </a:lnTo>
                <a:lnTo>
                  <a:pt x="2078647" y="1340942"/>
                </a:lnTo>
                <a:lnTo>
                  <a:pt x="2079904" y="1342199"/>
                </a:lnTo>
                <a:lnTo>
                  <a:pt x="2080666" y="1342517"/>
                </a:lnTo>
                <a:lnTo>
                  <a:pt x="2082444" y="1342517"/>
                </a:lnTo>
                <a:lnTo>
                  <a:pt x="2083206" y="1342199"/>
                </a:lnTo>
                <a:lnTo>
                  <a:pt x="2084476" y="1340942"/>
                </a:lnTo>
                <a:lnTo>
                  <a:pt x="2084781" y="1340180"/>
                </a:lnTo>
                <a:lnTo>
                  <a:pt x="2084781" y="1325486"/>
                </a:lnTo>
                <a:close/>
              </a:path>
              <a:path w="3331845" h="2440304">
                <a:moveTo>
                  <a:pt x="2084781" y="1293215"/>
                </a:moveTo>
                <a:lnTo>
                  <a:pt x="2084476" y="1292453"/>
                </a:lnTo>
                <a:lnTo>
                  <a:pt x="2083206" y="1291196"/>
                </a:lnTo>
                <a:lnTo>
                  <a:pt x="2082444" y="1290878"/>
                </a:lnTo>
                <a:lnTo>
                  <a:pt x="2080666" y="1290878"/>
                </a:lnTo>
                <a:lnTo>
                  <a:pt x="2079904" y="1291196"/>
                </a:lnTo>
                <a:lnTo>
                  <a:pt x="2078647" y="1292453"/>
                </a:lnTo>
                <a:lnTo>
                  <a:pt x="2078329" y="1293215"/>
                </a:lnTo>
                <a:lnTo>
                  <a:pt x="2078329" y="1307909"/>
                </a:lnTo>
                <a:lnTo>
                  <a:pt x="2078647" y="1308671"/>
                </a:lnTo>
                <a:lnTo>
                  <a:pt x="2079904" y="1309928"/>
                </a:lnTo>
                <a:lnTo>
                  <a:pt x="2080666" y="1310246"/>
                </a:lnTo>
                <a:lnTo>
                  <a:pt x="2082444" y="1310246"/>
                </a:lnTo>
                <a:lnTo>
                  <a:pt x="2083206" y="1309928"/>
                </a:lnTo>
                <a:lnTo>
                  <a:pt x="2084476" y="1308671"/>
                </a:lnTo>
                <a:lnTo>
                  <a:pt x="2084781" y="1307909"/>
                </a:lnTo>
                <a:lnTo>
                  <a:pt x="2084781" y="1293215"/>
                </a:lnTo>
                <a:close/>
              </a:path>
              <a:path w="3331845" h="2440304">
                <a:moveTo>
                  <a:pt x="2084781" y="1260944"/>
                </a:moveTo>
                <a:lnTo>
                  <a:pt x="2084476" y="1260182"/>
                </a:lnTo>
                <a:lnTo>
                  <a:pt x="2083206" y="1258925"/>
                </a:lnTo>
                <a:lnTo>
                  <a:pt x="2082444" y="1258608"/>
                </a:lnTo>
                <a:lnTo>
                  <a:pt x="2080666" y="1258608"/>
                </a:lnTo>
                <a:lnTo>
                  <a:pt x="2079904" y="1258925"/>
                </a:lnTo>
                <a:lnTo>
                  <a:pt x="2078647" y="1260182"/>
                </a:lnTo>
                <a:lnTo>
                  <a:pt x="2078329" y="1260944"/>
                </a:lnTo>
                <a:lnTo>
                  <a:pt x="2078329" y="1275638"/>
                </a:lnTo>
                <a:lnTo>
                  <a:pt x="2078647" y="1276400"/>
                </a:lnTo>
                <a:lnTo>
                  <a:pt x="2079904" y="1277658"/>
                </a:lnTo>
                <a:lnTo>
                  <a:pt x="2080666" y="1277975"/>
                </a:lnTo>
                <a:lnTo>
                  <a:pt x="2082444" y="1277975"/>
                </a:lnTo>
                <a:lnTo>
                  <a:pt x="2083206" y="1277658"/>
                </a:lnTo>
                <a:lnTo>
                  <a:pt x="2084476" y="1276400"/>
                </a:lnTo>
                <a:lnTo>
                  <a:pt x="2084781" y="1275638"/>
                </a:lnTo>
                <a:lnTo>
                  <a:pt x="2084781" y="1260944"/>
                </a:lnTo>
                <a:close/>
              </a:path>
              <a:path w="3331845" h="2440304">
                <a:moveTo>
                  <a:pt x="2084781" y="1228674"/>
                </a:moveTo>
                <a:lnTo>
                  <a:pt x="2084476" y="1227912"/>
                </a:lnTo>
                <a:lnTo>
                  <a:pt x="2083206" y="1226654"/>
                </a:lnTo>
                <a:lnTo>
                  <a:pt x="2082444" y="1226337"/>
                </a:lnTo>
                <a:lnTo>
                  <a:pt x="2080666" y="1226337"/>
                </a:lnTo>
                <a:lnTo>
                  <a:pt x="2079904" y="1226654"/>
                </a:lnTo>
                <a:lnTo>
                  <a:pt x="2078647" y="1227912"/>
                </a:lnTo>
                <a:lnTo>
                  <a:pt x="2078329" y="1228674"/>
                </a:lnTo>
                <a:lnTo>
                  <a:pt x="2078329" y="1243368"/>
                </a:lnTo>
                <a:lnTo>
                  <a:pt x="2078647" y="1244130"/>
                </a:lnTo>
                <a:lnTo>
                  <a:pt x="2079904" y="1245387"/>
                </a:lnTo>
                <a:lnTo>
                  <a:pt x="2080666" y="1245704"/>
                </a:lnTo>
                <a:lnTo>
                  <a:pt x="2082444" y="1245704"/>
                </a:lnTo>
                <a:lnTo>
                  <a:pt x="2083206" y="1245387"/>
                </a:lnTo>
                <a:lnTo>
                  <a:pt x="2084476" y="1244130"/>
                </a:lnTo>
                <a:lnTo>
                  <a:pt x="2084781" y="1243368"/>
                </a:lnTo>
                <a:lnTo>
                  <a:pt x="2084781" y="1228674"/>
                </a:lnTo>
                <a:close/>
              </a:path>
              <a:path w="3331845" h="2440304">
                <a:moveTo>
                  <a:pt x="2084781" y="1196403"/>
                </a:moveTo>
                <a:lnTo>
                  <a:pt x="2084476" y="1195641"/>
                </a:lnTo>
                <a:lnTo>
                  <a:pt x="2083206" y="1194384"/>
                </a:lnTo>
                <a:lnTo>
                  <a:pt x="2082444" y="1194066"/>
                </a:lnTo>
                <a:lnTo>
                  <a:pt x="2080666" y="1194066"/>
                </a:lnTo>
                <a:lnTo>
                  <a:pt x="2079904" y="1194384"/>
                </a:lnTo>
                <a:lnTo>
                  <a:pt x="2078647" y="1195641"/>
                </a:lnTo>
                <a:lnTo>
                  <a:pt x="2078329" y="1196403"/>
                </a:lnTo>
                <a:lnTo>
                  <a:pt x="2078329" y="1211097"/>
                </a:lnTo>
                <a:lnTo>
                  <a:pt x="2078647" y="1211859"/>
                </a:lnTo>
                <a:lnTo>
                  <a:pt x="2079904" y="1213116"/>
                </a:lnTo>
                <a:lnTo>
                  <a:pt x="2080666" y="1213434"/>
                </a:lnTo>
                <a:lnTo>
                  <a:pt x="2082444" y="1213434"/>
                </a:lnTo>
                <a:lnTo>
                  <a:pt x="2083206" y="1213116"/>
                </a:lnTo>
                <a:lnTo>
                  <a:pt x="2084476" y="1211859"/>
                </a:lnTo>
                <a:lnTo>
                  <a:pt x="2084781" y="1211097"/>
                </a:lnTo>
                <a:lnTo>
                  <a:pt x="2084781" y="1196403"/>
                </a:lnTo>
                <a:close/>
              </a:path>
              <a:path w="3331845" h="2440304">
                <a:moveTo>
                  <a:pt x="2084781" y="1164132"/>
                </a:moveTo>
                <a:lnTo>
                  <a:pt x="2084476" y="1163370"/>
                </a:lnTo>
                <a:lnTo>
                  <a:pt x="2083206" y="1162113"/>
                </a:lnTo>
                <a:lnTo>
                  <a:pt x="2082444" y="1161796"/>
                </a:lnTo>
                <a:lnTo>
                  <a:pt x="2080666" y="1161796"/>
                </a:lnTo>
                <a:lnTo>
                  <a:pt x="2079904" y="1162113"/>
                </a:lnTo>
                <a:lnTo>
                  <a:pt x="2078647" y="1163370"/>
                </a:lnTo>
                <a:lnTo>
                  <a:pt x="2078329" y="1164132"/>
                </a:lnTo>
                <a:lnTo>
                  <a:pt x="2078329" y="1178826"/>
                </a:lnTo>
                <a:lnTo>
                  <a:pt x="2078647" y="1179576"/>
                </a:lnTo>
                <a:lnTo>
                  <a:pt x="2079904" y="1180846"/>
                </a:lnTo>
                <a:lnTo>
                  <a:pt x="2080666" y="1181150"/>
                </a:lnTo>
                <a:lnTo>
                  <a:pt x="2082444" y="1181150"/>
                </a:lnTo>
                <a:lnTo>
                  <a:pt x="2083206" y="1180846"/>
                </a:lnTo>
                <a:lnTo>
                  <a:pt x="2084476" y="1179576"/>
                </a:lnTo>
                <a:lnTo>
                  <a:pt x="2084781" y="1178826"/>
                </a:lnTo>
                <a:lnTo>
                  <a:pt x="2084781" y="1164132"/>
                </a:lnTo>
                <a:close/>
              </a:path>
              <a:path w="3331845" h="2440304">
                <a:moveTo>
                  <a:pt x="2084781" y="1131862"/>
                </a:moveTo>
                <a:lnTo>
                  <a:pt x="2084476" y="1131100"/>
                </a:lnTo>
                <a:lnTo>
                  <a:pt x="2083206" y="1129830"/>
                </a:lnTo>
                <a:lnTo>
                  <a:pt x="2082444" y="1129525"/>
                </a:lnTo>
                <a:lnTo>
                  <a:pt x="2080666" y="1129525"/>
                </a:lnTo>
                <a:lnTo>
                  <a:pt x="2079904" y="1129830"/>
                </a:lnTo>
                <a:lnTo>
                  <a:pt x="2078647" y="1131100"/>
                </a:lnTo>
                <a:lnTo>
                  <a:pt x="2078329" y="1131862"/>
                </a:lnTo>
                <a:lnTo>
                  <a:pt x="2078329" y="1146543"/>
                </a:lnTo>
                <a:lnTo>
                  <a:pt x="2078647" y="1147305"/>
                </a:lnTo>
                <a:lnTo>
                  <a:pt x="2079904" y="1148575"/>
                </a:lnTo>
                <a:lnTo>
                  <a:pt x="2080666" y="1148880"/>
                </a:lnTo>
                <a:lnTo>
                  <a:pt x="2082444" y="1148880"/>
                </a:lnTo>
                <a:lnTo>
                  <a:pt x="2083206" y="1148575"/>
                </a:lnTo>
                <a:lnTo>
                  <a:pt x="2084476" y="1147305"/>
                </a:lnTo>
                <a:lnTo>
                  <a:pt x="2084781" y="1146543"/>
                </a:lnTo>
                <a:lnTo>
                  <a:pt x="2084781" y="1131862"/>
                </a:lnTo>
                <a:close/>
              </a:path>
              <a:path w="3331845" h="2440304">
                <a:moveTo>
                  <a:pt x="2084781" y="1099578"/>
                </a:moveTo>
                <a:lnTo>
                  <a:pt x="2084476" y="1098829"/>
                </a:lnTo>
                <a:lnTo>
                  <a:pt x="2083206" y="1097559"/>
                </a:lnTo>
                <a:lnTo>
                  <a:pt x="2082444" y="1097254"/>
                </a:lnTo>
                <a:lnTo>
                  <a:pt x="2080666" y="1097254"/>
                </a:lnTo>
                <a:lnTo>
                  <a:pt x="2079904" y="1097559"/>
                </a:lnTo>
                <a:lnTo>
                  <a:pt x="2078647" y="1098829"/>
                </a:lnTo>
                <a:lnTo>
                  <a:pt x="2078329" y="1099578"/>
                </a:lnTo>
                <a:lnTo>
                  <a:pt x="2078329" y="1114272"/>
                </a:lnTo>
                <a:lnTo>
                  <a:pt x="2078647" y="1115034"/>
                </a:lnTo>
                <a:lnTo>
                  <a:pt x="2079904" y="1116291"/>
                </a:lnTo>
                <a:lnTo>
                  <a:pt x="2080666" y="1116609"/>
                </a:lnTo>
                <a:lnTo>
                  <a:pt x="2082444" y="1116609"/>
                </a:lnTo>
                <a:lnTo>
                  <a:pt x="2083206" y="1116291"/>
                </a:lnTo>
                <a:lnTo>
                  <a:pt x="2084476" y="1115034"/>
                </a:lnTo>
                <a:lnTo>
                  <a:pt x="2084781" y="1114272"/>
                </a:lnTo>
                <a:lnTo>
                  <a:pt x="2084781" y="1099578"/>
                </a:lnTo>
                <a:close/>
              </a:path>
              <a:path w="3331845" h="2440304">
                <a:moveTo>
                  <a:pt x="2084781" y="1067308"/>
                </a:moveTo>
                <a:lnTo>
                  <a:pt x="2084476" y="1066546"/>
                </a:lnTo>
                <a:lnTo>
                  <a:pt x="2083206" y="1065288"/>
                </a:lnTo>
                <a:lnTo>
                  <a:pt x="2082444" y="1064971"/>
                </a:lnTo>
                <a:lnTo>
                  <a:pt x="2080666" y="1064971"/>
                </a:lnTo>
                <a:lnTo>
                  <a:pt x="2079904" y="1065288"/>
                </a:lnTo>
                <a:lnTo>
                  <a:pt x="2078647" y="1066546"/>
                </a:lnTo>
                <a:lnTo>
                  <a:pt x="2078329" y="1067308"/>
                </a:lnTo>
                <a:lnTo>
                  <a:pt x="2078329" y="1082001"/>
                </a:lnTo>
                <a:lnTo>
                  <a:pt x="2078647" y="1082763"/>
                </a:lnTo>
                <a:lnTo>
                  <a:pt x="2079904" y="1084021"/>
                </a:lnTo>
                <a:lnTo>
                  <a:pt x="2080666" y="1084338"/>
                </a:lnTo>
                <a:lnTo>
                  <a:pt x="2082444" y="1084338"/>
                </a:lnTo>
                <a:lnTo>
                  <a:pt x="2083206" y="1084021"/>
                </a:lnTo>
                <a:lnTo>
                  <a:pt x="2084476" y="1082763"/>
                </a:lnTo>
                <a:lnTo>
                  <a:pt x="2084781" y="1082001"/>
                </a:lnTo>
                <a:lnTo>
                  <a:pt x="2084781" y="1067308"/>
                </a:lnTo>
                <a:close/>
              </a:path>
              <a:path w="3331845" h="2440304">
                <a:moveTo>
                  <a:pt x="2084781" y="1035037"/>
                </a:moveTo>
                <a:lnTo>
                  <a:pt x="2084476" y="1034275"/>
                </a:lnTo>
                <a:lnTo>
                  <a:pt x="2083206" y="1033018"/>
                </a:lnTo>
                <a:lnTo>
                  <a:pt x="2082444" y="1032700"/>
                </a:lnTo>
                <a:lnTo>
                  <a:pt x="2080666" y="1032700"/>
                </a:lnTo>
                <a:lnTo>
                  <a:pt x="2079904" y="1033018"/>
                </a:lnTo>
                <a:lnTo>
                  <a:pt x="2078647" y="1034275"/>
                </a:lnTo>
                <a:lnTo>
                  <a:pt x="2078329" y="1035037"/>
                </a:lnTo>
                <a:lnTo>
                  <a:pt x="2078329" y="1049731"/>
                </a:lnTo>
                <a:lnTo>
                  <a:pt x="2078647" y="1050493"/>
                </a:lnTo>
                <a:lnTo>
                  <a:pt x="2079904" y="1051750"/>
                </a:lnTo>
                <a:lnTo>
                  <a:pt x="2080666" y="1052068"/>
                </a:lnTo>
                <a:lnTo>
                  <a:pt x="2082444" y="1052068"/>
                </a:lnTo>
                <a:lnTo>
                  <a:pt x="2083206" y="1051750"/>
                </a:lnTo>
                <a:lnTo>
                  <a:pt x="2084476" y="1050493"/>
                </a:lnTo>
                <a:lnTo>
                  <a:pt x="2084781" y="1049731"/>
                </a:lnTo>
                <a:lnTo>
                  <a:pt x="2084781" y="1035037"/>
                </a:lnTo>
                <a:close/>
              </a:path>
              <a:path w="3331845" h="2440304">
                <a:moveTo>
                  <a:pt x="2084781" y="1002766"/>
                </a:moveTo>
                <a:lnTo>
                  <a:pt x="2084476" y="1002004"/>
                </a:lnTo>
                <a:lnTo>
                  <a:pt x="2083206" y="1000747"/>
                </a:lnTo>
                <a:lnTo>
                  <a:pt x="2082444" y="1000429"/>
                </a:lnTo>
                <a:lnTo>
                  <a:pt x="2080666" y="1000429"/>
                </a:lnTo>
                <a:lnTo>
                  <a:pt x="2079904" y="1000747"/>
                </a:lnTo>
                <a:lnTo>
                  <a:pt x="2078647" y="1002004"/>
                </a:lnTo>
                <a:lnTo>
                  <a:pt x="2078329" y="1002766"/>
                </a:lnTo>
                <a:lnTo>
                  <a:pt x="2078329" y="1017460"/>
                </a:lnTo>
                <a:lnTo>
                  <a:pt x="2078647" y="1018222"/>
                </a:lnTo>
                <a:lnTo>
                  <a:pt x="2079904" y="1019479"/>
                </a:lnTo>
                <a:lnTo>
                  <a:pt x="2080666" y="1019797"/>
                </a:lnTo>
                <a:lnTo>
                  <a:pt x="2082444" y="1019797"/>
                </a:lnTo>
                <a:lnTo>
                  <a:pt x="2083206" y="1019479"/>
                </a:lnTo>
                <a:lnTo>
                  <a:pt x="2084476" y="1018222"/>
                </a:lnTo>
                <a:lnTo>
                  <a:pt x="2084781" y="1017460"/>
                </a:lnTo>
                <a:lnTo>
                  <a:pt x="2084781" y="1002766"/>
                </a:lnTo>
                <a:close/>
              </a:path>
              <a:path w="3331845" h="2440304">
                <a:moveTo>
                  <a:pt x="2084781" y="970495"/>
                </a:moveTo>
                <a:lnTo>
                  <a:pt x="2084476" y="969733"/>
                </a:lnTo>
                <a:lnTo>
                  <a:pt x="2083206" y="968476"/>
                </a:lnTo>
                <a:lnTo>
                  <a:pt x="2082444" y="968159"/>
                </a:lnTo>
                <a:lnTo>
                  <a:pt x="2080666" y="968159"/>
                </a:lnTo>
                <a:lnTo>
                  <a:pt x="2079904" y="968476"/>
                </a:lnTo>
                <a:lnTo>
                  <a:pt x="2078647" y="969733"/>
                </a:lnTo>
                <a:lnTo>
                  <a:pt x="2078329" y="970495"/>
                </a:lnTo>
                <a:lnTo>
                  <a:pt x="2078329" y="985189"/>
                </a:lnTo>
                <a:lnTo>
                  <a:pt x="2078647" y="985951"/>
                </a:lnTo>
                <a:lnTo>
                  <a:pt x="2079904" y="987209"/>
                </a:lnTo>
                <a:lnTo>
                  <a:pt x="2080666" y="987526"/>
                </a:lnTo>
                <a:lnTo>
                  <a:pt x="2082444" y="987526"/>
                </a:lnTo>
                <a:lnTo>
                  <a:pt x="2083206" y="987209"/>
                </a:lnTo>
                <a:lnTo>
                  <a:pt x="2084476" y="985951"/>
                </a:lnTo>
                <a:lnTo>
                  <a:pt x="2084781" y="985189"/>
                </a:lnTo>
                <a:lnTo>
                  <a:pt x="2084781" y="970495"/>
                </a:lnTo>
                <a:close/>
              </a:path>
              <a:path w="3331845" h="2440304">
                <a:moveTo>
                  <a:pt x="2084781" y="938225"/>
                </a:moveTo>
                <a:lnTo>
                  <a:pt x="2084476" y="937463"/>
                </a:lnTo>
                <a:lnTo>
                  <a:pt x="2083206" y="936205"/>
                </a:lnTo>
                <a:lnTo>
                  <a:pt x="2082444" y="935888"/>
                </a:lnTo>
                <a:lnTo>
                  <a:pt x="2080666" y="935888"/>
                </a:lnTo>
                <a:lnTo>
                  <a:pt x="2079904" y="936205"/>
                </a:lnTo>
                <a:lnTo>
                  <a:pt x="2078647" y="937463"/>
                </a:lnTo>
                <a:lnTo>
                  <a:pt x="2078329" y="938225"/>
                </a:lnTo>
                <a:lnTo>
                  <a:pt x="2078329" y="952919"/>
                </a:lnTo>
                <a:lnTo>
                  <a:pt x="2078647" y="953681"/>
                </a:lnTo>
                <a:lnTo>
                  <a:pt x="2079904" y="954938"/>
                </a:lnTo>
                <a:lnTo>
                  <a:pt x="2080666" y="955255"/>
                </a:lnTo>
                <a:lnTo>
                  <a:pt x="2082444" y="955255"/>
                </a:lnTo>
                <a:lnTo>
                  <a:pt x="2083206" y="954938"/>
                </a:lnTo>
                <a:lnTo>
                  <a:pt x="2084476" y="953681"/>
                </a:lnTo>
                <a:lnTo>
                  <a:pt x="2084781" y="952919"/>
                </a:lnTo>
                <a:lnTo>
                  <a:pt x="2084781" y="938225"/>
                </a:lnTo>
                <a:close/>
              </a:path>
              <a:path w="3331845" h="2440304">
                <a:moveTo>
                  <a:pt x="2084781" y="905954"/>
                </a:moveTo>
                <a:lnTo>
                  <a:pt x="2084476" y="905192"/>
                </a:lnTo>
                <a:lnTo>
                  <a:pt x="2083206" y="903935"/>
                </a:lnTo>
                <a:lnTo>
                  <a:pt x="2082444" y="903617"/>
                </a:lnTo>
                <a:lnTo>
                  <a:pt x="2080666" y="903617"/>
                </a:lnTo>
                <a:lnTo>
                  <a:pt x="2079904" y="903935"/>
                </a:lnTo>
                <a:lnTo>
                  <a:pt x="2078647" y="905192"/>
                </a:lnTo>
                <a:lnTo>
                  <a:pt x="2078329" y="905954"/>
                </a:lnTo>
                <a:lnTo>
                  <a:pt x="2078329" y="920648"/>
                </a:lnTo>
                <a:lnTo>
                  <a:pt x="2078647" y="921397"/>
                </a:lnTo>
                <a:lnTo>
                  <a:pt x="2079904" y="922667"/>
                </a:lnTo>
                <a:lnTo>
                  <a:pt x="2080666" y="922985"/>
                </a:lnTo>
                <a:lnTo>
                  <a:pt x="2082444" y="922985"/>
                </a:lnTo>
                <a:lnTo>
                  <a:pt x="2083206" y="922667"/>
                </a:lnTo>
                <a:lnTo>
                  <a:pt x="2084476" y="921397"/>
                </a:lnTo>
                <a:lnTo>
                  <a:pt x="2084781" y="920648"/>
                </a:lnTo>
                <a:lnTo>
                  <a:pt x="2084781" y="905954"/>
                </a:lnTo>
                <a:close/>
              </a:path>
              <a:path w="3331845" h="2440304">
                <a:moveTo>
                  <a:pt x="2084781" y="873683"/>
                </a:moveTo>
                <a:lnTo>
                  <a:pt x="2084476" y="872921"/>
                </a:lnTo>
                <a:lnTo>
                  <a:pt x="2083206" y="871664"/>
                </a:lnTo>
                <a:lnTo>
                  <a:pt x="2082444" y="871347"/>
                </a:lnTo>
                <a:lnTo>
                  <a:pt x="2080666" y="871347"/>
                </a:lnTo>
                <a:lnTo>
                  <a:pt x="2079904" y="871664"/>
                </a:lnTo>
                <a:lnTo>
                  <a:pt x="2078647" y="872921"/>
                </a:lnTo>
                <a:lnTo>
                  <a:pt x="2078329" y="873683"/>
                </a:lnTo>
                <a:lnTo>
                  <a:pt x="2078329" y="888365"/>
                </a:lnTo>
                <a:lnTo>
                  <a:pt x="2078647" y="889127"/>
                </a:lnTo>
                <a:lnTo>
                  <a:pt x="2079904" y="890397"/>
                </a:lnTo>
                <a:lnTo>
                  <a:pt x="2080666" y="890701"/>
                </a:lnTo>
                <a:lnTo>
                  <a:pt x="2082444" y="890701"/>
                </a:lnTo>
                <a:lnTo>
                  <a:pt x="2083206" y="890397"/>
                </a:lnTo>
                <a:lnTo>
                  <a:pt x="2084476" y="889127"/>
                </a:lnTo>
                <a:lnTo>
                  <a:pt x="2084781" y="888365"/>
                </a:lnTo>
                <a:lnTo>
                  <a:pt x="2084781" y="873683"/>
                </a:lnTo>
                <a:close/>
              </a:path>
              <a:path w="3331845" h="2440304">
                <a:moveTo>
                  <a:pt x="2084781" y="841413"/>
                </a:moveTo>
                <a:lnTo>
                  <a:pt x="2084476" y="840651"/>
                </a:lnTo>
                <a:lnTo>
                  <a:pt x="2083206" y="839381"/>
                </a:lnTo>
                <a:lnTo>
                  <a:pt x="2082444" y="839076"/>
                </a:lnTo>
                <a:lnTo>
                  <a:pt x="2080666" y="839076"/>
                </a:lnTo>
                <a:lnTo>
                  <a:pt x="2079904" y="839381"/>
                </a:lnTo>
                <a:lnTo>
                  <a:pt x="2078647" y="840651"/>
                </a:lnTo>
                <a:lnTo>
                  <a:pt x="2078329" y="841413"/>
                </a:lnTo>
                <a:lnTo>
                  <a:pt x="2078329" y="856094"/>
                </a:lnTo>
                <a:lnTo>
                  <a:pt x="2078647" y="856856"/>
                </a:lnTo>
                <a:lnTo>
                  <a:pt x="2079904" y="858113"/>
                </a:lnTo>
                <a:lnTo>
                  <a:pt x="2080666" y="858431"/>
                </a:lnTo>
                <a:lnTo>
                  <a:pt x="2082444" y="858431"/>
                </a:lnTo>
                <a:lnTo>
                  <a:pt x="2083206" y="858113"/>
                </a:lnTo>
                <a:lnTo>
                  <a:pt x="2084476" y="856856"/>
                </a:lnTo>
                <a:lnTo>
                  <a:pt x="2084781" y="856094"/>
                </a:lnTo>
                <a:lnTo>
                  <a:pt x="2084781" y="841413"/>
                </a:lnTo>
                <a:close/>
              </a:path>
              <a:path w="3331845" h="2440304">
                <a:moveTo>
                  <a:pt x="2084781" y="809129"/>
                </a:moveTo>
                <a:lnTo>
                  <a:pt x="2084476" y="808380"/>
                </a:lnTo>
                <a:lnTo>
                  <a:pt x="2083206" y="807110"/>
                </a:lnTo>
                <a:lnTo>
                  <a:pt x="2082444" y="806792"/>
                </a:lnTo>
                <a:lnTo>
                  <a:pt x="2080666" y="806792"/>
                </a:lnTo>
                <a:lnTo>
                  <a:pt x="2079904" y="807110"/>
                </a:lnTo>
                <a:lnTo>
                  <a:pt x="2078647" y="808380"/>
                </a:lnTo>
                <a:lnTo>
                  <a:pt x="2078329" y="809129"/>
                </a:lnTo>
                <a:lnTo>
                  <a:pt x="2078329" y="823823"/>
                </a:lnTo>
                <a:lnTo>
                  <a:pt x="2078647" y="824585"/>
                </a:lnTo>
                <a:lnTo>
                  <a:pt x="2079904" y="825842"/>
                </a:lnTo>
                <a:lnTo>
                  <a:pt x="2080666" y="826160"/>
                </a:lnTo>
                <a:lnTo>
                  <a:pt x="2082444" y="826160"/>
                </a:lnTo>
                <a:lnTo>
                  <a:pt x="2083206" y="825842"/>
                </a:lnTo>
                <a:lnTo>
                  <a:pt x="2084476" y="824585"/>
                </a:lnTo>
                <a:lnTo>
                  <a:pt x="2084781" y="823823"/>
                </a:lnTo>
                <a:lnTo>
                  <a:pt x="2084781" y="809129"/>
                </a:lnTo>
                <a:close/>
              </a:path>
              <a:path w="3331845" h="2440304">
                <a:moveTo>
                  <a:pt x="2084781" y="776859"/>
                </a:moveTo>
                <a:lnTo>
                  <a:pt x="2084476" y="776097"/>
                </a:lnTo>
                <a:lnTo>
                  <a:pt x="2083206" y="774839"/>
                </a:lnTo>
                <a:lnTo>
                  <a:pt x="2082444" y="774522"/>
                </a:lnTo>
                <a:lnTo>
                  <a:pt x="2080666" y="774522"/>
                </a:lnTo>
                <a:lnTo>
                  <a:pt x="2079904" y="774839"/>
                </a:lnTo>
                <a:lnTo>
                  <a:pt x="2078647" y="776097"/>
                </a:lnTo>
                <a:lnTo>
                  <a:pt x="2078329" y="776859"/>
                </a:lnTo>
                <a:lnTo>
                  <a:pt x="2078329" y="791552"/>
                </a:lnTo>
                <a:lnTo>
                  <a:pt x="2078647" y="792314"/>
                </a:lnTo>
                <a:lnTo>
                  <a:pt x="2079904" y="793572"/>
                </a:lnTo>
                <a:lnTo>
                  <a:pt x="2080666" y="793889"/>
                </a:lnTo>
                <a:lnTo>
                  <a:pt x="2082444" y="793889"/>
                </a:lnTo>
                <a:lnTo>
                  <a:pt x="2083206" y="793572"/>
                </a:lnTo>
                <a:lnTo>
                  <a:pt x="2084476" y="792314"/>
                </a:lnTo>
                <a:lnTo>
                  <a:pt x="2084781" y="791552"/>
                </a:lnTo>
                <a:lnTo>
                  <a:pt x="2084781" y="776859"/>
                </a:lnTo>
                <a:close/>
              </a:path>
              <a:path w="3331845" h="2440304">
                <a:moveTo>
                  <a:pt x="2084781" y="744588"/>
                </a:moveTo>
                <a:lnTo>
                  <a:pt x="2084476" y="743826"/>
                </a:lnTo>
                <a:lnTo>
                  <a:pt x="2083206" y="742569"/>
                </a:lnTo>
                <a:lnTo>
                  <a:pt x="2082444" y="742251"/>
                </a:lnTo>
                <a:lnTo>
                  <a:pt x="2080666" y="742251"/>
                </a:lnTo>
                <a:lnTo>
                  <a:pt x="2079904" y="742569"/>
                </a:lnTo>
                <a:lnTo>
                  <a:pt x="2078647" y="743826"/>
                </a:lnTo>
                <a:lnTo>
                  <a:pt x="2078329" y="744588"/>
                </a:lnTo>
                <a:lnTo>
                  <a:pt x="2078329" y="759282"/>
                </a:lnTo>
                <a:lnTo>
                  <a:pt x="2078647" y="760044"/>
                </a:lnTo>
                <a:lnTo>
                  <a:pt x="2079904" y="761301"/>
                </a:lnTo>
                <a:lnTo>
                  <a:pt x="2080666" y="761619"/>
                </a:lnTo>
                <a:lnTo>
                  <a:pt x="2082444" y="761619"/>
                </a:lnTo>
                <a:lnTo>
                  <a:pt x="2083206" y="761301"/>
                </a:lnTo>
                <a:lnTo>
                  <a:pt x="2084476" y="760044"/>
                </a:lnTo>
                <a:lnTo>
                  <a:pt x="2084781" y="759282"/>
                </a:lnTo>
                <a:lnTo>
                  <a:pt x="2084781" y="744588"/>
                </a:lnTo>
                <a:close/>
              </a:path>
              <a:path w="3331845" h="2440304">
                <a:moveTo>
                  <a:pt x="2084781" y="712317"/>
                </a:moveTo>
                <a:lnTo>
                  <a:pt x="2084476" y="711555"/>
                </a:lnTo>
                <a:lnTo>
                  <a:pt x="2083206" y="710298"/>
                </a:lnTo>
                <a:lnTo>
                  <a:pt x="2082444" y="709980"/>
                </a:lnTo>
                <a:lnTo>
                  <a:pt x="2080666" y="709980"/>
                </a:lnTo>
                <a:lnTo>
                  <a:pt x="2079904" y="710298"/>
                </a:lnTo>
                <a:lnTo>
                  <a:pt x="2078647" y="711555"/>
                </a:lnTo>
                <a:lnTo>
                  <a:pt x="2078329" y="712317"/>
                </a:lnTo>
                <a:lnTo>
                  <a:pt x="2078329" y="727011"/>
                </a:lnTo>
                <a:lnTo>
                  <a:pt x="2078647" y="727773"/>
                </a:lnTo>
                <a:lnTo>
                  <a:pt x="2079904" y="729030"/>
                </a:lnTo>
                <a:lnTo>
                  <a:pt x="2080666" y="729348"/>
                </a:lnTo>
                <a:lnTo>
                  <a:pt x="2082444" y="729348"/>
                </a:lnTo>
                <a:lnTo>
                  <a:pt x="2083206" y="729030"/>
                </a:lnTo>
                <a:lnTo>
                  <a:pt x="2084476" y="727773"/>
                </a:lnTo>
                <a:lnTo>
                  <a:pt x="2084781" y="727011"/>
                </a:lnTo>
                <a:lnTo>
                  <a:pt x="2084781" y="712317"/>
                </a:lnTo>
                <a:close/>
              </a:path>
              <a:path w="3331845" h="2440304">
                <a:moveTo>
                  <a:pt x="2084781" y="680046"/>
                </a:moveTo>
                <a:lnTo>
                  <a:pt x="2084476" y="679284"/>
                </a:lnTo>
                <a:lnTo>
                  <a:pt x="2083206" y="678027"/>
                </a:lnTo>
                <a:lnTo>
                  <a:pt x="2082444" y="677710"/>
                </a:lnTo>
                <a:lnTo>
                  <a:pt x="2080666" y="677710"/>
                </a:lnTo>
                <a:lnTo>
                  <a:pt x="2079904" y="678027"/>
                </a:lnTo>
                <a:lnTo>
                  <a:pt x="2078647" y="679284"/>
                </a:lnTo>
                <a:lnTo>
                  <a:pt x="2078329" y="680046"/>
                </a:lnTo>
                <a:lnTo>
                  <a:pt x="2078329" y="694740"/>
                </a:lnTo>
                <a:lnTo>
                  <a:pt x="2078647" y="695502"/>
                </a:lnTo>
                <a:lnTo>
                  <a:pt x="2079904" y="696760"/>
                </a:lnTo>
                <a:lnTo>
                  <a:pt x="2080666" y="697077"/>
                </a:lnTo>
                <a:lnTo>
                  <a:pt x="2082444" y="697077"/>
                </a:lnTo>
                <a:lnTo>
                  <a:pt x="2083206" y="696760"/>
                </a:lnTo>
                <a:lnTo>
                  <a:pt x="2084476" y="695502"/>
                </a:lnTo>
                <a:lnTo>
                  <a:pt x="2084781" y="694740"/>
                </a:lnTo>
                <a:lnTo>
                  <a:pt x="2084781" y="680046"/>
                </a:lnTo>
                <a:close/>
              </a:path>
              <a:path w="3331845" h="2440304">
                <a:moveTo>
                  <a:pt x="2084781" y="647776"/>
                </a:moveTo>
                <a:lnTo>
                  <a:pt x="2084476" y="647014"/>
                </a:lnTo>
                <a:lnTo>
                  <a:pt x="2083206" y="645756"/>
                </a:lnTo>
                <a:lnTo>
                  <a:pt x="2082444" y="645439"/>
                </a:lnTo>
                <a:lnTo>
                  <a:pt x="2080666" y="645439"/>
                </a:lnTo>
                <a:lnTo>
                  <a:pt x="2079904" y="645756"/>
                </a:lnTo>
                <a:lnTo>
                  <a:pt x="2078647" y="647014"/>
                </a:lnTo>
                <a:lnTo>
                  <a:pt x="2078329" y="647776"/>
                </a:lnTo>
                <a:lnTo>
                  <a:pt x="2078329" y="662470"/>
                </a:lnTo>
                <a:lnTo>
                  <a:pt x="2078647" y="663232"/>
                </a:lnTo>
                <a:lnTo>
                  <a:pt x="2079904" y="664489"/>
                </a:lnTo>
                <a:lnTo>
                  <a:pt x="2080666" y="664806"/>
                </a:lnTo>
                <a:lnTo>
                  <a:pt x="2082444" y="664806"/>
                </a:lnTo>
                <a:lnTo>
                  <a:pt x="2083206" y="664489"/>
                </a:lnTo>
                <a:lnTo>
                  <a:pt x="2084476" y="663232"/>
                </a:lnTo>
                <a:lnTo>
                  <a:pt x="2084781" y="662470"/>
                </a:lnTo>
                <a:lnTo>
                  <a:pt x="2084781" y="647776"/>
                </a:lnTo>
                <a:close/>
              </a:path>
              <a:path w="3331845" h="2440304">
                <a:moveTo>
                  <a:pt x="2084781" y="615505"/>
                </a:moveTo>
                <a:lnTo>
                  <a:pt x="2084476" y="614743"/>
                </a:lnTo>
                <a:lnTo>
                  <a:pt x="2083206" y="613486"/>
                </a:lnTo>
                <a:lnTo>
                  <a:pt x="2082444" y="613168"/>
                </a:lnTo>
                <a:lnTo>
                  <a:pt x="2080666" y="613168"/>
                </a:lnTo>
                <a:lnTo>
                  <a:pt x="2079904" y="613486"/>
                </a:lnTo>
                <a:lnTo>
                  <a:pt x="2078647" y="614743"/>
                </a:lnTo>
                <a:lnTo>
                  <a:pt x="2078329" y="615505"/>
                </a:lnTo>
                <a:lnTo>
                  <a:pt x="2078329" y="630199"/>
                </a:lnTo>
                <a:lnTo>
                  <a:pt x="2078647" y="630948"/>
                </a:lnTo>
                <a:lnTo>
                  <a:pt x="2079904" y="632218"/>
                </a:lnTo>
                <a:lnTo>
                  <a:pt x="2080666" y="632523"/>
                </a:lnTo>
                <a:lnTo>
                  <a:pt x="2082444" y="632523"/>
                </a:lnTo>
                <a:lnTo>
                  <a:pt x="2083206" y="632218"/>
                </a:lnTo>
                <a:lnTo>
                  <a:pt x="2084476" y="630948"/>
                </a:lnTo>
                <a:lnTo>
                  <a:pt x="2084781" y="630199"/>
                </a:lnTo>
                <a:lnTo>
                  <a:pt x="2084781" y="615505"/>
                </a:lnTo>
                <a:close/>
              </a:path>
              <a:path w="3331845" h="2440304">
                <a:moveTo>
                  <a:pt x="2084781" y="583234"/>
                </a:moveTo>
                <a:lnTo>
                  <a:pt x="2084476" y="582472"/>
                </a:lnTo>
                <a:lnTo>
                  <a:pt x="2083206" y="581202"/>
                </a:lnTo>
                <a:lnTo>
                  <a:pt x="2082444" y="580898"/>
                </a:lnTo>
                <a:lnTo>
                  <a:pt x="2080666" y="580898"/>
                </a:lnTo>
                <a:lnTo>
                  <a:pt x="2079904" y="581202"/>
                </a:lnTo>
                <a:lnTo>
                  <a:pt x="2078647" y="582472"/>
                </a:lnTo>
                <a:lnTo>
                  <a:pt x="2078329" y="583234"/>
                </a:lnTo>
                <a:lnTo>
                  <a:pt x="2078329" y="597916"/>
                </a:lnTo>
                <a:lnTo>
                  <a:pt x="2078647" y="598678"/>
                </a:lnTo>
                <a:lnTo>
                  <a:pt x="2079904" y="599948"/>
                </a:lnTo>
                <a:lnTo>
                  <a:pt x="2080666" y="600252"/>
                </a:lnTo>
                <a:lnTo>
                  <a:pt x="2082444" y="600252"/>
                </a:lnTo>
                <a:lnTo>
                  <a:pt x="2083206" y="599948"/>
                </a:lnTo>
                <a:lnTo>
                  <a:pt x="2084476" y="598678"/>
                </a:lnTo>
                <a:lnTo>
                  <a:pt x="2084781" y="597916"/>
                </a:lnTo>
                <a:lnTo>
                  <a:pt x="2084781" y="583234"/>
                </a:lnTo>
                <a:close/>
              </a:path>
              <a:path w="3331845" h="2440304">
                <a:moveTo>
                  <a:pt x="2084781" y="550951"/>
                </a:moveTo>
                <a:lnTo>
                  <a:pt x="2084476" y="550202"/>
                </a:lnTo>
                <a:lnTo>
                  <a:pt x="2083206" y="548932"/>
                </a:lnTo>
                <a:lnTo>
                  <a:pt x="2082444" y="548627"/>
                </a:lnTo>
                <a:lnTo>
                  <a:pt x="2080666" y="548627"/>
                </a:lnTo>
                <a:lnTo>
                  <a:pt x="2079904" y="548932"/>
                </a:lnTo>
                <a:lnTo>
                  <a:pt x="2078647" y="550202"/>
                </a:lnTo>
                <a:lnTo>
                  <a:pt x="2078329" y="550951"/>
                </a:lnTo>
                <a:lnTo>
                  <a:pt x="2078329" y="565645"/>
                </a:lnTo>
                <a:lnTo>
                  <a:pt x="2078647" y="566407"/>
                </a:lnTo>
                <a:lnTo>
                  <a:pt x="2079904" y="567664"/>
                </a:lnTo>
                <a:lnTo>
                  <a:pt x="2080666" y="567982"/>
                </a:lnTo>
                <a:lnTo>
                  <a:pt x="2082444" y="567982"/>
                </a:lnTo>
                <a:lnTo>
                  <a:pt x="2083206" y="567664"/>
                </a:lnTo>
                <a:lnTo>
                  <a:pt x="2084476" y="566407"/>
                </a:lnTo>
                <a:lnTo>
                  <a:pt x="2084781" y="565645"/>
                </a:lnTo>
                <a:lnTo>
                  <a:pt x="2084781" y="550951"/>
                </a:lnTo>
                <a:close/>
              </a:path>
              <a:path w="3331845" h="2440304">
                <a:moveTo>
                  <a:pt x="2084781" y="518680"/>
                </a:moveTo>
                <a:lnTo>
                  <a:pt x="2084476" y="517918"/>
                </a:lnTo>
                <a:lnTo>
                  <a:pt x="2083206" y="516661"/>
                </a:lnTo>
                <a:lnTo>
                  <a:pt x="2082444" y="516343"/>
                </a:lnTo>
                <a:lnTo>
                  <a:pt x="2080666" y="516343"/>
                </a:lnTo>
                <a:lnTo>
                  <a:pt x="2079904" y="516661"/>
                </a:lnTo>
                <a:lnTo>
                  <a:pt x="2078647" y="517918"/>
                </a:lnTo>
                <a:lnTo>
                  <a:pt x="2078329" y="518680"/>
                </a:lnTo>
                <a:lnTo>
                  <a:pt x="2078329" y="533374"/>
                </a:lnTo>
                <a:lnTo>
                  <a:pt x="2078647" y="534136"/>
                </a:lnTo>
                <a:lnTo>
                  <a:pt x="2079904" y="535393"/>
                </a:lnTo>
                <a:lnTo>
                  <a:pt x="2080666" y="535711"/>
                </a:lnTo>
                <a:lnTo>
                  <a:pt x="2082444" y="535711"/>
                </a:lnTo>
                <a:lnTo>
                  <a:pt x="2083206" y="535393"/>
                </a:lnTo>
                <a:lnTo>
                  <a:pt x="2084476" y="534136"/>
                </a:lnTo>
                <a:lnTo>
                  <a:pt x="2084781" y="533374"/>
                </a:lnTo>
                <a:lnTo>
                  <a:pt x="2084781" y="518680"/>
                </a:lnTo>
                <a:close/>
              </a:path>
              <a:path w="3331845" h="2440304">
                <a:moveTo>
                  <a:pt x="2084781" y="486410"/>
                </a:moveTo>
                <a:lnTo>
                  <a:pt x="2084476" y="485648"/>
                </a:lnTo>
                <a:lnTo>
                  <a:pt x="2083206" y="484390"/>
                </a:lnTo>
                <a:lnTo>
                  <a:pt x="2082444" y="484073"/>
                </a:lnTo>
                <a:lnTo>
                  <a:pt x="2080666" y="484073"/>
                </a:lnTo>
                <a:lnTo>
                  <a:pt x="2079904" y="484390"/>
                </a:lnTo>
                <a:lnTo>
                  <a:pt x="2078647" y="485648"/>
                </a:lnTo>
                <a:lnTo>
                  <a:pt x="2078329" y="486410"/>
                </a:lnTo>
                <a:lnTo>
                  <a:pt x="2078329" y="501103"/>
                </a:lnTo>
                <a:lnTo>
                  <a:pt x="2078647" y="501865"/>
                </a:lnTo>
                <a:lnTo>
                  <a:pt x="2079904" y="503123"/>
                </a:lnTo>
                <a:lnTo>
                  <a:pt x="2080666" y="503440"/>
                </a:lnTo>
                <a:lnTo>
                  <a:pt x="2082444" y="503440"/>
                </a:lnTo>
                <a:lnTo>
                  <a:pt x="2083206" y="503123"/>
                </a:lnTo>
                <a:lnTo>
                  <a:pt x="2084476" y="501865"/>
                </a:lnTo>
                <a:lnTo>
                  <a:pt x="2084781" y="501103"/>
                </a:lnTo>
                <a:lnTo>
                  <a:pt x="2084781" y="486410"/>
                </a:lnTo>
                <a:close/>
              </a:path>
              <a:path w="3331845" h="2440304">
                <a:moveTo>
                  <a:pt x="2084781" y="454139"/>
                </a:moveTo>
                <a:lnTo>
                  <a:pt x="2084476" y="453377"/>
                </a:lnTo>
                <a:lnTo>
                  <a:pt x="2083206" y="452120"/>
                </a:lnTo>
                <a:lnTo>
                  <a:pt x="2082444" y="451802"/>
                </a:lnTo>
                <a:lnTo>
                  <a:pt x="2080666" y="451802"/>
                </a:lnTo>
                <a:lnTo>
                  <a:pt x="2079904" y="452120"/>
                </a:lnTo>
                <a:lnTo>
                  <a:pt x="2078647" y="453377"/>
                </a:lnTo>
                <a:lnTo>
                  <a:pt x="2078329" y="454139"/>
                </a:lnTo>
                <a:lnTo>
                  <a:pt x="2078329" y="468833"/>
                </a:lnTo>
                <a:lnTo>
                  <a:pt x="2078647" y="469595"/>
                </a:lnTo>
                <a:lnTo>
                  <a:pt x="2079904" y="470852"/>
                </a:lnTo>
                <a:lnTo>
                  <a:pt x="2080666" y="471170"/>
                </a:lnTo>
                <a:lnTo>
                  <a:pt x="2082444" y="471170"/>
                </a:lnTo>
                <a:lnTo>
                  <a:pt x="2083206" y="470852"/>
                </a:lnTo>
                <a:lnTo>
                  <a:pt x="2084476" y="469595"/>
                </a:lnTo>
                <a:lnTo>
                  <a:pt x="2084781" y="468833"/>
                </a:lnTo>
                <a:lnTo>
                  <a:pt x="2084781" y="454139"/>
                </a:lnTo>
                <a:close/>
              </a:path>
              <a:path w="3331845" h="2440304">
                <a:moveTo>
                  <a:pt x="2084781" y="421868"/>
                </a:moveTo>
                <a:lnTo>
                  <a:pt x="2084476" y="421106"/>
                </a:lnTo>
                <a:lnTo>
                  <a:pt x="2083206" y="419849"/>
                </a:lnTo>
                <a:lnTo>
                  <a:pt x="2082444" y="419531"/>
                </a:lnTo>
                <a:lnTo>
                  <a:pt x="2080666" y="419531"/>
                </a:lnTo>
                <a:lnTo>
                  <a:pt x="2079904" y="419849"/>
                </a:lnTo>
                <a:lnTo>
                  <a:pt x="2078647" y="421106"/>
                </a:lnTo>
                <a:lnTo>
                  <a:pt x="2078329" y="421868"/>
                </a:lnTo>
                <a:lnTo>
                  <a:pt x="2078329" y="436562"/>
                </a:lnTo>
                <a:lnTo>
                  <a:pt x="2078647" y="437324"/>
                </a:lnTo>
                <a:lnTo>
                  <a:pt x="2079904" y="438581"/>
                </a:lnTo>
                <a:lnTo>
                  <a:pt x="2080666" y="438899"/>
                </a:lnTo>
                <a:lnTo>
                  <a:pt x="2082444" y="438899"/>
                </a:lnTo>
                <a:lnTo>
                  <a:pt x="2083206" y="438581"/>
                </a:lnTo>
                <a:lnTo>
                  <a:pt x="2084476" y="437324"/>
                </a:lnTo>
                <a:lnTo>
                  <a:pt x="2084781" y="436562"/>
                </a:lnTo>
                <a:lnTo>
                  <a:pt x="2084781" y="421868"/>
                </a:lnTo>
                <a:close/>
              </a:path>
              <a:path w="3331845" h="2440304">
                <a:moveTo>
                  <a:pt x="2084781" y="389597"/>
                </a:moveTo>
                <a:lnTo>
                  <a:pt x="2084476" y="388835"/>
                </a:lnTo>
                <a:lnTo>
                  <a:pt x="2083206" y="387578"/>
                </a:lnTo>
                <a:lnTo>
                  <a:pt x="2082444" y="387261"/>
                </a:lnTo>
                <a:lnTo>
                  <a:pt x="2080666" y="387261"/>
                </a:lnTo>
                <a:lnTo>
                  <a:pt x="2079904" y="387578"/>
                </a:lnTo>
                <a:lnTo>
                  <a:pt x="2078647" y="388835"/>
                </a:lnTo>
                <a:lnTo>
                  <a:pt x="2078329" y="389597"/>
                </a:lnTo>
                <a:lnTo>
                  <a:pt x="2078329" y="404291"/>
                </a:lnTo>
                <a:lnTo>
                  <a:pt x="2078647" y="405053"/>
                </a:lnTo>
                <a:lnTo>
                  <a:pt x="2079904" y="406311"/>
                </a:lnTo>
                <a:lnTo>
                  <a:pt x="2080666" y="406628"/>
                </a:lnTo>
                <a:lnTo>
                  <a:pt x="2082444" y="406628"/>
                </a:lnTo>
                <a:lnTo>
                  <a:pt x="2083206" y="406311"/>
                </a:lnTo>
                <a:lnTo>
                  <a:pt x="2084476" y="405053"/>
                </a:lnTo>
                <a:lnTo>
                  <a:pt x="2084781" y="404291"/>
                </a:lnTo>
                <a:lnTo>
                  <a:pt x="2084781" y="389597"/>
                </a:lnTo>
                <a:close/>
              </a:path>
              <a:path w="3331845" h="2440304">
                <a:moveTo>
                  <a:pt x="2084781" y="357327"/>
                </a:moveTo>
                <a:lnTo>
                  <a:pt x="2084476" y="356565"/>
                </a:lnTo>
                <a:lnTo>
                  <a:pt x="2083206" y="355307"/>
                </a:lnTo>
                <a:lnTo>
                  <a:pt x="2082444" y="354990"/>
                </a:lnTo>
                <a:lnTo>
                  <a:pt x="2080666" y="354990"/>
                </a:lnTo>
                <a:lnTo>
                  <a:pt x="2079904" y="355307"/>
                </a:lnTo>
                <a:lnTo>
                  <a:pt x="2078647" y="356565"/>
                </a:lnTo>
                <a:lnTo>
                  <a:pt x="2078329" y="357327"/>
                </a:lnTo>
                <a:lnTo>
                  <a:pt x="2078329" y="372021"/>
                </a:lnTo>
                <a:lnTo>
                  <a:pt x="2078647" y="372770"/>
                </a:lnTo>
                <a:lnTo>
                  <a:pt x="2079904" y="374040"/>
                </a:lnTo>
                <a:lnTo>
                  <a:pt x="2080666" y="374345"/>
                </a:lnTo>
                <a:lnTo>
                  <a:pt x="2082444" y="374345"/>
                </a:lnTo>
                <a:lnTo>
                  <a:pt x="2083206" y="374040"/>
                </a:lnTo>
                <a:lnTo>
                  <a:pt x="2084476" y="372770"/>
                </a:lnTo>
                <a:lnTo>
                  <a:pt x="2084781" y="372021"/>
                </a:lnTo>
                <a:lnTo>
                  <a:pt x="2084781" y="357327"/>
                </a:lnTo>
                <a:close/>
              </a:path>
              <a:path w="3331845" h="2440304">
                <a:moveTo>
                  <a:pt x="2084781" y="325056"/>
                </a:moveTo>
                <a:lnTo>
                  <a:pt x="2084476" y="324294"/>
                </a:lnTo>
                <a:lnTo>
                  <a:pt x="2083206" y="323037"/>
                </a:lnTo>
                <a:lnTo>
                  <a:pt x="2082444" y="322719"/>
                </a:lnTo>
                <a:lnTo>
                  <a:pt x="2080666" y="322719"/>
                </a:lnTo>
                <a:lnTo>
                  <a:pt x="2079904" y="323037"/>
                </a:lnTo>
                <a:lnTo>
                  <a:pt x="2078647" y="324294"/>
                </a:lnTo>
                <a:lnTo>
                  <a:pt x="2078329" y="325056"/>
                </a:lnTo>
                <a:lnTo>
                  <a:pt x="2078329" y="339737"/>
                </a:lnTo>
                <a:lnTo>
                  <a:pt x="2078647" y="340499"/>
                </a:lnTo>
                <a:lnTo>
                  <a:pt x="2079904" y="341769"/>
                </a:lnTo>
                <a:lnTo>
                  <a:pt x="2080666" y="342074"/>
                </a:lnTo>
                <a:lnTo>
                  <a:pt x="2082444" y="342074"/>
                </a:lnTo>
                <a:lnTo>
                  <a:pt x="2083206" y="341769"/>
                </a:lnTo>
                <a:lnTo>
                  <a:pt x="2084476" y="340499"/>
                </a:lnTo>
                <a:lnTo>
                  <a:pt x="2084781" y="339737"/>
                </a:lnTo>
                <a:lnTo>
                  <a:pt x="2084781" y="325056"/>
                </a:lnTo>
                <a:close/>
              </a:path>
              <a:path w="3331845" h="2440304">
                <a:moveTo>
                  <a:pt x="2084781" y="292785"/>
                </a:moveTo>
                <a:lnTo>
                  <a:pt x="2084476" y="292023"/>
                </a:lnTo>
                <a:lnTo>
                  <a:pt x="2083206" y="290753"/>
                </a:lnTo>
                <a:lnTo>
                  <a:pt x="2082444" y="290449"/>
                </a:lnTo>
                <a:lnTo>
                  <a:pt x="2080666" y="290449"/>
                </a:lnTo>
                <a:lnTo>
                  <a:pt x="2079904" y="290753"/>
                </a:lnTo>
                <a:lnTo>
                  <a:pt x="2078647" y="292023"/>
                </a:lnTo>
                <a:lnTo>
                  <a:pt x="2078329" y="292785"/>
                </a:lnTo>
                <a:lnTo>
                  <a:pt x="2078329" y="307467"/>
                </a:lnTo>
                <a:lnTo>
                  <a:pt x="2078647" y="308229"/>
                </a:lnTo>
                <a:lnTo>
                  <a:pt x="2079904" y="309486"/>
                </a:lnTo>
                <a:lnTo>
                  <a:pt x="2080666" y="309803"/>
                </a:lnTo>
                <a:lnTo>
                  <a:pt x="2082444" y="309803"/>
                </a:lnTo>
                <a:lnTo>
                  <a:pt x="2083206" y="309486"/>
                </a:lnTo>
                <a:lnTo>
                  <a:pt x="2084476" y="308229"/>
                </a:lnTo>
                <a:lnTo>
                  <a:pt x="2084781" y="307467"/>
                </a:lnTo>
                <a:lnTo>
                  <a:pt x="2084781" y="292785"/>
                </a:lnTo>
                <a:close/>
              </a:path>
              <a:path w="3331845" h="2440304">
                <a:moveTo>
                  <a:pt x="2084781" y="260502"/>
                </a:moveTo>
                <a:lnTo>
                  <a:pt x="2084476" y="259753"/>
                </a:lnTo>
                <a:lnTo>
                  <a:pt x="2083206" y="258483"/>
                </a:lnTo>
                <a:lnTo>
                  <a:pt x="2082444" y="258165"/>
                </a:lnTo>
                <a:lnTo>
                  <a:pt x="2080666" y="258165"/>
                </a:lnTo>
                <a:lnTo>
                  <a:pt x="2079904" y="258483"/>
                </a:lnTo>
                <a:lnTo>
                  <a:pt x="2078647" y="259753"/>
                </a:lnTo>
                <a:lnTo>
                  <a:pt x="2078329" y="260502"/>
                </a:lnTo>
                <a:lnTo>
                  <a:pt x="2078329" y="275196"/>
                </a:lnTo>
                <a:lnTo>
                  <a:pt x="2078647" y="275958"/>
                </a:lnTo>
                <a:lnTo>
                  <a:pt x="2079904" y="277215"/>
                </a:lnTo>
                <a:lnTo>
                  <a:pt x="2080666" y="277533"/>
                </a:lnTo>
                <a:lnTo>
                  <a:pt x="2082444" y="277533"/>
                </a:lnTo>
                <a:lnTo>
                  <a:pt x="2083206" y="277215"/>
                </a:lnTo>
                <a:lnTo>
                  <a:pt x="2084476" y="275958"/>
                </a:lnTo>
                <a:lnTo>
                  <a:pt x="2084781" y="275196"/>
                </a:lnTo>
                <a:lnTo>
                  <a:pt x="2084781" y="260502"/>
                </a:lnTo>
                <a:close/>
              </a:path>
              <a:path w="3331845" h="2440304">
                <a:moveTo>
                  <a:pt x="2084781" y="228231"/>
                </a:moveTo>
                <a:lnTo>
                  <a:pt x="2084476" y="227469"/>
                </a:lnTo>
                <a:lnTo>
                  <a:pt x="2083206" y="226212"/>
                </a:lnTo>
                <a:lnTo>
                  <a:pt x="2082444" y="225894"/>
                </a:lnTo>
                <a:lnTo>
                  <a:pt x="2080666" y="225894"/>
                </a:lnTo>
                <a:lnTo>
                  <a:pt x="2079904" y="226212"/>
                </a:lnTo>
                <a:lnTo>
                  <a:pt x="2078647" y="227469"/>
                </a:lnTo>
                <a:lnTo>
                  <a:pt x="2078329" y="228231"/>
                </a:lnTo>
                <a:lnTo>
                  <a:pt x="2078329" y="242925"/>
                </a:lnTo>
                <a:lnTo>
                  <a:pt x="2078647" y="243687"/>
                </a:lnTo>
                <a:lnTo>
                  <a:pt x="2079904" y="244944"/>
                </a:lnTo>
                <a:lnTo>
                  <a:pt x="2080666" y="245262"/>
                </a:lnTo>
                <a:lnTo>
                  <a:pt x="2082444" y="245262"/>
                </a:lnTo>
                <a:lnTo>
                  <a:pt x="2083206" y="244944"/>
                </a:lnTo>
                <a:lnTo>
                  <a:pt x="2084476" y="243687"/>
                </a:lnTo>
                <a:lnTo>
                  <a:pt x="2084781" y="242925"/>
                </a:lnTo>
                <a:lnTo>
                  <a:pt x="2084781" y="228231"/>
                </a:lnTo>
                <a:close/>
              </a:path>
              <a:path w="3331845" h="2440304">
                <a:moveTo>
                  <a:pt x="2084781" y="195961"/>
                </a:moveTo>
                <a:lnTo>
                  <a:pt x="2084476" y="195199"/>
                </a:lnTo>
                <a:lnTo>
                  <a:pt x="2083206" y="193941"/>
                </a:lnTo>
                <a:lnTo>
                  <a:pt x="2082444" y="193624"/>
                </a:lnTo>
                <a:lnTo>
                  <a:pt x="2080666" y="193624"/>
                </a:lnTo>
                <a:lnTo>
                  <a:pt x="2079904" y="193941"/>
                </a:lnTo>
                <a:lnTo>
                  <a:pt x="2078647" y="195199"/>
                </a:lnTo>
                <a:lnTo>
                  <a:pt x="2078329" y="195961"/>
                </a:lnTo>
                <a:lnTo>
                  <a:pt x="2078329" y="210654"/>
                </a:lnTo>
                <a:lnTo>
                  <a:pt x="2078647" y="211416"/>
                </a:lnTo>
                <a:lnTo>
                  <a:pt x="2079904" y="212674"/>
                </a:lnTo>
                <a:lnTo>
                  <a:pt x="2080666" y="212991"/>
                </a:lnTo>
                <a:lnTo>
                  <a:pt x="2082444" y="212991"/>
                </a:lnTo>
                <a:lnTo>
                  <a:pt x="2083206" y="212674"/>
                </a:lnTo>
                <a:lnTo>
                  <a:pt x="2084476" y="211416"/>
                </a:lnTo>
                <a:lnTo>
                  <a:pt x="2084781" y="210654"/>
                </a:lnTo>
                <a:lnTo>
                  <a:pt x="2084781" y="195961"/>
                </a:lnTo>
                <a:close/>
              </a:path>
              <a:path w="3331845" h="2440304">
                <a:moveTo>
                  <a:pt x="2084781" y="163690"/>
                </a:moveTo>
                <a:lnTo>
                  <a:pt x="2084476" y="162928"/>
                </a:lnTo>
                <a:lnTo>
                  <a:pt x="2083206" y="161671"/>
                </a:lnTo>
                <a:lnTo>
                  <a:pt x="2082444" y="161353"/>
                </a:lnTo>
                <a:lnTo>
                  <a:pt x="2080666" y="161353"/>
                </a:lnTo>
                <a:lnTo>
                  <a:pt x="2079904" y="161671"/>
                </a:lnTo>
                <a:lnTo>
                  <a:pt x="2078647" y="162928"/>
                </a:lnTo>
                <a:lnTo>
                  <a:pt x="2078329" y="163690"/>
                </a:lnTo>
                <a:lnTo>
                  <a:pt x="2078329" y="178384"/>
                </a:lnTo>
                <a:lnTo>
                  <a:pt x="2078647" y="179146"/>
                </a:lnTo>
                <a:lnTo>
                  <a:pt x="2079904" y="180403"/>
                </a:lnTo>
                <a:lnTo>
                  <a:pt x="2080666" y="180721"/>
                </a:lnTo>
                <a:lnTo>
                  <a:pt x="2082444" y="180721"/>
                </a:lnTo>
                <a:lnTo>
                  <a:pt x="2083206" y="180403"/>
                </a:lnTo>
                <a:lnTo>
                  <a:pt x="2084476" y="179146"/>
                </a:lnTo>
                <a:lnTo>
                  <a:pt x="2084781" y="178384"/>
                </a:lnTo>
                <a:lnTo>
                  <a:pt x="2084781" y="163690"/>
                </a:lnTo>
                <a:close/>
              </a:path>
              <a:path w="3331845" h="2440304">
                <a:moveTo>
                  <a:pt x="2084781" y="131419"/>
                </a:moveTo>
                <a:lnTo>
                  <a:pt x="2084476" y="130657"/>
                </a:lnTo>
                <a:lnTo>
                  <a:pt x="2083206" y="129400"/>
                </a:lnTo>
                <a:lnTo>
                  <a:pt x="2082444" y="129082"/>
                </a:lnTo>
                <a:lnTo>
                  <a:pt x="2080666" y="129082"/>
                </a:lnTo>
                <a:lnTo>
                  <a:pt x="2079904" y="129400"/>
                </a:lnTo>
                <a:lnTo>
                  <a:pt x="2078647" y="130657"/>
                </a:lnTo>
                <a:lnTo>
                  <a:pt x="2078329" y="131419"/>
                </a:lnTo>
                <a:lnTo>
                  <a:pt x="2078329" y="146113"/>
                </a:lnTo>
                <a:lnTo>
                  <a:pt x="2078647" y="146875"/>
                </a:lnTo>
                <a:lnTo>
                  <a:pt x="2079904" y="148132"/>
                </a:lnTo>
                <a:lnTo>
                  <a:pt x="2080666" y="148450"/>
                </a:lnTo>
                <a:lnTo>
                  <a:pt x="2082444" y="148450"/>
                </a:lnTo>
                <a:lnTo>
                  <a:pt x="2083206" y="148132"/>
                </a:lnTo>
                <a:lnTo>
                  <a:pt x="2084476" y="146875"/>
                </a:lnTo>
                <a:lnTo>
                  <a:pt x="2084781" y="146113"/>
                </a:lnTo>
                <a:lnTo>
                  <a:pt x="2084781" y="131419"/>
                </a:lnTo>
                <a:close/>
              </a:path>
              <a:path w="3331845" h="2440304">
                <a:moveTo>
                  <a:pt x="2084781" y="99148"/>
                </a:moveTo>
                <a:lnTo>
                  <a:pt x="2084476" y="98386"/>
                </a:lnTo>
                <a:lnTo>
                  <a:pt x="2083206" y="97129"/>
                </a:lnTo>
                <a:lnTo>
                  <a:pt x="2082444" y="96812"/>
                </a:lnTo>
                <a:lnTo>
                  <a:pt x="2080666" y="96812"/>
                </a:lnTo>
                <a:lnTo>
                  <a:pt x="2079904" y="97129"/>
                </a:lnTo>
                <a:lnTo>
                  <a:pt x="2078647" y="98386"/>
                </a:lnTo>
                <a:lnTo>
                  <a:pt x="2078329" y="99148"/>
                </a:lnTo>
                <a:lnTo>
                  <a:pt x="2078329" y="113842"/>
                </a:lnTo>
                <a:lnTo>
                  <a:pt x="2078647" y="114604"/>
                </a:lnTo>
                <a:lnTo>
                  <a:pt x="2079904" y="115862"/>
                </a:lnTo>
                <a:lnTo>
                  <a:pt x="2080666" y="116179"/>
                </a:lnTo>
                <a:lnTo>
                  <a:pt x="2082444" y="116179"/>
                </a:lnTo>
                <a:lnTo>
                  <a:pt x="2083206" y="115862"/>
                </a:lnTo>
                <a:lnTo>
                  <a:pt x="2084476" y="114604"/>
                </a:lnTo>
                <a:lnTo>
                  <a:pt x="2084781" y="113842"/>
                </a:lnTo>
                <a:lnTo>
                  <a:pt x="2084781" y="99148"/>
                </a:lnTo>
                <a:close/>
              </a:path>
              <a:path w="3331845" h="2440304">
                <a:moveTo>
                  <a:pt x="2084781" y="66878"/>
                </a:moveTo>
                <a:lnTo>
                  <a:pt x="2084476" y="66116"/>
                </a:lnTo>
                <a:lnTo>
                  <a:pt x="2083206" y="64858"/>
                </a:lnTo>
                <a:lnTo>
                  <a:pt x="2082444" y="64541"/>
                </a:lnTo>
                <a:lnTo>
                  <a:pt x="2080666" y="64541"/>
                </a:lnTo>
                <a:lnTo>
                  <a:pt x="2079904" y="64858"/>
                </a:lnTo>
                <a:lnTo>
                  <a:pt x="2078647" y="66116"/>
                </a:lnTo>
                <a:lnTo>
                  <a:pt x="2078329" y="66878"/>
                </a:lnTo>
                <a:lnTo>
                  <a:pt x="2078329" y="81559"/>
                </a:lnTo>
                <a:lnTo>
                  <a:pt x="2078647" y="82321"/>
                </a:lnTo>
                <a:lnTo>
                  <a:pt x="2079904" y="83591"/>
                </a:lnTo>
                <a:lnTo>
                  <a:pt x="2080666" y="83896"/>
                </a:lnTo>
                <a:lnTo>
                  <a:pt x="2082444" y="83896"/>
                </a:lnTo>
                <a:lnTo>
                  <a:pt x="2083206" y="83591"/>
                </a:lnTo>
                <a:lnTo>
                  <a:pt x="2084476" y="82321"/>
                </a:lnTo>
                <a:lnTo>
                  <a:pt x="2084781" y="81559"/>
                </a:lnTo>
                <a:lnTo>
                  <a:pt x="2084781" y="66878"/>
                </a:lnTo>
                <a:close/>
              </a:path>
              <a:path w="3331845" h="2440304">
                <a:moveTo>
                  <a:pt x="2084781" y="34607"/>
                </a:moveTo>
                <a:lnTo>
                  <a:pt x="2084476" y="33845"/>
                </a:lnTo>
                <a:lnTo>
                  <a:pt x="2083206" y="32575"/>
                </a:lnTo>
                <a:lnTo>
                  <a:pt x="2082444" y="32270"/>
                </a:lnTo>
                <a:lnTo>
                  <a:pt x="2080666" y="32270"/>
                </a:lnTo>
                <a:lnTo>
                  <a:pt x="2079904" y="32575"/>
                </a:lnTo>
                <a:lnTo>
                  <a:pt x="2078647" y="33845"/>
                </a:lnTo>
                <a:lnTo>
                  <a:pt x="2078329" y="34607"/>
                </a:lnTo>
                <a:lnTo>
                  <a:pt x="2078329" y="49288"/>
                </a:lnTo>
                <a:lnTo>
                  <a:pt x="2078647" y="50050"/>
                </a:lnTo>
                <a:lnTo>
                  <a:pt x="2079904" y="51320"/>
                </a:lnTo>
                <a:lnTo>
                  <a:pt x="2080666" y="51625"/>
                </a:lnTo>
                <a:lnTo>
                  <a:pt x="2082444" y="51625"/>
                </a:lnTo>
                <a:lnTo>
                  <a:pt x="2083206" y="51320"/>
                </a:lnTo>
                <a:lnTo>
                  <a:pt x="2084476" y="50050"/>
                </a:lnTo>
                <a:lnTo>
                  <a:pt x="2084781" y="49288"/>
                </a:lnTo>
                <a:lnTo>
                  <a:pt x="2084781" y="34607"/>
                </a:lnTo>
                <a:close/>
              </a:path>
              <a:path w="3331845" h="2440304">
                <a:moveTo>
                  <a:pt x="2084781" y="2324"/>
                </a:moveTo>
                <a:lnTo>
                  <a:pt x="2084476" y="1574"/>
                </a:lnTo>
                <a:lnTo>
                  <a:pt x="2083206" y="304"/>
                </a:lnTo>
                <a:lnTo>
                  <a:pt x="2082444" y="0"/>
                </a:lnTo>
                <a:lnTo>
                  <a:pt x="2080666" y="0"/>
                </a:lnTo>
                <a:lnTo>
                  <a:pt x="2079904" y="304"/>
                </a:lnTo>
                <a:lnTo>
                  <a:pt x="2078647" y="1574"/>
                </a:lnTo>
                <a:lnTo>
                  <a:pt x="2078329" y="2324"/>
                </a:lnTo>
                <a:lnTo>
                  <a:pt x="2078329" y="17018"/>
                </a:lnTo>
                <a:lnTo>
                  <a:pt x="2078647" y="17780"/>
                </a:lnTo>
                <a:lnTo>
                  <a:pt x="2079904" y="19037"/>
                </a:lnTo>
                <a:lnTo>
                  <a:pt x="2080666" y="19354"/>
                </a:lnTo>
                <a:lnTo>
                  <a:pt x="2082444" y="19354"/>
                </a:lnTo>
                <a:lnTo>
                  <a:pt x="2083206" y="19037"/>
                </a:lnTo>
                <a:lnTo>
                  <a:pt x="2084476" y="17780"/>
                </a:lnTo>
                <a:lnTo>
                  <a:pt x="2084781" y="17018"/>
                </a:lnTo>
                <a:lnTo>
                  <a:pt x="2084781" y="2324"/>
                </a:lnTo>
                <a:close/>
              </a:path>
              <a:path w="3331845" h="2440304">
                <a:moveTo>
                  <a:pt x="2500452" y="2422741"/>
                </a:moveTo>
                <a:lnTo>
                  <a:pt x="2500134" y="2421979"/>
                </a:lnTo>
                <a:lnTo>
                  <a:pt x="2498877" y="2420721"/>
                </a:lnTo>
                <a:lnTo>
                  <a:pt x="2498115" y="2420404"/>
                </a:lnTo>
                <a:lnTo>
                  <a:pt x="2496337" y="2420404"/>
                </a:lnTo>
                <a:lnTo>
                  <a:pt x="2495575" y="2420721"/>
                </a:lnTo>
                <a:lnTo>
                  <a:pt x="2494318" y="2421979"/>
                </a:lnTo>
                <a:lnTo>
                  <a:pt x="2494000" y="2422741"/>
                </a:lnTo>
                <a:lnTo>
                  <a:pt x="2494000" y="2437434"/>
                </a:lnTo>
                <a:lnTo>
                  <a:pt x="2494318" y="2438196"/>
                </a:lnTo>
                <a:lnTo>
                  <a:pt x="2495575" y="2439454"/>
                </a:lnTo>
                <a:lnTo>
                  <a:pt x="2496337" y="2439771"/>
                </a:lnTo>
                <a:lnTo>
                  <a:pt x="2498115" y="2439771"/>
                </a:lnTo>
                <a:lnTo>
                  <a:pt x="2498877" y="2439454"/>
                </a:lnTo>
                <a:lnTo>
                  <a:pt x="2500134" y="2438196"/>
                </a:lnTo>
                <a:lnTo>
                  <a:pt x="2500452" y="2437434"/>
                </a:lnTo>
                <a:lnTo>
                  <a:pt x="2500452" y="2422741"/>
                </a:lnTo>
                <a:close/>
              </a:path>
              <a:path w="3331845" h="2440304">
                <a:moveTo>
                  <a:pt x="2500452" y="2390470"/>
                </a:moveTo>
                <a:lnTo>
                  <a:pt x="2500134" y="2389708"/>
                </a:lnTo>
                <a:lnTo>
                  <a:pt x="2498877" y="2388451"/>
                </a:lnTo>
                <a:lnTo>
                  <a:pt x="2498115" y="2388133"/>
                </a:lnTo>
                <a:lnTo>
                  <a:pt x="2496337" y="2388133"/>
                </a:lnTo>
                <a:lnTo>
                  <a:pt x="2495575" y="2388451"/>
                </a:lnTo>
                <a:lnTo>
                  <a:pt x="2494318" y="2389708"/>
                </a:lnTo>
                <a:lnTo>
                  <a:pt x="2494000" y="2390470"/>
                </a:lnTo>
                <a:lnTo>
                  <a:pt x="2494000" y="2405164"/>
                </a:lnTo>
                <a:lnTo>
                  <a:pt x="2494318" y="2405926"/>
                </a:lnTo>
                <a:lnTo>
                  <a:pt x="2495575" y="2407183"/>
                </a:lnTo>
                <a:lnTo>
                  <a:pt x="2496337" y="2407501"/>
                </a:lnTo>
                <a:lnTo>
                  <a:pt x="2498115" y="2407501"/>
                </a:lnTo>
                <a:lnTo>
                  <a:pt x="2498877" y="2407183"/>
                </a:lnTo>
                <a:lnTo>
                  <a:pt x="2500134" y="2405926"/>
                </a:lnTo>
                <a:lnTo>
                  <a:pt x="2500452" y="2405164"/>
                </a:lnTo>
                <a:lnTo>
                  <a:pt x="2500452" y="2390470"/>
                </a:lnTo>
                <a:close/>
              </a:path>
              <a:path w="3331845" h="2440304">
                <a:moveTo>
                  <a:pt x="2500452" y="2358199"/>
                </a:moveTo>
                <a:lnTo>
                  <a:pt x="2500134" y="2357437"/>
                </a:lnTo>
                <a:lnTo>
                  <a:pt x="2498877" y="2356180"/>
                </a:lnTo>
                <a:lnTo>
                  <a:pt x="2498115" y="2355862"/>
                </a:lnTo>
                <a:lnTo>
                  <a:pt x="2496337" y="2355862"/>
                </a:lnTo>
                <a:lnTo>
                  <a:pt x="2495575" y="2356180"/>
                </a:lnTo>
                <a:lnTo>
                  <a:pt x="2494318" y="2357437"/>
                </a:lnTo>
                <a:lnTo>
                  <a:pt x="2494000" y="2358199"/>
                </a:lnTo>
                <a:lnTo>
                  <a:pt x="2494000" y="2372893"/>
                </a:lnTo>
                <a:lnTo>
                  <a:pt x="2494318" y="2373655"/>
                </a:lnTo>
                <a:lnTo>
                  <a:pt x="2495575" y="2374912"/>
                </a:lnTo>
                <a:lnTo>
                  <a:pt x="2496337" y="2375230"/>
                </a:lnTo>
                <a:lnTo>
                  <a:pt x="2498115" y="2375230"/>
                </a:lnTo>
                <a:lnTo>
                  <a:pt x="2498877" y="2374912"/>
                </a:lnTo>
                <a:lnTo>
                  <a:pt x="2500134" y="2373655"/>
                </a:lnTo>
                <a:lnTo>
                  <a:pt x="2500452" y="2372893"/>
                </a:lnTo>
                <a:lnTo>
                  <a:pt x="2500452" y="2358199"/>
                </a:lnTo>
                <a:close/>
              </a:path>
              <a:path w="3331845" h="2440304">
                <a:moveTo>
                  <a:pt x="2500452" y="2325928"/>
                </a:moveTo>
                <a:lnTo>
                  <a:pt x="2500134" y="2325166"/>
                </a:lnTo>
                <a:lnTo>
                  <a:pt x="2498877" y="2323909"/>
                </a:lnTo>
                <a:lnTo>
                  <a:pt x="2498115" y="2323592"/>
                </a:lnTo>
                <a:lnTo>
                  <a:pt x="2496337" y="2323592"/>
                </a:lnTo>
                <a:lnTo>
                  <a:pt x="2495575" y="2323909"/>
                </a:lnTo>
                <a:lnTo>
                  <a:pt x="2494318" y="2325166"/>
                </a:lnTo>
                <a:lnTo>
                  <a:pt x="2494000" y="2325928"/>
                </a:lnTo>
                <a:lnTo>
                  <a:pt x="2494000" y="2340622"/>
                </a:lnTo>
                <a:lnTo>
                  <a:pt x="2494318" y="2341384"/>
                </a:lnTo>
                <a:lnTo>
                  <a:pt x="2495575" y="2342642"/>
                </a:lnTo>
                <a:lnTo>
                  <a:pt x="2496337" y="2342959"/>
                </a:lnTo>
                <a:lnTo>
                  <a:pt x="2498115" y="2342959"/>
                </a:lnTo>
                <a:lnTo>
                  <a:pt x="2498877" y="2342642"/>
                </a:lnTo>
                <a:lnTo>
                  <a:pt x="2500134" y="2341384"/>
                </a:lnTo>
                <a:lnTo>
                  <a:pt x="2500452" y="2340622"/>
                </a:lnTo>
                <a:lnTo>
                  <a:pt x="2500452" y="2325928"/>
                </a:lnTo>
                <a:close/>
              </a:path>
              <a:path w="3331845" h="2440304">
                <a:moveTo>
                  <a:pt x="2500452" y="2293658"/>
                </a:moveTo>
                <a:lnTo>
                  <a:pt x="2500134" y="2292896"/>
                </a:lnTo>
                <a:lnTo>
                  <a:pt x="2498877" y="2291638"/>
                </a:lnTo>
                <a:lnTo>
                  <a:pt x="2498115" y="2291321"/>
                </a:lnTo>
                <a:lnTo>
                  <a:pt x="2496337" y="2291321"/>
                </a:lnTo>
                <a:lnTo>
                  <a:pt x="2495575" y="2291638"/>
                </a:lnTo>
                <a:lnTo>
                  <a:pt x="2494318" y="2292896"/>
                </a:lnTo>
                <a:lnTo>
                  <a:pt x="2494000" y="2293658"/>
                </a:lnTo>
                <a:lnTo>
                  <a:pt x="2494000" y="2308352"/>
                </a:lnTo>
                <a:lnTo>
                  <a:pt x="2494318" y="2309114"/>
                </a:lnTo>
                <a:lnTo>
                  <a:pt x="2495575" y="2310371"/>
                </a:lnTo>
                <a:lnTo>
                  <a:pt x="2496337" y="2310688"/>
                </a:lnTo>
                <a:lnTo>
                  <a:pt x="2498115" y="2310688"/>
                </a:lnTo>
                <a:lnTo>
                  <a:pt x="2498877" y="2310371"/>
                </a:lnTo>
                <a:lnTo>
                  <a:pt x="2500134" y="2309114"/>
                </a:lnTo>
                <a:lnTo>
                  <a:pt x="2500452" y="2308352"/>
                </a:lnTo>
                <a:lnTo>
                  <a:pt x="2500452" y="2293658"/>
                </a:lnTo>
                <a:close/>
              </a:path>
              <a:path w="3331845" h="2440304">
                <a:moveTo>
                  <a:pt x="2500452" y="2261387"/>
                </a:moveTo>
                <a:lnTo>
                  <a:pt x="2500134" y="2260625"/>
                </a:lnTo>
                <a:lnTo>
                  <a:pt x="2498877" y="2259368"/>
                </a:lnTo>
                <a:lnTo>
                  <a:pt x="2498115" y="2259050"/>
                </a:lnTo>
                <a:lnTo>
                  <a:pt x="2496337" y="2259050"/>
                </a:lnTo>
                <a:lnTo>
                  <a:pt x="2495575" y="2259368"/>
                </a:lnTo>
                <a:lnTo>
                  <a:pt x="2494318" y="2260625"/>
                </a:lnTo>
                <a:lnTo>
                  <a:pt x="2494000" y="2261387"/>
                </a:lnTo>
                <a:lnTo>
                  <a:pt x="2494000" y="2276081"/>
                </a:lnTo>
                <a:lnTo>
                  <a:pt x="2494318" y="2276830"/>
                </a:lnTo>
                <a:lnTo>
                  <a:pt x="2495575" y="2278100"/>
                </a:lnTo>
                <a:lnTo>
                  <a:pt x="2496337" y="2278405"/>
                </a:lnTo>
                <a:lnTo>
                  <a:pt x="2498115" y="2278405"/>
                </a:lnTo>
                <a:lnTo>
                  <a:pt x="2498877" y="2278100"/>
                </a:lnTo>
                <a:lnTo>
                  <a:pt x="2500134" y="2276830"/>
                </a:lnTo>
                <a:lnTo>
                  <a:pt x="2500452" y="2276081"/>
                </a:lnTo>
                <a:lnTo>
                  <a:pt x="2500452" y="2261387"/>
                </a:lnTo>
                <a:close/>
              </a:path>
              <a:path w="3331845" h="2440304">
                <a:moveTo>
                  <a:pt x="2500452" y="2229116"/>
                </a:moveTo>
                <a:lnTo>
                  <a:pt x="2500134" y="2228354"/>
                </a:lnTo>
                <a:lnTo>
                  <a:pt x="2498877" y="2227084"/>
                </a:lnTo>
                <a:lnTo>
                  <a:pt x="2498115" y="2226780"/>
                </a:lnTo>
                <a:lnTo>
                  <a:pt x="2496337" y="2226780"/>
                </a:lnTo>
                <a:lnTo>
                  <a:pt x="2495575" y="2227084"/>
                </a:lnTo>
                <a:lnTo>
                  <a:pt x="2494318" y="2228354"/>
                </a:lnTo>
                <a:lnTo>
                  <a:pt x="2494000" y="2229116"/>
                </a:lnTo>
                <a:lnTo>
                  <a:pt x="2494000" y="2243798"/>
                </a:lnTo>
                <a:lnTo>
                  <a:pt x="2494318" y="2244560"/>
                </a:lnTo>
                <a:lnTo>
                  <a:pt x="2495575" y="2245830"/>
                </a:lnTo>
                <a:lnTo>
                  <a:pt x="2496337" y="2246134"/>
                </a:lnTo>
                <a:lnTo>
                  <a:pt x="2498115" y="2246134"/>
                </a:lnTo>
                <a:lnTo>
                  <a:pt x="2498877" y="2245830"/>
                </a:lnTo>
                <a:lnTo>
                  <a:pt x="2500134" y="2244560"/>
                </a:lnTo>
                <a:lnTo>
                  <a:pt x="2500452" y="2243798"/>
                </a:lnTo>
                <a:lnTo>
                  <a:pt x="2500452" y="2229116"/>
                </a:lnTo>
                <a:close/>
              </a:path>
              <a:path w="3331845" h="2440304">
                <a:moveTo>
                  <a:pt x="2500452" y="2196846"/>
                </a:moveTo>
                <a:lnTo>
                  <a:pt x="2500134" y="2196084"/>
                </a:lnTo>
                <a:lnTo>
                  <a:pt x="2498877" y="2194814"/>
                </a:lnTo>
                <a:lnTo>
                  <a:pt x="2498115" y="2194509"/>
                </a:lnTo>
                <a:lnTo>
                  <a:pt x="2496337" y="2194509"/>
                </a:lnTo>
                <a:lnTo>
                  <a:pt x="2495575" y="2194814"/>
                </a:lnTo>
                <a:lnTo>
                  <a:pt x="2494318" y="2196084"/>
                </a:lnTo>
                <a:lnTo>
                  <a:pt x="2494000" y="2196846"/>
                </a:lnTo>
                <a:lnTo>
                  <a:pt x="2494000" y="2211527"/>
                </a:lnTo>
                <a:lnTo>
                  <a:pt x="2494318" y="2212289"/>
                </a:lnTo>
                <a:lnTo>
                  <a:pt x="2495575" y="2213546"/>
                </a:lnTo>
                <a:lnTo>
                  <a:pt x="2496337" y="2213864"/>
                </a:lnTo>
                <a:lnTo>
                  <a:pt x="2498115" y="2213864"/>
                </a:lnTo>
                <a:lnTo>
                  <a:pt x="2498877" y="2213546"/>
                </a:lnTo>
                <a:lnTo>
                  <a:pt x="2500134" y="2212289"/>
                </a:lnTo>
                <a:lnTo>
                  <a:pt x="2500452" y="2211527"/>
                </a:lnTo>
                <a:lnTo>
                  <a:pt x="2500452" y="2196846"/>
                </a:lnTo>
                <a:close/>
              </a:path>
              <a:path w="3331845" h="2440304">
                <a:moveTo>
                  <a:pt x="2500452" y="2164562"/>
                </a:moveTo>
                <a:lnTo>
                  <a:pt x="2500134" y="2163800"/>
                </a:lnTo>
                <a:lnTo>
                  <a:pt x="2498877" y="2162543"/>
                </a:lnTo>
                <a:lnTo>
                  <a:pt x="2498115" y="2162225"/>
                </a:lnTo>
                <a:lnTo>
                  <a:pt x="2496337" y="2162225"/>
                </a:lnTo>
                <a:lnTo>
                  <a:pt x="2495575" y="2162543"/>
                </a:lnTo>
                <a:lnTo>
                  <a:pt x="2494318" y="2163800"/>
                </a:lnTo>
                <a:lnTo>
                  <a:pt x="2494000" y="2164562"/>
                </a:lnTo>
                <a:lnTo>
                  <a:pt x="2494000" y="2179256"/>
                </a:lnTo>
                <a:lnTo>
                  <a:pt x="2494318" y="2180018"/>
                </a:lnTo>
                <a:lnTo>
                  <a:pt x="2495575" y="2181275"/>
                </a:lnTo>
                <a:lnTo>
                  <a:pt x="2496337" y="2181593"/>
                </a:lnTo>
                <a:lnTo>
                  <a:pt x="2498115" y="2181593"/>
                </a:lnTo>
                <a:lnTo>
                  <a:pt x="2498877" y="2181275"/>
                </a:lnTo>
                <a:lnTo>
                  <a:pt x="2500134" y="2180018"/>
                </a:lnTo>
                <a:lnTo>
                  <a:pt x="2500452" y="2179256"/>
                </a:lnTo>
                <a:lnTo>
                  <a:pt x="2500452" y="2164562"/>
                </a:lnTo>
                <a:close/>
              </a:path>
              <a:path w="3331845" h="2440304">
                <a:moveTo>
                  <a:pt x="2500452" y="2132292"/>
                </a:moveTo>
                <a:lnTo>
                  <a:pt x="2500134" y="2131530"/>
                </a:lnTo>
                <a:lnTo>
                  <a:pt x="2498877" y="2130272"/>
                </a:lnTo>
                <a:lnTo>
                  <a:pt x="2498115" y="2129955"/>
                </a:lnTo>
                <a:lnTo>
                  <a:pt x="2496337" y="2129955"/>
                </a:lnTo>
                <a:lnTo>
                  <a:pt x="2495575" y="2130272"/>
                </a:lnTo>
                <a:lnTo>
                  <a:pt x="2494318" y="2131530"/>
                </a:lnTo>
                <a:lnTo>
                  <a:pt x="2494000" y="2132292"/>
                </a:lnTo>
                <a:lnTo>
                  <a:pt x="2494000" y="2146985"/>
                </a:lnTo>
                <a:lnTo>
                  <a:pt x="2494318" y="2147747"/>
                </a:lnTo>
                <a:lnTo>
                  <a:pt x="2495575" y="2149005"/>
                </a:lnTo>
                <a:lnTo>
                  <a:pt x="2496337" y="2149322"/>
                </a:lnTo>
                <a:lnTo>
                  <a:pt x="2498115" y="2149322"/>
                </a:lnTo>
                <a:lnTo>
                  <a:pt x="2498877" y="2149005"/>
                </a:lnTo>
                <a:lnTo>
                  <a:pt x="2500134" y="2147747"/>
                </a:lnTo>
                <a:lnTo>
                  <a:pt x="2500452" y="2146985"/>
                </a:lnTo>
                <a:lnTo>
                  <a:pt x="2500452" y="2132292"/>
                </a:lnTo>
                <a:close/>
              </a:path>
              <a:path w="3331845" h="2440304">
                <a:moveTo>
                  <a:pt x="2500452" y="2100021"/>
                </a:moveTo>
                <a:lnTo>
                  <a:pt x="2500134" y="2099259"/>
                </a:lnTo>
                <a:lnTo>
                  <a:pt x="2498877" y="2098001"/>
                </a:lnTo>
                <a:lnTo>
                  <a:pt x="2498115" y="2097684"/>
                </a:lnTo>
                <a:lnTo>
                  <a:pt x="2496337" y="2097684"/>
                </a:lnTo>
                <a:lnTo>
                  <a:pt x="2495575" y="2098001"/>
                </a:lnTo>
                <a:lnTo>
                  <a:pt x="2494318" y="2099259"/>
                </a:lnTo>
                <a:lnTo>
                  <a:pt x="2494000" y="2100021"/>
                </a:lnTo>
                <a:lnTo>
                  <a:pt x="2494000" y="2114715"/>
                </a:lnTo>
                <a:lnTo>
                  <a:pt x="2494318" y="2115477"/>
                </a:lnTo>
                <a:lnTo>
                  <a:pt x="2495575" y="2116734"/>
                </a:lnTo>
                <a:lnTo>
                  <a:pt x="2496337" y="2117052"/>
                </a:lnTo>
                <a:lnTo>
                  <a:pt x="2498115" y="2117052"/>
                </a:lnTo>
                <a:lnTo>
                  <a:pt x="2498877" y="2116734"/>
                </a:lnTo>
                <a:lnTo>
                  <a:pt x="2500134" y="2115477"/>
                </a:lnTo>
                <a:lnTo>
                  <a:pt x="2500452" y="2114715"/>
                </a:lnTo>
                <a:lnTo>
                  <a:pt x="2500452" y="2100021"/>
                </a:lnTo>
                <a:close/>
              </a:path>
              <a:path w="3331845" h="2440304">
                <a:moveTo>
                  <a:pt x="2500452" y="2067750"/>
                </a:moveTo>
                <a:lnTo>
                  <a:pt x="2500134" y="2066988"/>
                </a:lnTo>
                <a:lnTo>
                  <a:pt x="2498877" y="2065731"/>
                </a:lnTo>
                <a:lnTo>
                  <a:pt x="2498115" y="2065413"/>
                </a:lnTo>
                <a:lnTo>
                  <a:pt x="2496337" y="2065413"/>
                </a:lnTo>
                <a:lnTo>
                  <a:pt x="2495575" y="2065731"/>
                </a:lnTo>
                <a:lnTo>
                  <a:pt x="2494318" y="2066988"/>
                </a:lnTo>
                <a:lnTo>
                  <a:pt x="2494000" y="2067750"/>
                </a:lnTo>
                <a:lnTo>
                  <a:pt x="2494000" y="2082444"/>
                </a:lnTo>
                <a:lnTo>
                  <a:pt x="2494318" y="2083206"/>
                </a:lnTo>
                <a:lnTo>
                  <a:pt x="2495575" y="2084463"/>
                </a:lnTo>
                <a:lnTo>
                  <a:pt x="2496337" y="2084781"/>
                </a:lnTo>
                <a:lnTo>
                  <a:pt x="2498115" y="2084781"/>
                </a:lnTo>
                <a:lnTo>
                  <a:pt x="2498877" y="2084463"/>
                </a:lnTo>
                <a:lnTo>
                  <a:pt x="2500134" y="2083206"/>
                </a:lnTo>
                <a:lnTo>
                  <a:pt x="2500452" y="2082444"/>
                </a:lnTo>
                <a:lnTo>
                  <a:pt x="2500452" y="2067750"/>
                </a:lnTo>
                <a:close/>
              </a:path>
              <a:path w="3331845" h="2440304">
                <a:moveTo>
                  <a:pt x="2500452" y="2035479"/>
                </a:moveTo>
                <a:lnTo>
                  <a:pt x="2500134" y="2034717"/>
                </a:lnTo>
                <a:lnTo>
                  <a:pt x="2498877" y="2033460"/>
                </a:lnTo>
                <a:lnTo>
                  <a:pt x="2498115" y="2033143"/>
                </a:lnTo>
                <a:lnTo>
                  <a:pt x="2496337" y="2033143"/>
                </a:lnTo>
                <a:lnTo>
                  <a:pt x="2495575" y="2033460"/>
                </a:lnTo>
                <a:lnTo>
                  <a:pt x="2494318" y="2034717"/>
                </a:lnTo>
                <a:lnTo>
                  <a:pt x="2494000" y="2035479"/>
                </a:lnTo>
                <a:lnTo>
                  <a:pt x="2494000" y="2050173"/>
                </a:lnTo>
                <a:lnTo>
                  <a:pt x="2494318" y="2050935"/>
                </a:lnTo>
                <a:lnTo>
                  <a:pt x="2495575" y="2052193"/>
                </a:lnTo>
                <a:lnTo>
                  <a:pt x="2496337" y="2052510"/>
                </a:lnTo>
                <a:lnTo>
                  <a:pt x="2498115" y="2052510"/>
                </a:lnTo>
                <a:lnTo>
                  <a:pt x="2498877" y="2052193"/>
                </a:lnTo>
                <a:lnTo>
                  <a:pt x="2500134" y="2050935"/>
                </a:lnTo>
                <a:lnTo>
                  <a:pt x="2500452" y="2050173"/>
                </a:lnTo>
                <a:lnTo>
                  <a:pt x="2500452" y="2035479"/>
                </a:lnTo>
                <a:close/>
              </a:path>
              <a:path w="3331845" h="2440304">
                <a:moveTo>
                  <a:pt x="2500452" y="2003209"/>
                </a:moveTo>
                <a:lnTo>
                  <a:pt x="2500134" y="2002447"/>
                </a:lnTo>
                <a:lnTo>
                  <a:pt x="2498877" y="2001189"/>
                </a:lnTo>
                <a:lnTo>
                  <a:pt x="2498115" y="2000872"/>
                </a:lnTo>
                <a:lnTo>
                  <a:pt x="2496337" y="2000872"/>
                </a:lnTo>
                <a:lnTo>
                  <a:pt x="2495575" y="2001189"/>
                </a:lnTo>
                <a:lnTo>
                  <a:pt x="2494318" y="2002447"/>
                </a:lnTo>
                <a:lnTo>
                  <a:pt x="2494000" y="2003209"/>
                </a:lnTo>
                <a:lnTo>
                  <a:pt x="2494000" y="2017903"/>
                </a:lnTo>
                <a:lnTo>
                  <a:pt x="2494318" y="2018652"/>
                </a:lnTo>
                <a:lnTo>
                  <a:pt x="2495575" y="2019922"/>
                </a:lnTo>
                <a:lnTo>
                  <a:pt x="2496337" y="2020239"/>
                </a:lnTo>
                <a:lnTo>
                  <a:pt x="2498115" y="2020239"/>
                </a:lnTo>
                <a:lnTo>
                  <a:pt x="2498877" y="2019922"/>
                </a:lnTo>
                <a:lnTo>
                  <a:pt x="2500134" y="2018652"/>
                </a:lnTo>
                <a:lnTo>
                  <a:pt x="2500452" y="2017903"/>
                </a:lnTo>
                <a:lnTo>
                  <a:pt x="2500452" y="2003209"/>
                </a:lnTo>
                <a:close/>
              </a:path>
              <a:path w="3331845" h="2440304">
                <a:moveTo>
                  <a:pt x="2500452" y="1970938"/>
                </a:moveTo>
                <a:lnTo>
                  <a:pt x="2500134" y="1970176"/>
                </a:lnTo>
                <a:lnTo>
                  <a:pt x="2498877" y="1968919"/>
                </a:lnTo>
                <a:lnTo>
                  <a:pt x="2498115" y="1968601"/>
                </a:lnTo>
                <a:lnTo>
                  <a:pt x="2496337" y="1968601"/>
                </a:lnTo>
                <a:lnTo>
                  <a:pt x="2495575" y="1968919"/>
                </a:lnTo>
                <a:lnTo>
                  <a:pt x="2494318" y="1970176"/>
                </a:lnTo>
                <a:lnTo>
                  <a:pt x="2494000" y="1970938"/>
                </a:lnTo>
                <a:lnTo>
                  <a:pt x="2494000" y="1985619"/>
                </a:lnTo>
                <a:lnTo>
                  <a:pt x="2494318" y="1986381"/>
                </a:lnTo>
                <a:lnTo>
                  <a:pt x="2495575" y="1987651"/>
                </a:lnTo>
                <a:lnTo>
                  <a:pt x="2496337" y="1987956"/>
                </a:lnTo>
                <a:lnTo>
                  <a:pt x="2498115" y="1987956"/>
                </a:lnTo>
                <a:lnTo>
                  <a:pt x="2498877" y="1987651"/>
                </a:lnTo>
                <a:lnTo>
                  <a:pt x="2500134" y="1986381"/>
                </a:lnTo>
                <a:lnTo>
                  <a:pt x="2500452" y="1985619"/>
                </a:lnTo>
                <a:lnTo>
                  <a:pt x="2500452" y="1970938"/>
                </a:lnTo>
                <a:close/>
              </a:path>
              <a:path w="3331845" h="2440304">
                <a:moveTo>
                  <a:pt x="2500452" y="1938667"/>
                </a:moveTo>
                <a:lnTo>
                  <a:pt x="2500134" y="1937905"/>
                </a:lnTo>
                <a:lnTo>
                  <a:pt x="2498877" y="1936635"/>
                </a:lnTo>
                <a:lnTo>
                  <a:pt x="2498115" y="1936330"/>
                </a:lnTo>
                <a:lnTo>
                  <a:pt x="2496337" y="1936330"/>
                </a:lnTo>
                <a:lnTo>
                  <a:pt x="2495575" y="1936635"/>
                </a:lnTo>
                <a:lnTo>
                  <a:pt x="2494318" y="1937905"/>
                </a:lnTo>
                <a:lnTo>
                  <a:pt x="2494000" y="1938667"/>
                </a:lnTo>
                <a:lnTo>
                  <a:pt x="2494000" y="1953348"/>
                </a:lnTo>
                <a:lnTo>
                  <a:pt x="2494318" y="1954110"/>
                </a:lnTo>
                <a:lnTo>
                  <a:pt x="2495575" y="1955368"/>
                </a:lnTo>
                <a:lnTo>
                  <a:pt x="2496337" y="1955685"/>
                </a:lnTo>
                <a:lnTo>
                  <a:pt x="2498115" y="1955685"/>
                </a:lnTo>
                <a:lnTo>
                  <a:pt x="2498877" y="1955368"/>
                </a:lnTo>
                <a:lnTo>
                  <a:pt x="2500134" y="1954110"/>
                </a:lnTo>
                <a:lnTo>
                  <a:pt x="2500452" y="1953348"/>
                </a:lnTo>
                <a:lnTo>
                  <a:pt x="2500452" y="1938667"/>
                </a:lnTo>
                <a:close/>
              </a:path>
              <a:path w="3331845" h="2440304">
                <a:moveTo>
                  <a:pt x="2500452" y="1906384"/>
                </a:moveTo>
                <a:lnTo>
                  <a:pt x="2500134" y="1905635"/>
                </a:lnTo>
                <a:lnTo>
                  <a:pt x="2498877" y="1904365"/>
                </a:lnTo>
                <a:lnTo>
                  <a:pt x="2498115" y="1904047"/>
                </a:lnTo>
                <a:lnTo>
                  <a:pt x="2496337" y="1904047"/>
                </a:lnTo>
                <a:lnTo>
                  <a:pt x="2495575" y="1904365"/>
                </a:lnTo>
                <a:lnTo>
                  <a:pt x="2494318" y="1905635"/>
                </a:lnTo>
                <a:lnTo>
                  <a:pt x="2494000" y="1906384"/>
                </a:lnTo>
                <a:lnTo>
                  <a:pt x="2494000" y="1921078"/>
                </a:lnTo>
                <a:lnTo>
                  <a:pt x="2494318" y="1921840"/>
                </a:lnTo>
                <a:lnTo>
                  <a:pt x="2495575" y="1923097"/>
                </a:lnTo>
                <a:lnTo>
                  <a:pt x="2496337" y="1923415"/>
                </a:lnTo>
                <a:lnTo>
                  <a:pt x="2498115" y="1923415"/>
                </a:lnTo>
                <a:lnTo>
                  <a:pt x="2498877" y="1923097"/>
                </a:lnTo>
                <a:lnTo>
                  <a:pt x="2500134" y="1921840"/>
                </a:lnTo>
                <a:lnTo>
                  <a:pt x="2500452" y="1921078"/>
                </a:lnTo>
                <a:lnTo>
                  <a:pt x="2500452" y="1906384"/>
                </a:lnTo>
                <a:close/>
              </a:path>
              <a:path w="3331845" h="2440304">
                <a:moveTo>
                  <a:pt x="2500452" y="1874113"/>
                </a:moveTo>
                <a:lnTo>
                  <a:pt x="2500134" y="1873351"/>
                </a:lnTo>
                <a:lnTo>
                  <a:pt x="2498877" y="1872094"/>
                </a:lnTo>
                <a:lnTo>
                  <a:pt x="2498115" y="1871776"/>
                </a:lnTo>
                <a:lnTo>
                  <a:pt x="2496337" y="1871776"/>
                </a:lnTo>
                <a:lnTo>
                  <a:pt x="2495575" y="1872094"/>
                </a:lnTo>
                <a:lnTo>
                  <a:pt x="2494318" y="1873351"/>
                </a:lnTo>
                <a:lnTo>
                  <a:pt x="2494000" y="1874113"/>
                </a:lnTo>
                <a:lnTo>
                  <a:pt x="2494000" y="1888807"/>
                </a:lnTo>
                <a:lnTo>
                  <a:pt x="2494318" y="1889569"/>
                </a:lnTo>
                <a:lnTo>
                  <a:pt x="2495575" y="1890826"/>
                </a:lnTo>
                <a:lnTo>
                  <a:pt x="2496337" y="1891144"/>
                </a:lnTo>
                <a:lnTo>
                  <a:pt x="2498115" y="1891144"/>
                </a:lnTo>
                <a:lnTo>
                  <a:pt x="2498877" y="1890826"/>
                </a:lnTo>
                <a:lnTo>
                  <a:pt x="2500134" y="1889569"/>
                </a:lnTo>
                <a:lnTo>
                  <a:pt x="2500452" y="1888807"/>
                </a:lnTo>
                <a:lnTo>
                  <a:pt x="2500452" y="1874113"/>
                </a:lnTo>
                <a:close/>
              </a:path>
              <a:path w="3331845" h="2440304">
                <a:moveTo>
                  <a:pt x="2500452" y="1841842"/>
                </a:moveTo>
                <a:lnTo>
                  <a:pt x="2500134" y="1841080"/>
                </a:lnTo>
                <a:lnTo>
                  <a:pt x="2498877" y="1839823"/>
                </a:lnTo>
                <a:lnTo>
                  <a:pt x="2498115" y="1839506"/>
                </a:lnTo>
                <a:lnTo>
                  <a:pt x="2496337" y="1839506"/>
                </a:lnTo>
                <a:lnTo>
                  <a:pt x="2495575" y="1839823"/>
                </a:lnTo>
                <a:lnTo>
                  <a:pt x="2494318" y="1841080"/>
                </a:lnTo>
                <a:lnTo>
                  <a:pt x="2494000" y="1841842"/>
                </a:lnTo>
                <a:lnTo>
                  <a:pt x="2494000" y="1856536"/>
                </a:lnTo>
                <a:lnTo>
                  <a:pt x="2494318" y="1857298"/>
                </a:lnTo>
                <a:lnTo>
                  <a:pt x="2495575" y="1858556"/>
                </a:lnTo>
                <a:lnTo>
                  <a:pt x="2496337" y="1858873"/>
                </a:lnTo>
                <a:lnTo>
                  <a:pt x="2498115" y="1858873"/>
                </a:lnTo>
                <a:lnTo>
                  <a:pt x="2498877" y="1858556"/>
                </a:lnTo>
                <a:lnTo>
                  <a:pt x="2500134" y="1857298"/>
                </a:lnTo>
                <a:lnTo>
                  <a:pt x="2500452" y="1856536"/>
                </a:lnTo>
                <a:lnTo>
                  <a:pt x="2500452" y="1841842"/>
                </a:lnTo>
                <a:close/>
              </a:path>
              <a:path w="3331845" h="2440304">
                <a:moveTo>
                  <a:pt x="2500452" y="1809572"/>
                </a:moveTo>
                <a:lnTo>
                  <a:pt x="2500134" y="1808810"/>
                </a:lnTo>
                <a:lnTo>
                  <a:pt x="2498877" y="1807552"/>
                </a:lnTo>
                <a:lnTo>
                  <a:pt x="2498115" y="1807235"/>
                </a:lnTo>
                <a:lnTo>
                  <a:pt x="2496337" y="1807235"/>
                </a:lnTo>
                <a:lnTo>
                  <a:pt x="2495575" y="1807552"/>
                </a:lnTo>
                <a:lnTo>
                  <a:pt x="2494318" y="1808810"/>
                </a:lnTo>
                <a:lnTo>
                  <a:pt x="2494000" y="1809572"/>
                </a:lnTo>
                <a:lnTo>
                  <a:pt x="2494000" y="1824266"/>
                </a:lnTo>
                <a:lnTo>
                  <a:pt x="2494318" y="1825028"/>
                </a:lnTo>
                <a:lnTo>
                  <a:pt x="2495575" y="1826285"/>
                </a:lnTo>
                <a:lnTo>
                  <a:pt x="2496337" y="1826602"/>
                </a:lnTo>
                <a:lnTo>
                  <a:pt x="2498115" y="1826602"/>
                </a:lnTo>
                <a:lnTo>
                  <a:pt x="2498877" y="1826285"/>
                </a:lnTo>
                <a:lnTo>
                  <a:pt x="2500134" y="1825028"/>
                </a:lnTo>
                <a:lnTo>
                  <a:pt x="2500452" y="1824266"/>
                </a:lnTo>
                <a:lnTo>
                  <a:pt x="2500452" y="1809572"/>
                </a:lnTo>
                <a:close/>
              </a:path>
              <a:path w="3331845" h="2440304">
                <a:moveTo>
                  <a:pt x="2500452" y="1777301"/>
                </a:moveTo>
                <a:lnTo>
                  <a:pt x="2500134" y="1776539"/>
                </a:lnTo>
                <a:lnTo>
                  <a:pt x="2498877" y="1775282"/>
                </a:lnTo>
                <a:lnTo>
                  <a:pt x="2498115" y="1774964"/>
                </a:lnTo>
                <a:lnTo>
                  <a:pt x="2496337" y="1774964"/>
                </a:lnTo>
                <a:lnTo>
                  <a:pt x="2495575" y="1775282"/>
                </a:lnTo>
                <a:lnTo>
                  <a:pt x="2494318" y="1776539"/>
                </a:lnTo>
                <a:lnTo>
                  <a:pt x="2494000" y="1777301"/>
                </a:lnTo>
                <a:lnTo>
                  <a:pt x="2494000" y="1791995"/>
                </a:lnTo>
                <a:lnTo>
                  <a:pt x="2494318" y="1792757"/>
                </a:lnTo>
                <a:lnTo>
                  <a:pt x="2495575" y="1794014"/>
                </a:lnTo>
                <a:lnTo>
                  <a:pt x="2496337" y="1794332"/>
                </a:lnTo>
                <a:lnTo>
                  <a:pt x="2498115" y="1794332"/>
                </a:lnTo>
                <a:lnTo>
                  <a:pt x="2498877" y="1794014"/>
                </a:lnTo>
                <a:lnTo>
                  <a:pt x="2500134" y="1792757"/>
                </a:lnTo>
                <a:lnTo>
                  <a:pt x="2500452" y="1791995"/>
                </a:lnTo>
                <a:lnTo>
                  <a:pt x="2500452" y="1777301"/>
                </a:lnTo>
                <a:close/>
              </a:path>
              <a:path w="3331845" h="2440304">
                <a:moveTo>
                  <a:pt x="2500452" y="1745030"/>
                </a:moveTo>
                <a:lnTo>
                  <a:pt x="2500134" y="1744268"/>
                </a:lnTo>
                <a:lnTo>
                  <a:pt x="2498877" y="1743011"/>
                </a:lnTo>
                <a:lnTo>
                  <a:pt x="2498115" y="1742694"/>
                </a:lnTo>
                <a:lnTo>
                  <a:pt x="2496337" y="1742694"/>
                </a:lnTo>
                <a:lnTo>
                  <a:pt x="2495575" y="1743011"/>
                </a:lnTo>
                <a:lnTo>
                  <a:pt x="2494318" y="1744268"/>
                </a:lnTo>
                <a:lnTo>
                  <a:pt x="2494000" y="1745030"/>
                </a:lnTo>
                <a:lnTo>
                  <a:pt x="2494000" y="1759724"/>
                </a:lnTo>
                <a:lnTo>
                  <a:pt x="2494318" y="1760486"/>
                </a:lnTo>
                <a:lnTo>
                  <a:pt x="2495575" y="1761744"/>
                </a:lnTo>
                <a:lnTo>
                  <a:pt x="2496337" y="1762061"/>
                </a:lnTo>
                <a:lnTo>
                  <a:pt x="2498115" y="1762061"/>
                </a:lnTo>
                <a:lnTo>
                  <a:pt x="2498877" y="1761744"/>
                </a:lnTo>
                <a:lnTo>
                  <a:pt x="2500134" y="1760486"/>
                </a:lnTo>
                <a:lnTo>
                  <a:pt x="2500452" y="1759724"/>
                </a:lnTo>
                <a:lnTo>
                  <a:pt x="2500452" y="1745030"/>
                </a:lnTo>
                <a:close/>
              </a:path>
              <a:path w="3331845" h="2440304">
                <a:moveTo>
                  <a:pt x="2500452" y="1712760"/>
                </a:moveTo>
                <a:lnTo>
                  <a:pt x="2500134" y="1711998"/>
                </a:lnTo>
                <a:lnTo>
                  <a:pt x="2498877" y="1710740"/>
                </a:lnTo>
                <a:lnTo>
                  <a:pt x="2498115" y="1710423"/>
                </a:lnTo>
                <a:lnTo>
                  <a:pt x="2496337" y="1710423"/>
                </a:lnTo>
                <a:lnTo>
                  <a:pt x="2495575" y="1710740"/>
                </a:lnTo>
                <a:lnTo>
                  <a:pt x="2494318" y="1711998"/>
                </a:lnTo>
                <a:lnTo>
                  <a:pt x="2494000" y="1712760"/>
                </a:lnTo>
                <a:lnTo>
                  <a:pt x="2494000" y="1727454"/>
                </a:lnTo>
                <a:lnTo>
                  <a:pt x="2494318" y="1728203"/>
                </a:lnTo>
                <a:lnTo>
                  <a:pt x="2495575" y="1729473"/>
                </a:lnTo>
                <a:lnTo>
                  <a:pt x="2496337" y="1729778"/>
                </a:lnTo>
                <a:lnTo>
                  <a:pt x="2498115" y="1729778"/>
                </a:lnTo>
                <a:lnTo>
                  <a:pt x="2498877" y="1729473"/>
                </a:lnTo>
                <a:lnTo>
                  <a:pt x="2500134" y="1728203"/>
                </a:lnTo>
                <a:lnTo>
                  <a:pt x="2500452" y="1727454"/>
                </a:lnTo>
                <a:lnTo>
                  <a:pt x="2500452" y="1712760"/>
                </a:lnTo>
                <a:close/>
              </a:path>
              <a:path w="3331845" h="2440304">
                <a:moveTo>
                  <a:pt x="2500452" y="1680489"/>
                </a:moveTo>
                <a:lnTo>
                  <a:pt x="2500134" y="1679727"/>
                </a:lnTo>
                <a:lnTo>
                  <a:pt x="2498877" y="1678457"/>
                </a:lnTo>
                <a:lnTo>
                  <a:pt x="2498115" y="1678152"/>
                </a:lnTo>
                <a:lnTo>
                  <a:pt x="2496337" y="1678152"/>
                </a:lnTo>
                <a:lnTo>
                  <a:pt x="2495575" y="1678457"/>
                </a:lnTo>
                <a:lnTo>
                  <a:pt x="2494318" y="1679727"/>
                </a:lnTo>
                <a:lnTo>
                  <a:pt x="2494000" y="1680489"/>
                </a:lnTo>
                <a:lnTo>
                  <a:pt x="2494000" y="1695170"/>
                </a:lnTo>
                <a:lnTo>
                  <a:pt x="2494318" y="1695932"/>
                </a:lnTo>
                <a:lnTo>
                  <a:pt x="2495575" y="1697202"/>
                </a:lnTo>
                <a:lnTo>
                  <a:pt x="2496337" y="1697507"/>
                </a:lnTo>
                <a:lnTo>
                  <a:pt x="2498115" y="1697507"/>
                </a:lnTo>
                <a:lnTo>
                  <a:pt x="2498877" y="1697202"/>
                </a:lnTo>
                <a:lnTo>
                  <a:pt x="2500134" y="1695932"/>
                </a:lnTo>
                <a:lnTo>
                  <a:pt x="2500452" y="1695170"/>
                </a:lnTo>
                <a:lnTo>
                  <a:pt x="2500452" y="1680489"/>
                </a:lnTo>
                <a:close/>
              </a:path>
              <a:path w="3331845" h="2440304">
                <a:moveTo>
                  <a:pt x="2500452" y="1648206"/>
                </a:moveTo>
                <a:lnTo>
                  <a:pt x="2500134" y="1647456"/>
                </a:lnTo>
                <a:lnTo>
                  <a:pt x="2498877" y="1646186"/>
                </a:lnTo>
                <a:lnTo>
                  <a:pt x="2498115" y="1645881"/>
                </a:lnTo>
                <a:lnTo>
                  <a:pt x="2496337" y="1645881"/>
                </a:lnTo>
                <a:lnTo>
                  <a:pt x="2495575" y="1646186"/>
                </a:lnTo>
                <a:lnTo>
                  <a:pt x="2494318" y="1647456"/>
                </a:lnTo>
                <a:lnTo>
                  <a:pt x="2494000" y="1648206"/>
                </a:lnTo>
                <a:lnTo>
                  <a:pt x="2494000" y="1662899"/>
                </a:lnTo>
                <a:lnTo>
                  <a:pt x="2494318" y="1663661"/>
                </a:lnTo>
                <a:lnTo>
                  <a:pt x="2495575" y="1664919"/>
                </a:lnTo>
                <a:lnTo>
                  <a:pt x="2496337" y="1665236"/>
                </a:lnTo>
                <a:lnTo>
                  <a:pt x="2498115" y="1665236"/>
                </a:lnTo>
                <a:lnTo>
                  <a:pt x="2498877" y="1664919"/>
                </a:lnTo>
                <a:lnTo>
                  <a:pt x="2500134" y="1663661"/>
                </a:lnTo>
                <a:lnTo>
                  <a:pt x="2500452" y="1662899"/>
                </a:lnTo>
                <a:lnTo>
                  <a:pt x="2500452" y="1648206"/>
                </a:lnTo>
                <a:close/>
              </a:path>
              <a:path w="3331845" h="2440304">
                <a:moveTo>
                  <a:pt x="2500452" y="1615935"/>
                </a:moveTo>
                <a:lnTo>
                  <a:pt x="2500134" y="1615173"/>
                </a:lnTo>
                <a:lnTo>
                  <a:pt x="2498877" y="1613916"/>
                </a:lnTo>
                <a:lnTo>
                  <a:pt x="2498115" y="1613598"/>
                </a:lnTo>
                <a:lnTo>
                  <a:pt x="2496337" y="1613598"/>
                </a:lnTo>
                <a:lnTo>
                  <a:pt x="2495575" y="1613916"/>
                </a:lnTo>
                <a:lnTo>
                  <a:pt x="2494318" y="1615173"/>
                </a:lnTo>
                <a:lnTo>
                  <a:pt x="2494000" y="1615935"/>
                </a:lnTo>
                <a:lnTo>
                  <a:pt x="2494000" y="1630629"/>
                </a:lnTo>
                <a:lnTo>
                  <a:pt x="2494318" y="1631391"/>
                </a:lnTo>
                <a:lnTo>
                  <a:pt x="2495575" y="1632648"/>
                </a:lnTo>
                <a:lnTo>
                  <a:pt x="2496337" y="1632966"/>
                </a:lnTo>
                <a:lnTo>
                  <a:pt x="2498115" y="1632966"/>
                </a:lnTo>
                <a:lnTo>
                  <a:pt x="2498877" y="1632648"/>
                </a:lnTo>
                <a:lnTo>
                  <a:pt x="2500134" y="1631391"/>
                </a:lnTo>
                <a:lnTo>
                  <a:pt x="2500452" y="1630629"/>
                </a:lnTo>
                <a:lnTo>
                  <a:pt x="2500452" y="1615935"/>
                </a:lnTo>
                <a:close/>
              </a:path>
              <a:path w="3331845" h="2440304">
                <a:moveTo>
                  <a:pt x="2500452" y="1583664"/>
                </a:moveTo>
                <a:lnTo>
                  <a:pt x="2500134" y="1582902"/>
                </a:lnTo>
                <a:lnTo>
                  <a:pt x="2498877" y="1581645"/>
                </a:lnTo>
                <a:lnTo>
                  <a:pt x="2498115" y="1581327"/>
                </a:lnTo>
                <a:lnTo>
                  <a:pt x="2496337" y="1581327"/>
                </a:lnTo>
                <a:lnTo>
                  <a:pt x="2495575" y="1581645"/>
                </a:lnTo>
                <a:lnTo>
                  <a:pt x="2494318" y="1582902"/>
                </a:lnTo>
                <a:lnTo>
                  <a:pt x="2494000" y="1583664"/>
                </a:lnTo>
                <a:lnTo>
                  <a:pt x="2494000" y="1598358"/>
                </a:lnTo>
                <a:lnTo>
                  <a:pt x="2494318" y="1599120"/>
                </a:lnTo>
                <a:lnTo>
                  <a:pt x="2495575" y="1600377"/>
                </a:lnTo>
                <a:lnTo>
                  <a:pt x="2496337" y="1600695"/>
                </a:lnTo>
                <a:lnTo>
                  <a:pt x="2498115" y="1600695"/>
                </a:lnTo>
                <a:lnTo>
                  <a:pt x="2498877" y="1600377"/>
                </a:lnTo>
                <a:lnTo>
                  <a:pt x="2500134" y="1599120"/>
                </a:lnTo>
                <a:lnTo>
                  <a:pt x="2500452" y="1598358"/>
                </a:lnTo>
                <a:lnTo>
                  <a:pt x="2500452" y="1583664"/>
                </a:lnTo>
                <a:close/>
              </a:path>
              <a:path w="3331845" h="2440304">
                <a:moveTo>
                  <a:pt x="2500452" y="1551393"/>
                </a:moveTo>
                <a:lnTo>
                  <a:pt x="2500134" y="1550631"/>
                </a:lnTo>
                <a:lnTo>
                  <a:pt x="2498877" y="1549374"/>
                </a:lnTo>
                <a:lnTo>
                  <a:pt x="2498115" y="1549057"/>
                </a:lnTo>
                <a:lnTo>
                  <a:pt x="2496337" y="1549057"/>
                </a:lnTo>
                <a:lnTo>
                  <a:pt x="2495575" y="1549374"/>
                </a:lnTo>
                <a:lnTo>
                  <a:pt x="2494318" y="1550631"/>
                </a:lnTo>
                <a:lnTo>
                  <a:pt x="2494000" y="1551393"/>
                </a:lnTo>
                <a:lnTo>
                  <a:pt x="2494000" y="1566087"/>
                </a:lnTo>
                <a:lnTo>
                  <a:pt x="2494318" y="1566849"/>
                </a:lnTo>
                <a:lnTo>
                  <a:pt x="2495575" y="1568107"/>
                </a:lnTo>
                <a:lnTo>
                  <a:pt x="2496337" y="1568424"/>
                </a:lnTo>
                <a:lnTo>
                  <a:pt x="2498115" y="1568424"/>
                </a:lnTo>
                <a:lnTo>
                  <a:pt x="2498877" y="1568107"/>
                </a:lnTo>
                <a:lnTo>
                  <a:pt x="2500134" y="1566849"/>
                </a:lnTo>
                <a:lnTo>
                  <a:pt x="2500452" y="1566087"/>
                </a:lnTo>
                <a:lnTo>
                  <a:pt x="2500452" y="1551393"/>
                </a:lnTo>
                <a:close/>
              </a:path>
              <a:path w="3331845" h="2440304">
                <a:moveTo>
                  <a:pt x="2500452" y="1519123"/>
                </a:moveTo>
                <a:lnTo>
                  <a:pt x="2500134" y="1518361"/>
                </a:lnTo>
                <a:lnTo>
                  <a:pt x="2498877" y="1517103"/>
                </a:lnTo>
                <a:lnTo>
                  <a:pt x="2498115" y="1516786"/>
                </a:lnTo>
                <a:lnTo>
                  <a:pt x="2496337" y="1516786"/>
                </a:lnTo>
                <a:lnTo>
                  <a:pt x="2495575" y="1517103"/>
                </a:lnTo>
                <a:lnTo>
                  <a:pt x="2494318" y="1518361"/>
                </a:lnTo>
                <a:lnTo>
                  <a:pt x="2494000" y="1519123"/>
                </a:lnTo>
                <a:lnTo>
                  <a:pt x="2494000" y="1533817"/>
                </a:lnTo>
                <a:lnTo>
                  <a:pt x="2494318" y="1534579"/>
                </a:lnTo>
                <a:lnTo>
                  <a:pt x="2495575" y="1535836"/>
                </a:lnTo>
                <a:lnTo>
                  <a:pt x="2496337" y="1536153"/>
                </a:lnTo>
                <a:lnTo>
                  <a:pt x="2498115" y="1536153"/>
                </a:lnTo>
                <a:lnTo>
                  <a:pt x="2498877" y="1535836"/>
                </a:lnTo>
                <a:lnTo>
                  <a:pt x="2500134" y="1534579"/>
                </a:lnTo>
                <a:lnTo>
                  <a:pt x="2500452" y="1533817"/>
                </a:lnTo>
                <a:lnTo>
                  <a:pt x="2500452" y="1519123"/>
                </a:lnTo>
                <a:close/>
              </a:path>
              <a:path w="3331845" h="2440304">
                <a:moveTo>
                  <a:pt x="2500452" y="1486852"/>
                </a:moveTo>
                <a:lnTo>
                  <a:pt x="2500134" y="1486090"/>
                </a:lnTo>
                <a:lnTo>
                  <a:pt x="2498877" y="1484833"/>
                </a:lnTo>
                <a:lnTo>
                  <a:pt x="2498115" y="1484515"/>
                </a:lnTo>
                <a:lnTo>
                  <a:pt x="2496337" y="1484515"/>
                </a:lnTo>
                <a:lnTo>
                  <a:pt x="2495575" y="1484833"/>
                </a:lnTo>
                <a:lnTo>
                  <a:pt x="2494318" y="1486090"/>
                </a:lnTo>
                <a:lnTo>
                  <a:pt x="2494000" y="1486852"/>
                </a:lnTo>
                <a:lnTo>
                  <a:pt x="2494000" y="1501546"/>
                </a:lnTo>
                <a:lnTo>
                  <a:pt x="2494318" y="1502308"/>
                </a:lnTo>
                <a:lnTo>
                  <a:pt x="2495575" y="1503565"/>
                </a:lnTo>
                <a:lnTo>
                  <a:pt x="2496337" y="1503883"/>
                </a:lnTo>
                <a:lnTo>
                  <a:pt x="2498115" y="1503883"/>
                </a:lnTo>
                <a:lnTo>
                  <a:pt x="2498877" y="1503565"/>
                </a:lnTo>
                <a:lnTo>
                  <a:pt x="2500134" y="1502308"/>
                </a:lnTo>
                <a:lnTo>
                  <a:pt x="2500452" y="1501546"/>
                </a:lnTo>
                <a:lnTo>
                  <a:pt x="2500452" y="1486852"/>
                </a:lnTo>
                <a:close/>
              </a:path>
              <a:path w="3331845" h="2440304">
                <a:moveTo>
                  <a:pt x="2500452" y="1454581"/>
                </a:moveTo>
                <a:lnTo>
                  <a:pt x="2500134" y="1453819"/>
                </a:lnTo>
                <a:lnTo>
                  <a:pt x="2498877" y="1452562"/>
                </a:lnTo>
                <a:lnTo>
                  <a:pt x="2498115" y="1452245"/>
                </a:lnTo>
                <a:lnTo>
                  <a:pt x="2496337" y="1452245"/>
                </a:lnTo>
                <a:lnTo>
                  <a:pt x="2495575" y="1452562"/>
                </a:lnTo>
                <a:lnTo>
                  <a:pt x="2494318" y="1453819"/>
                </a:lnTo>
                <a:lnTo>
                  <a:pt x="2494000" y="1454581"/>
                </a:lnTo>
                <a:lnTo>
                  <a:pt x="2494000" y="1469275"/>
                </a:lnTo>
                <a:lnTo>
                  <a:pt x="2494318" y="1470025"/>
                </a:lnTo>
                <a:lnTo>
                  <a:pt x="2495575" y="1471295"/>
                </a:lnTo>
                <a:lnTo>
                  <a:pt x="2496337" y="1471612"/>
                </a:lnTo>
                <a:lnTo>
                  <a:pt x="2498115" y="1471612"/>
                </a:lnTo>
                <a:lnTo>
                  <a:pt x="2498877" y="1471295"/>
                </a:lnTo>
                <a:lnTo>
                  <a:pt x="2500134" y="1470025"/>
                </a:lnTo>
                <a:lnTo>
                  <a:pt x="2500452" y="1469275"/>
                </a:lnTo>
                <a:lnTo>
                  <a:pt x="2500452" y="1454581"/>
                </a:lnTo>
                <a:close/>
              </a:path>
              <a:path w="3331845" h="2440304">
                <a:moveTo>
                  <a:pt x="2500452" y="1422311"/>
                </a:moveTo>
                <a:lnTo>
                  <a:pt x="2500134" y="1421549"/>
                </a:lnTo>
                <a:lnTo>
                  <a:pt x="2498877" y="1420291"/>
                </a:lnTo>
                <a:lnTo>
                  <a:pt x="2498115" y="1419974"/>
                </a:lnTo>
                <a:lnTo>
                  <a:pt x="2496337" y="1419974"/>
                </a:lnTo>
                <a:lnTo>
                  <a:pt x="2495575" y="1420291"/>
                </a:lnTo>
                <a:lnTo>
                  <a:pt x="2494318" y="1421549"/>
                </a:lnTo>
                <a:lnTo>
                  <a:pt x="2494000" y="1422311"/>
                </a:lnTo>
                <a:lnTo>
                  <a:pt x="2494000" y="1436992"/>
                </a:lnTo>
                <a:lnTo>
                  <a:pt x="2494318" y="1437754"/>
                </a:lnTo>
                <a:lnTo>
                  <a:pt x="2495575" y="1439024"/>
                </a:lnTo>
                <a:lnTo>
                  <a:pt x="2496337" y="1439329"/>
                </a:lnTo>
                <a:lnTo>
                  <a:pt x="2498115" y="1439329"/>
                </a:lnTo>
                <a:lnTo>
                  <a:pt x="2498877" y="1439024"/>
                </a:lnTo>
                <a:lnTo>
                  <a:pt x="2500134" y="1437754"/>
                </a:lnTo>
                <a:lnTo>
                  <a:pt x="2500452" y="1436992"/>
                </a:lnTo>
                <a:lnTo>
                  <a:pt x="2500452" y="1422311"/>
                </a:lnTo>
                <a:close/>
              </a:path>
              <a:path w="3331845" h="2440304">
                <a:moveTo>
                  <a:pt x="2500452" y="1390040"/>
                </a:moveTo>
                <a:lnTo>
                  <a:pt x="2500134" y="1389278"/>
                </a:lnTo>
                <a:lnTo>
                  <a:pt x="2498877" y="1388008"/>
                </a:lnTo>
                <a:lnTo>
                  <a:pt x="2498115" y="1387703"/>
                </a:lnTo>
                <a:lnTo>
                  <a:pt x="2496337" y="1387703"/>
                </a:lnTo>
                <a:lnTo>
                  <a:pt x="2495575" y="1388008"/>
                </a:lnTo>
                <a:lnTo>
                  <a:pt x="2494318" y="1389278"/>
                </a:lnTo>
                <a:lnTo>
                  <a:pt x="2494000" y="1390040"/>
                </a:lnTo>
                <a:lnTo>
                  <a:pt x="2494000" y="1404721"/>
                </a:lnTo>
                <a:lnTo>
                  <a:pt x="2494318" y="1405483"/>
                </a:lnTo>
                <a:lnTo>
                  <a:pt x="2495575" y="1406740"/>
                </a:lnTo>
                <a:lnTo>
                  <a:pt x="2496337" y="1407058"/>
                </a:lnTo>
                <a:lnTo>
                  <a:pt x="2498115" y="1407058"/>
                </a:lnTo>
                <a:lnTo>
                  <a:pt x="2498877" y="1406740"/>
                </a:lnTo>
                <a:lnTo>
                  <a:pt x="2500134" y="1405483"/>
                </a:lnTo>
                <a:lnTo>
                  <a:pt x="2500452" y="1404721"/>
                </a:lnTo>
                <a:lnTo>
                  <a:pt x="2500452" y="1390040"/>
                </a:lnTo>
                <a:close/>
              </a:path>
              <a:path w="3331845" h="2440304">
                <a:moveTo>
                  <a:pt x="2500452" y="1357757"/>
                </a:moveTo>
                <a:lnTo>
                  <a:pt x="2500134" y="1357007"/>
                </a:lnTo>
                <a:lnTo>
                  <a:pt x="2498877" y="1355737"/>
                </a:lnTo>
                <a:lnTo>
                  <a:pt x="2498115" y="1355420"/>
                </a:lnTo>
                <a:lnTo>
                  <a:pt x="2496337" y="1355420"/>
                </a:lnTo>
                <a:lnTo>
                  <a:pt x="2495575" y="1355737"/>
                </a:lnTo>
                <a:lnTo>
                  <a:pt x="2494318" y="1357007"/>
                </a:lnTo>
                <a:lnTo>
                  <a:pt x="2494000" y="1357757"/>
                </a:lnTo>
                <a:lnTo>
                  <a:pt x="2494000" y="1372450"/>
                </a:lnTo>
                <a:lnTo>
                  <a:pt x="2494318" y="1373212"/>
                </a:lnTo>
                <a:lnTo>
                  <a:pt x="2495575" y="1374470"/>
                </a:lnTo>
                <a:lnTo>
                  <a:pt x="2496337" y="1374787"/>
                </a:lnTo>
                <a:lnTo>
                  <a:pt x="2498115" y="1374787"/>
                </a:lnTo>
                <a:lnTo>
                  <a:pt x="2498877" y="1374470"/>
                </a:lnTo>
                <a:lnTo>
                  <a:pt x="2500134" y="1373212"/>
                </a:lnTo>
                <a:lnTo>
                  <a:pt x="2500452" y="1372450"/>
                </a:lnTo>
                <a:lnTo>
                  <a:pt x="2500452" y="1357757"/>
                </a:lnTo>
                <a:close/>
              </a:path>
              <a:path w="3331845" h="2440304">
                <a:moveTo>
                  <a:pt x="2500452" y="1325486"/>
                </a:moveTo>
                <a:lnTo>
                  <a:pt x="2500134" y="1324724"/>
                </a:lnTo>
                <a:lnTo>
                  <a:pt x="2498877" y="1323467"/>
                </a:lnTo>
                <a:lnTo>
                  <a:pt x="2498115" y="1323149"/>
                </a:lnTo>
                <a:lnTo>
                  <a:pt x="2496337" y="1323149"/>
                </a:lnTo>
                <a:lnTo>
                  <a:pt x="2495575" y="1323467"/>
                </a:lnTo>
                <a:lnTo>
                  <a:pt x="2494318" y="1324724"/>
                </a:lnTo>
                <a:lnTo>
                  <a:pt x="2494000" y="1325486"/>
                </a:lnTo>
                <a:lnTo>
                  <a:pt x="2494000" y="1340180"/>
                </a:lnTo>
                <a:lnTo>
                  <a:pt x="2494318" y="1340942"/>
                </a:lnTo>
                <a:lnTo>
                  <a:pt x="2495575" y="1342199"/>
                </a:lnTo>
                <a:lnTo>
                  <a:pt x="2496337" y="1342517"/>
                </a:lnTo>
                <a:lnTo>
                  <a:pt x="2498115" y="1342517"/>
                </a:lnTo>
                <a:lnTo>
                  <a:pt x="2498877" y="1342199"/>
                </a:lnTo>
                <a:lnTo>
                  <a:pt x="2500134" y="1340942"/>
                </a:lnTo>
                <a:lnTo>
                  <a:pt x="2500452" y="1340180"/>
                </a:lnTo>
                <a:lnTo>
                  <a:pt x="2500452" y="1325486"/>
                </a:lnTo>
                <a:close/>
              </a:path>
              <a:path w="3331845" h="2440304">
                <a:moveTo>
                  <a:pt x="2500452" y="1293215"/>
                </a:moveTo>
                <a:lnTo>
                  <a:pt x="2500134" y="1292453"/>
                </a:lnTo>
                <a:lnTo>
                  <a:pt x="2498877" y="1291196"/>
                </a:lnTo>
                <a:lnTo>
                  <a:pt x="2498115" y="1290878"/>
                </a:lnTo>
                <a:lnTo>
                  <a:pt x="2496337" y="1290878"/>
                </a:lnTo>
                <a:lnTo>
                  <a:pt x="2495575" y="1291196"/>
                </a:lnTo>
                <a:lnTo>
                  <a:pt x="2494318" y="1292453"/>
                </a:lnTo>
                <a:lnTo>
                  <a:pt x="2494000" y="1293215"/>
                </a:lnTo>
                <a:lnTo>
                  <a:pt x="2494000" y="1307909"/>
                </a:lnTo>
                <a:lnTo>
                  <a:pt x="2494318" y="1308671"/>
                </a:lnTo>
                <a:lnTo>
                  <a:pt x="2495575" y="1309928"/>
                </a:lnTo>
                <a:lnTo>
                  <a:pt x="2496337" y="1310246"/>
                </a:lnTo>
                <a:lnTo>
                  <a:pt x="2498115" y="1310246"/>
                </a:lnTo>
                <a:lnTo>
                  <a:pt x="2498877" y="1309928"/>
                </a:lnTo>
                <a:lnTo>
                  <a:pt x="2500134" y="1308671"/>
                </a:lnTo>
                <a:lnTo>
                  <a:pt x="2500452" y="1307909"/>
                </a:lnTo>
                <a:lnTo>
                  <a:pt x="2500452" y="1293215"/>
                </a:lnTo>
                <a:close/>
              </a:path>
              <a:path w="3331845" h="2440304">
                <a:moveTo>
                  <a:pt x="2500452" y="1260944"/>
                </a:moveTo>
                <a:lnTo>
                  <a:pt x="2500134" y="1260182"/>
                </a:lnTo>
                <a:lnTo>
                  <a:pt x="2498877" y="1258925"/>
                </a:lnTo>
                <a:lnTo>
                  <a:pt x="2498115" y="1258608"/>
                </a:lnTo>
                <a:lnTo>
                  <a:pt x="2496337" y="1258608"/>
                </a:lnTo>
                <a:lnTo>
                  <a:pt x="2495575" y="1258925"/>
                </a:lnTo>
                <a:lnTo>
                  <a:pt x="2494318" y="1260182"/>
                </a:lnTo>
                <a:lnTo>
                  <a:pt x="2494000" y="1260944"/>
                </a:lnTo>
                <a:lnTo>
                  <a:pt x="2494000" y="1275638"/>
                </a:lnTo>
                <a:lnTo>
                  <a:pt x="2494318" y="1276400"/>
                </a:lnTo>
                <a:lnTo>
                  <a:pt x="2495575" y="1277658"/>
                </a:lnTo>
                <a:lnTo>
                  <a:pt x="2496337" y="1277975"/>
                </a:lnTo>
                <a:lnTo>
                  <a:pt x="2498115" y="1277975"/>
                </a:lnTo>
                <a:lnTo>
                  <a:pt x="2498877" y="1277658"/>
                </a:lnTo>
                <a:lnTo>
                  <a:pt x="2500134" y="1276400"/>
                </a:lnTo>
                <a:lnTo>
                  <a:pt x="2500452" y="1275638"/>
                </a:lnTo>
                <a:lnTo>
                  <a:pt x="2500452" y="1260944"/>
                </a:lnTo>
                <a:close/>
              </a:path>
              <a:path w="3331845" h="2440304">
                <a:moveTo>
                  <a:pt x="2500452" y="1228674"/>
                </a:moveTo>
                <a:lnTo>
                  <a:pt x="2500134" y="1227912"/>
                </a:lnTo>
                <a:lnTo>
                  <a:pt x="2498877" y="1226654"/>
                </a:lnTo>
                <a:lnTo>
                  <a:pt x="2498115" y="1226337"/>
                </a:lnTo>
                <a:lnTo>
                  <a:pt x="2496337" y="1226337"/>
                </a:lnTo>
                <a:lnTo>
                  <a:pt x="2495575" y="1226654"/>
                </a:lnTo>
                <a:lnTo>
                  <a:pt x="2494318" y="1227912"/>
                </a:lnTo>
                <a:lnTo>
                  <a:pt x="2494000" y="1228674"/>
                </a:lnTo>
                <a:lnTo>
                  <a:pt x="2494000" y="1243368"/>
                </a:lnTo>
                <a:lnTo>
                  <a:pt x="2494318" y="1244130"/>
                </a:lnTo>
                <a:lnTo>
                  <a:pt x="2495575" y="1245387"/>
                </a:lnTo>
                <a:lnTo>
                  <a:pt x="2496337" y="1245704"/>
                </a:lnTo>
                <a:lnTo>
                  <a:pt x="2498115" y="1245704"/>
                </a:lnTo>
                <a:lnTo>
                  <a:pt x="2498877" y="1245387"/>
                </a:lnTo>
                <a:lnTo>
                  <a:pt x="2500134" y="1244130"/>
                </a:lnTo>
                <a:lnTo>
                  <a:pt x="2500452" y="1243368"/>
                </a:lnTo>
                <a:lnTo>
                  <a:pt x="2500452" y="1228674"/>
                </a:lnTo>
                <a:close/>
              </a:path>
              <a:path w="3331845" h="2440304">
                <a:moveTo>
                  <a:pt x="2500452" y="1196403"/>
                </a:moveTo>
                <a:lnTo>
                  <a:pt x="2500134" y="1195641"/>
                </a:lnTo>
                <a:lnTo>
                  <a:pt x="2498877" y="1194384"/>
                </a:lnTo>
                <a:lnTo>
                  <a:pt x="2498115" y="1194066"/>
                </a:lnTo>
                <a:lnTo>
                  <a:pt x="2496337" y="1194066"/>
                </a:lnTo>
                <a:lnTo>
                  <a:pt x="2495575" y="1194384"/>
                </a:lnTo>
                <a:lnTo>
                  <a:pt x="2494318" y="1195641"/>
                </a:lnTo>
                <a:lnTo>
                  <a:pt x="2494000" y="1196403"/>
                </a:lnTo>
                <a:lnTo>
                  <a:pt x="2494000" y="1211097"/>
                </a:lnTo>
                <a:lnTo>
                  <a:pt x="2494318" y="1211859"/>
                </a:lnTo>
                <a:lnTo>
                  <a:pt x="2495575" y="1213116"/>
                </a:lnTo>
                <a:lnTo>
                  <a:pt x="2496337" y="1213434"/>
                </a:lnTo>
                <a:lnTo>
                  <a:pt x="2498115" y="1213434"/>
                </a:lnTo>
                <a:lnTo>
                  <a:pt x="2498877" y="1213116"/>
                </a:lnTo>
                <a:lnTo>
                  <a:pt x="2500134" y="1211859"/>
                </a:lnTo>
                <a:lnTo>
                  <a:pt x="2500452" y="1211097"/>
                </a:lnTo>
                <a:lnTo>
                  <a:pt x="2500452" y="1196403"/>
                </a:lnTo>
                <a:close/>
              </a:path>
              <a:path w="3331845" h="2440304">
                <a:moveTo>
                  <a:pt x="2500452" y="1164132"/>
                </a:moveTo>
                <a:lnTo>
                  <a:pt x="2500134" y="1163370"/>
                </a:lnTo>
                <a:lnTo>
                  <a:pt x="2498877" y="1162113"/>
                </a:lnTo>
                <a:lnTo>
                  <a:pt x="2498115" y="1161796"/>
                </a:lnTo>
                <a:lnTo>
                  <a:pt x="2496337" y="1161796"/>
                </a:lnTo>
                <a:lnTo>
                  <a:pt x="2495575" y="1162113"/>
                </a:lnTo>
                <a:lnTo>
                  <a:pt x="2494318" y="1163370"/>
                </a:lnTo>
                <a:lnTo>
                  <a:pt x="2494000" y="1164132"/>
                </a:lnTo>
                <a:lnTo>
                  <a:pt x="2494000" y="1178826"/>
                </a:lnTo>
                <a:lnTo>
                  <a:pt x="2494318" y="1179576"/>
                </a:lnTo>
                <a:lnTo>
                  <a:pt x="2495575" y="1180846"/>
                </a:lnTo>
                <a:lnTo>
                  <a:pt x="2496337" y="1181150"/>
                </a:lnTo>
                <a:lnTo>
                  <a:pt x="2498115" y="1181150"/>
                </a:lnTo>
                <a:lnTo>
                  <a:pt x="2498877" y="1180846"/>
                </a:lnTo>
                <a:lnTo>
                  <a:pt x="2500134" y="1179576"/>
                </a:lnTo>
                <a:lnTo>
                  <a:pt x="2500452" y="1178826"/>
                </a:lnTo>
                <a:lnTo>
                  <a:pt x="2500452" y="1164132"/>
                </a:lnTo>
                <a:close/>
              </a:path>
              <a:path w="3331845" h="2440304">
                <a:moveTo>
                  <a:pt x="2500452" y="1131862"/>
                </a:moveTo>
                <a:lnTo>
                  <a:pt x="2500134" y="1131100"/>
                </a:lnTo>
                <a:lnTo>
                  <a:pt x="2498877" y="1129830"/>
                </a:lnTo>
                <a:lnTo>
                  <a:pt x="2498115" y="1129525"/>
                </a:lnTo>
                <a:lnTo>
                  <a:pt x="2496337" y="1129525"/>
                </a:lnTo>
                <a:lnTo>
                  <a:pt x="2495575" y="1129830"/>
                </a:lnTo>
                <a:lnTo>
                  <a:pt x="2494318" y="1131100"/>
                </a:lnTo>
                <a:lnTo>
                  <a:pt x="2494000" y="1131862"/>
                </a:lnTo>
                <a:lnTo>
                  <a:pt x="2494000" y="1146543"/>
                </a:lnTo>
                <a:lnTo>
                  <a:pt x="2494318" y="1147305"/>
                </a:lnTo>
                <a:lnTo>
                  <a:pt x="2495575" y="1148575"/>
                </a:lnTo>
                <a:lnTo>
                  <a:pt x="2496337" y="1148880"/>
                </a:lnTo>
                <a:lnTo>
                  <a:pt x="2498115" y="1148880"/>
                </a:lnTo>
                <a:lnTo>
                  <a:pt x="2498877" y="1148575"/>
                </a:lnTo>
                <a:lnTo>
                  <a:pt x="2500134" y="1147305"/>
                </a:lnTo>
                <a:lnTo>
                  <a:pt x="2500452" y="1146543"/>
                </a:lnTo>
                <a:lnTo>
                  <a:pt x="2500452" y="1131862"/>
                </a:lnTo>
                <a:close/>
              </a:path>
              <a:path w="3331845" h="2440304">
                <a:moveTo>
                  <a:pt x="2500452" y="1099578"/>
                </a:moveTo>
                <a:lnTo>
                  <a:pt x="2500134" y="1098829"/>
                </a:lnTo>
                <a:lnTo>
                  <a:pt x="2498877" y="1097559"/>
                </a:lnTo>
                <a:lnTo>
                  <a:pt x="2498115" y="1097254"/>
                </a:lnTo>
                <a:lnTo>
                  <a:pt x="2496337" y="1097254"/>
                </a:lnTo>
                <a:lnTo>
                  <a:pt x="2495575" y="1097559"/>
                </a:lnTo>
                <a:lnTo>
                  <a:pt x="2494318" y="1098829"/>
                </a:lnTo>
                <a:lnTo>
                  <a:pt x="2494000" y="1099578"/>
                </a:lnTo>
                <a:lnTo>
                  <a:pt x="2494000" y="1114272"/>
                </a:lnTo>
                <a:lnTo>
                  <a:pt x="2494318" y="1115034"/>
                </a:lnTo>
                <a:lnTo>
                  <a:pt x="2495575" y="1116291"/>
                </a:lnTo>
                <a:lnTo>
                  <a:pt x="2496337" y="1116609"/>
                </a:lnTo>
                <a:lnTo>
                  <a:pt x="2498115" y="1116609"/>
                </a:lnTo>
                <a:lnTo>
                  <a:pt x="2498877" y="1116291"/>
                </a:lnTo>
                <a:lnTo>
                  <a:pt x="2500134" y="1115034"/>
                </a:lnTo>
                <a:lnTo>
                  <a:pt x="2500452" y="1114272"/>
                </a:lnTo>
                <a:lnTo>
                  <a:pt x="2500452" y="1099578"/>
                </a:lnTo>
                <a:close/>
              </a:path>
              <a:path w="3331845" h="2440304">
                <a:moveTo>
                  <a:pt x="2500452" y="1067308"/>
                </a:moveTo>
                <a:lnTo>
                  <a:pt x="2500134" y="1066546"/>
                </a:lnTo>
                <a:lnTo>
                  <a:pt x="2498877" y="1065288"/>
                </a:lnTo>
                <a:lnTo>
                  <a:pt x="2498115" y="1064971"/>
                </a:lnTo>
                <a:lnTo>
                  <a:pt x="2496337" y="1064971"/>
                </a:lnTo>
                <a:lnTo>
                  <a:pt x="2495575" y="1065288"/>
                </a:lnTo>
                <a:lnTo>
                  <a:pt x="2494318" y="1066546"/>
                </a:lnTo>
                <a:lnTo>
                  <a:pt x="2494000" y="1067308"/>
                </a:lnTo>
                <a:lnTo>
                  <a:pt x="2494000" y="1082001"/>
                </a:lnTo>
                <a:lnTo>
                  <a:pt x="2494318" y="1082763"/>
                </a:lnTo>
                <a:lnTo>
                  <a:pt x="2495575" y="1084021"/>
                </a:lnTo>
                <a:lnTo>
                  <a:pt x="2496337" y="1084338"/>
                </a:lnTo>
                <a:lnTo>
                  <a:pt x="2498115" y="1084338"/>
                </a:lnTo>
                <a:lnTo>
                  <a:pt x="2498877" y="1084021"/>
                </a:lnTo>
                <a:lnTo>
                  <a:pt x="2500134" y="1082763"/>
                </a:lnTo>
                <a:lnTo>
                  <a:pt x="2500452" y="1082001"/>
                </a:lnTo>
                <a:lnTo>
                  <a:pt x="2500452" y="1067308"/>
                </a:lnTo>
                <a:close/>
              </a:path>
              <a:path w="3331845" h="2440304">
                <a:moveTo>
                  <a:pt x="2500452" y="1035037"/>
                </a:moveTo>
                <a:lnTo>
                  <a:pt x="2500134" y="1034275"/>
                </a:lnTo>
                <a:lnTo>
                  <a:pt x="2498877" y="1033018"/>
                </a:lnTo>
                <a:lnTo>
                  <a:pt x="2498115" y="1032700"/>
                </a:lnTo>
                <a:lnTo>
                  <a:pt x="2496337" y="1032700"/>
                </a:lnTo>
                <a:lnTo>
                  <a:pt x="2495575" y="1033018"/>
                </a:lnTo>
                <a:lnTo>
                  <a:pt x="2494318" y="1034275"/>
                </a:lnTo>
                <a:lnTo>
                  <a:pt x="2494000" y="1035037"/>
                </a:lnTo>
                <a:lnTo>
                  <a:pt x="2494000" y="1049731"/>
                </a:lnTo>
                <a:lnTo>
                  <a:pt x="2494318" y="1050493"/>
                </a:lnTo>
                <a:lnTo>
                  <a:pt x="2495575" y="1051750"/>
                </a:lnTo>
                <a:lnTo>
                  <a:pt x="2496337" y="1052068"/>
                </a:lnTo>
                <a:lnTo>
                  <a:pt x="2498115" y="1052068"/>
                </a:lnTo>
                <a:lnTo>
                  <a:pt x="2498877" y="1051750"/>
                </a:lnTo>
                <a:lnTo>
                  <a:pt x="2500134" y="1050493"/>
                </a:lnTo>
                <a:lnTo>
                  <a:pt x="2500452" y="1049731"/>
                </a:lnTo>
                <a:lnTo>
                  <a:pt x="2500452" y="1035037"/>
                </a:lnTo>
                <a:close/>
              </a:path>
              <a:path w="3331845" h="2440304">
                <a:moveTo>
                  <a:pt x="2500452" y="1002766"/>
                </a:moveTo>
                <a:lnTo>
                  <a:pt x="2500134" y="1002004"/>
                </a:lnTo>
                <a:lnTo>
                  <a:pt x="2498877" y="1000747"/>
                </a:lnTo>
                <a:lnTo>
                  <a:pt x="2498115" y="1000429"/>
                </a:lnTo>
                <a:lnTo>
                  <a:pt x="2496337" y="1000429"/>
                </a:lnTo>
                <a:lnTo>
                  <a:pt x="2495575" y="1000747"/>
                </a:lnTo>
                <a:lnTo>
                  <a:pt x="2494318" y="1002004"/>
                </a:lnTo>
                <a:lnTo>
                  <a:pt x="2494000" y="1002766"/>
                </a:lnTo>
                <a:lnTo>
                  <a:pt x="2494000" y="1017460"/>
                </a:lnTo>
                <a:lnTo>
                  <a:pt x="2494318" y="1018222"/>
                </a:lnTo>
                <a:lnTo>
                  <a:pt x="2495575" y="1019479"/>
                </a:lnTo>
                <a:lnTo>
                  <a:pt x="2496337" y="1019797"/>
                </a:lnTo>
                <a:lnTo>
                  <a:pt x="2498115" y="1019797"/>
                </a:lnTo>
                <a:lnTo>
                  <a:pt x="2498877" y="1019479"/>
                </a:lnTo>
                <a:lnTo>
                  <a:pt x="2500134" y="1018222"/>
                </a:lnTo>
                <a:lnTo>
                  <a:pt x="2500452" y="1017460"/>
                </a:lnTo>
                <a:lnTo>
                  <a:pt x="2500452" y="1002766"/>
                </a:lnTo>
                <a:close/>
              </a:path>
              <a:path w="3331845" h="2440304">
                <a:moveTo>
                  <a:pt x="2500452" y="970495"/>
                </a:moveTo>
                <a:lnTo>
                  <a:pt x="2500134" y="969733"/>
                </a:lnTo>
                <a:lnTo>
                  <a:pt x="2498877" y="968476"/>
                </a:lnTo>
                <a:lnTo>
                  <a:pt x="2498115" y="968159"/>
                </a:lnTo>
                <a:lnTo>
                  <a:pt x="2496337" y="968159"/>
                </a:lnTo>
                <a:lnTo>
                  <a:pt x="2495575" y="968476"/>
                </a:lnTo>
                <a:lnTo>
                  <a:pt x="2494318" y="969733"/>
                </a:lnTo>
                <a:lnTo>
                  <a:pt x="2494000" y="970495"/>
                </a:lnTo>
                <a:lnTo>
                  <a:pt x="2494000" y="985189"/>
                </a:lnTo>
                <a:lnTo>
                  <a:pt x="2494318" y="985951"/>
                </a:lnTo>
                <a:lnTo>
                  <a:pt x="2495575" y="987209"/>
                </a:lnTo>
                <a:lnTo>
                  <a:pt x="2496337" y="987526"/>
                </a:lnTo>
                <a:lnTo>
                  <a:pt x="2498115" y="987526"/>
                </a:lnTo>
                <a:lnTo>
                  <a:pt x="2498877" y="987209"/>
                </a:lnTo>
                <a:lnTo>
                  <a:pt x="2500134" y="985951"/>
                </a:lnTo>
                <a:lnTo>
                  <a:pt x="2500452" y="985189"/>
                </a:lnTo>
                <a:lnTo>
                  <a:pt x="2500452" y="970495"/>
                </a:lnTo>
                <a:close/>
              </a:path>
              <a:path w="3331845" h="2440304">
                <a:moveTo>
                  <a:pt x="2500452" y="938225"/>
                </a:moveTo>
                <a:lnTo>
                  <a:pt x="2500134" y="937463"/>
                </a:lnTo>
                <a:lnTo>
                  <a:pt x="2498877" y="936205"/>
                </a:lnTo>
                <a:lnTo>
                  <a:pt x="2498115" y="935888"/>
                </a:lnTo>
                <a:lnTo>
                  <a:pt x="2496337" y="935888"/>
                </a:lnTo>
                <a:lnTo>
                  <a:pt x="2495575" y="936205"/>
                </a:lnTo>
                <a:lnTo>
                  <a:pt x="2494318" y="937463"/>
                </a:lnTo>
                <a:lnTo>
                  <a:pt x="2494000" y="938225"/>
                </a:lnTo>
                <a:lnTo>
                  <a:pt x="2494000" y="952919"/>
                </a:lnTo>
                <a:lnTo>
                  <a:pt x="2494318" y="953681"/>
                </a:lnTo>
                <a:lnTo>
                  <a:pt x="2495575" y="954938"/>
                </a:lnTo>
                <a:lnTo>
                  <a:pt x="2496337" y="955255"/>
                </a:lnTo>
                <a:lnTo>
                  <a:pt x="2498115" y="955255"/>
                </a:lnTo>
                <a:lnTo>
                  <a:pt x="2498877" y="954938"/>
                </a:lnTo>
                <a:lnTo>
                  <a:pt x="2500134" y="953681"/>
                </a:lnTo>
                <a:lnTo>
                  <a:pt x="2500452" y="952919"/>
                </a:lnTo>
                <a:lnTo>
                  <a:pt x="2500452" y="938225"/>
                </a:lnTo>
                <a:close/>
              </a:path>
              <a:path w="3331845" h="2440304">
                <a:moveTo>
                  <a:pt x="2500452" y="905954"/>
                </a:moveTo>
                <a:lnTo>
                  <a:pt x="2500134" y="905192"/>
                </a:lnTo>
                <a:lnTo>
                  <a:pt x="2498877" y="903935"/>
                </a:lnTo>
                <a:lnTo>
                  <a:pt x="2498115" y="903617"/>
                </a:lnTo>
                <a:lnTo>
                  <a:pt x="2496337" y="903617"/>
                </a:lnTo>
                <a:lnTo>
                  <a:pt x="2495575" y="903935"/>
                </a:lnTo>
                <a:lnTo>
                  <a:pt x="2494318" y="905192"/>
                </a:lnTo>
                <a:lnTo>
                  <a:pt x="2494000" y="905954"/>
                </a:lnTo>
                <a:lnTo>
                  <a:pt x="2494000" y="920648"/>
                </a:lnTo>
                <a:lnTo>
                  <a:pt x="2494318" y="921397"/>
                </a:lnTo>
                <a:lnTo>
                  <a:pt x="2495575" y="922667"/>
                </a:lnTo>
                <a:lnTo>
                  <a:pt x="2496337" y="922985"/>
                </a:lnTo>
                <a:lnTo>
                  <a:pt x="2498115" y="922985"/>
                </a:lnTo>
                <a:lnTo>
                  <a:pt x="2498877" y="922667"/>
                </a:lnTo>
                <a:lnTo>
                  <a:pt x="2500134" y="921397"/>
                </a:lnTo>
                <a:lnTo>
                  <a:pt x="2500452" y="920648"/>
                </a:lnTo>
                <a:lnTo>
                  <a:pt x="2500452" y="905954"/>
                </a:lnTo>
                <a:close/>
              </a:path>
              <a:path w="3331845" h="2440304">
                <a:moveTo>
                  <a:pt x="2500452" y="873683"/>
                </a:moveTo>
                <a:lnTo>
                  <a:pt x="2500134" y="872921"/>
                </a:lnTo>
                <a:lnTo>
                  <a:pt x="2498877" y="871664"/>
                </a:lnTo>
                <a:lnTo>
                  <a:pt x="2498115" y="871347"/>
                </a:lnTo>
                <a:lnTo>
                  <a:pt x="2496337" y="871347"/>
                </a:lnTo>
                <a:lnTo>
                  <a:pt x="2495575" y="871664"/>
                </a:lnTo>
                <a:lnTo>
                  <a:pt x="2494318" y="872921"/>
                </a:lnTo>
                <a:lnTo>
                  <a:pt x="2494000" y="873683"/>
                </a:lnTo>
                <a:lnTo>
                  <a:pt x="2494000" y="888365"/>
                </a:lnTo>
                <a:lnTo>
                  <a:pt x="2494318" y="889127"/>
                </a:lnTo>
                <a:lnTo>
                  <a:pt x="2495575" y="890397"/>
                </a:lnTo>
                <a:lnTo>
                  <a:pt x="2496337" y="890701"/>
                </a:lnTo>
                <a:lnTo>
                  <a:pt x="2498115" y="890701"/>
                </a:lnTo>
                <a:lnTo>
                  <a:pt x="2498877" y="890397"/>
                </a:lnTo>
                <a:lnTo>
                  <a:pt x="2500134" y="889127"/>
                </a:lnTo>
                <a:lnTo>
                  <a:pt x="2500452" y="888365"/>
                </a:lnTo>
                <a:lnTo>
                  <a:pt x="2500452" y="873683"/>
                </a:lnTo>
                <a:close/>
              </a:path>
              <a:path w="3331845" h="2440304">
                <a:moveTo>
                  <a:pt x="2500452" y="841413"/>
                </a:moveTo>
                <a:lnTo>
                  <a:pt x="2500134" y="840651"/>
                </a:lnTo>
                <a:lnTo>
                  <a:pt x="2498877" y="839381"/>
                </a:lnTo>
                <a:lnTo>
                  <a:pt x="2498115" y="839076"/>
                </a:lnTo>
                <a:lnTo>
                  <a:pt x="2496337" y="839076"/>
                </a:lnTo>
                <a:lnTo>
                  <a:pt x="2495575" y="839381"/>
                </a:lnTo>
                <a:lnTo>
                  <a:pt x="2494318" y="840651"/>
                </a:lnTo>
                <a:lnTo>
                  <a:pt x="2494000" y="841413"/>
                </a:lnTo>
                <a:lnTo>
                  <a:pt x="2494000" y="856094"/>
                </a:lnTo>
                <a:lnTo>
                  <a:pt x="2494318" y="856856"/>
                </a:lnTo>
                <a:lnTo>
                  <a:pt x="2495575" y="858113"/>
                </a:lnTo>
                <a:lnTo>
                  <a:pt x="2496337" y="858431"/>
                </a:lnTo>
                <a:lnTo>
                  <a:pt x="2498115" y="858431"/>
                </a:lnTo>
                <a:lnTo>
                  <a:pt x="2498877" y="858113"/>
                </a:lnTo>
                <a:lnTo>
                  <a:pt x="2500134" y="856856"/>
                </a:lnTo>
                <a:lnTo>
                  <a:pt x="2500452" y="856094"/>
                </a:lnTo>
                <a:lnTo>
                  <a:pt x="2500452" y="841413"/>
                </a:lnTo>
                <a:close/>
              </a:path>
              <a:path w="3331845" h="2440304">
                <a:moveTo>
                  <a:pt x="2500452" y="809129"/>
                </a:moveTo>
                <a:lnTo>
                  <a:pt x="2500134" y="808380"/>
                </a:lnTo>
                <a:lnTo>
                  <a:pt x="2498877" y="807110"/>
                </a:lnTo>
                <a:lnTo>
                  <a:pt x="2498115" y="806792"/>
                </a:lnTo>
                <a:lnTo>
                  <a:pt x="2496337" y="806792"/>
                </a:lnTo>
                <a:lnTo>
                  <a:pt x="2495575" y="807110"/>
                </a:lnTo>
                <a:lnTo>
                  <a:pt x="2494318" y="808380"/>
                </a:lnTo>
                <a:lnTo>
                  <a:pt x="2494000" y="809129"/>
                </a:lnTo>
                <a:lnTo>
                  <a:pt x="2494000" y="823823"/>
                </a:lnTo>
                <a:lnTo>
                  <a:pt x="2494318" y="824585"/>
                </a:lnTo>
                <a:lnTo>
                  <a:pt x="2495575" y="825842"/>
                </a:lnTo>
                <a:lnTo>
                  <a:pt x="2496337" y="826160"/>
                </a:lnTo>
                <a:lnTo>
                  <a:pt x="2498115" y="826160"/>
                </a:lnTo>
                <a:lnTo>
                  <a:pt x="2498877" y="825842"/>
                </a:lnTo>
                <a:lnTo>
                  <a:pt x="2500134" y="824585"/>
                </a:lnTo>
                <a:lnTo>
                  <a:pt x="2500452" y="823823"/>
                </a:lnTo>
                <a:lnTo>
                  <a:pt x="2500452" y="809129"/>
                </a:lnTo>
                <a:close/>
              </a:path>
              <a:path w="3331845" h="2440304">
                <a:moveTo>
                  <a:pt x="2500452" y="776859"/>
                </a:moveTo>
                <a:lnTo>
                  <a:pt x="2500134" y="776097"/>
                </a:lnTo>
                <a:lnTo>
                  <a:pt x="2498877" y="774839"/>
                </a:lnTo>
                <a:lnTo>
                  <a:pt x="2498115" y="774522"/>
                </a:lnTo>
                <a:lnTo>
                  <a:pt x="2496337" y="774522"/>
                </a:lnTo>
                <a:lnTo>
                  <a:pt x="2495575" y="774839"/>
                </a:lnTo>
                <a:lnTo>
                  <a:pt x="2494318" y="776097"/>
                </a:lnTo>
                <a:lnTo>
                  <a:pt x="2494000" y="776859"/>
                </a:lnTo>
                <a:lnTo>
                  <a:pt x="2494000" y="791552"/>
                </a:lnTo>
                <a:lnTo>
                  <a:pt x="2494318" y="792314"/>
                </a:lnTo>
                <a:lnTo>
                  <a:pt x="2495575" y="793572"/>
                </a:lnTo>
                <a:lnTo>
                  <a:pt x="2496337" y="793889"/>
                </a:lnTo>
                <a:lnTo>
                  <a:pt x="2498115" y="793889"/>
                </a:lnTo>
                <a:lnTo>
                  <a:pt x="2498877" y="793572"/>
                </a:lnTo>
                <a:lnTo>
                  <a:pt x="2500134" y="792314"/>
                </a:lnTo>
                <a:lnTo>
                  <a:pt x="2500452" y="791552"/>
                </a:lnTo>
                <a:lnTo>
                  <a:pt x="2500452" y="776859"/>
                </a:lnTo>
                <a:close/>
              </a:path>
              <a:path w="3331845" h="2440304">
                <a:moveTo>
                  <a:pt x="2500452" y="744588"/>
                </a:moveTo>
                <a:lnTo>
                  <a:pt x="2500134" y="743826"/>
                </a:lnTo>
                <a:lnTo>
                  <a:pt x="2498877" y="742569"/>
                </a:lnTo>
                <a:lnTo>
                  <a:pt x="2498115" y="742251"/>
                </a:lnTo>
                <a:lnTo>
                  <a:pt x="2496337" y="742251"/>
                </a:lnTo>
                <a:lnTo>
                  <a:pt x="2495575" y="742569"/>
                </a:lnTo>
                <a:lnTo>
                  <a:pt x="2494318" y="743826"/>
                </a:lnTo>
                <a:lnTo>
                  <a:pt x="2494000" y="744588"/>
                </a:lnTo>
                <a:lnTo>
                  <a:pt x="2494000" y="759282"/>
                </a:lnTo>
                <a:lnTo>
                  <a:pt x="2494318" y="760044"/>
                </a:lnTo>
                <a:lnTo>
                  <a:pt x="2495575" y="761301"/>
                </a:lnTo>
                <a:lnTo>
                  <a:pt x="2496337" y="761619"/>
                </a:lnTo>
                <a:lnTo>
                  <a:pt x="2498115" y="761619"/>
                </a:lnTo>
                <a:lnTo>
                  <a:pt x="2498877" y="761301"/>
                </a:lnTo>
                <a:lnTo>
                  <a:pt x="2500134" y="760044"/>
                </a:lnTo>
                <a:lnTo>
                  <a:pt x="2500452" y="759282"/>
                </a:lnTo>
                <a:lnTo>
                  <a:pt x="2500452" y="744588"/>
                </a:lnTo>
                <a:close/>
              </a:path>
              <a:path w="3331845" h="2440304">
                <a:moveTo>
                  <a:pt x="2500452" y="712317"/>
                </a:moveTo>
                <a:lnTo>
                  <a:pt x="2500134" y="711555"/>
                </a:lnTo>
                <a:lnTo>
                  <a:pt x="2498877" y="710298"/>
                </a:lnTo>
                <a:lnTo>
                  <a:pt x="2498115" y="709980"/>
                </a:lnTo>
                <a:lnTo>
                  <a:pt x="2496337" y="709980"/>
                </a:lnTo>
                <a:lnTo>
                  <a:pt x="2495575" y="710298"/>
                </a:lnTo>
                <a:lnTo>
                  <a:pt x="2494318" y="711555"/>
                </a:lnTo>
                <a:lnTo>
                  <a:pt x="2494000" y="712317"/>
                </a:lnTo>
                <a:lnTo>
                  <a:pt x="2494000" y="727011"/>
                </a:lnTo>
                <a:lnTo>
                  <a:pt x="2494318" y="727773"/>
                </a:lnTo>
                <a:lnTo>
                  <a:pt x="2495575" y="729030"/>
                </a:lnTo>
                <a:lnTo>
                  <a:pt x="2496337" y="729348"/>
                </a:lnTo>
                <a:lnTo>
                  <a:pt x="2498115" y="729348"/>
                </a:lnTo>
                <a:lnTo>
                  <a:pt x="2498877" y="729030"/>
                </a:lnTo>
                <a:lnTo>
                  <a:pt x="2500134" y="727773"/>
                </a:lnTo>
                <a:lnTo>
                  <a:pt x="2500452" y="727011"/>
                </a:lnTo>
                <a:lnTo>
                  <a:pt x="2500452" y="712317"/>
                </a:lnTo>
                <a:close/>
              </a:path>
              <a:path w="3331845" h="2440304">
                <a:moveTo>
                  <a:pt x="2500452" y="680046"/>
                </a:moveTo>
                <a:lnTo>
                  <a:pt x="2500134" y="679284"/>
                </a:lnTo>
                <a:lnTo>
                  <a:pt x="2498877" y="678027"/>
                </a:lnTo>
                <a:lnTo>
                  <a:pt x="2498115" y="677710"/>
                </a:lnTo>
                <a:lnTo>
                  <a:pt x="2496337" y="677710"/>
                </a:lnTo>
                <a:lnTo>
                  <a:pt x="2495575" y="678027"/>
                </a:lnTo>
                <a:lnTo>
                  <a:pt x="2494318" y="679284"/>
                </a:lnTo>
                <a:lnTo>
                  <a:pt x="2494000" y="680046"/>
                </a:lnTo>
                <a:lnTo>
                  <a:pt x="2494000" y="694740"/>
                </a:lnTo>
                <a:lnTo>
                  <a:pt x="2494318" y="695502"/>
                </a:lnTo>
                <a:lnTo>
                  <a:pt x="2495575" y="696760"/>
                </a:lnTo>
                <a:lnTo>
                  <a:pt x="2496337" y="697077"/>
                </a:lnTo>
                <a:lnTo>
                  <a:pt x="2498115" y="697077"/>
                </a:lnTo>
                <a:lnTo>
                  <a:pt x="2498877" y="696760"/>
                </a:lnTo>
                <a:lnTo>
                  <a:pt x="2500134" y="695502"/>
                </a:lnTo>
                <a:lnTo>
                  <a:pt x="2500452" y="694740"/>
                </a:lnTo>
                <a:lnTo>
                  <a:pt x="2500452" y="680046"/>
                </a:lnTo>
                <a:close/>
              </a:path>
              <a:path w="3331845" h="2440304">
                <a:moveTo>
                  <a:pt x="2500452" y="647776"/>
                </a:moveTo>
                <a:lnTo>
                  <a:pt x="2500134" y="647014"/>
                </a:lnTo>
                <a:lnTo>
                  <a:pt x="2498877" y="645756"/>
                </a:lnTo>
                <a:lnTo>
                  <a:pt x="2498115" y="645439"/>
                </a:lnTo>
                <a:lnTo>
                  <a:pt x="2496337" y="645439"/>
                </a:lnTo>
                <a:lnTo>
                  <a:pt x="2495575" y="645756"/>
                </a:lnTo>
                <a:lnTo>
                  <a:pt x="2494318" y="647014"/>
                </a:lnTo>
                <a:lnTo>
                  <a:pt x="2494000" y="647776"/>
                </a:lnTo>
                <a:lnTo>
                  <a:pt x="2494000" y="662470"/>
                </a:lnTo>
                <a:lnTo>
                  <a:pt x="2494318" y="663232"/>
                </a:lnTo>
                <a:lnTo>
                  <a:pt x="2495575" y="664489"/>
                </a:lnTo>
                <a:lnTo>
                  <a:pt x="2496337" y="664806"/>
                </a:lnTo>
                <a:lnTo>
                  <a:pt x="2498115" y="664806"/>
                </a:lnTo>
                <a:lnTo>
                  <a:pt x="2498877" y="664489"/>
                </a:lnTo>
                <a:lnTo>
                  <a:pt x="2500134" y="663232"/>
                </a:lnTo>
                <a:lnTo>
                  <a:pt x="2500452" y="662470"/>
                </a:lnTo>
                <a:lnTo>
                  <a:pt x="2500452" y="647776"/>
                </a:lnTo>
                <a:close/>
              </a:path>
              <a:path w="3331845" h="2440304">
                <a:moveTo>
                  <a:pt x="2500452" y="615505"/>
                </a:moveTo>
                <a:lnTo>
                  <a:pt x="2500134" y="614743"/>
                </a:lnTo>
                <a:lnTo>
                  <a:pt x="2498877" y="613486"/>
                </a:lnTo>
                <a:lnTo>
                  <a:pt x="2498115" y="613168"/>
                </a:lnTo>
                <a:lnTo>
                  <a:pt x="2496337" y="613168"/>
                </a:lnTo>
                <a:lnTo>
                  <a:pt x="2495575" y="613486"/>
                </a:lnTo>
                <a:lnTo>
                  <a:pt x="2494318" y="614743"/>
                </a:lnTo>
                <a:lnTo>
                  <a:pt x="2494000" y="615505"/>
                </a:lnTo>
                <a:lnTo>
                  <a:pt x="2494000" y="630199"/>
                </a:lnTo>
                <a:lnTo>
                  <a:pt x="2494318" y="630948"/>
                </a:lnTo>
                <a:lnTo>
                  <a:pt x="2495575" y="632218"/>
                </a:lnTo>
                <a:lnTo>
                  <a:pt x="2496337" y="632523"/>
                </a:lnTo>
                <a:lnTo>
                  <a:pt x="2498115" y="632523"/>
                </a:lnTo>
                <a:lnTo>
                  <a:pt x="2498877" y="632218"/>
                </a:lnTo>
                <a:lnTo>
                  <a:pt x="2500134" y="630948"/>
                </a:lnTo>
                <a:lnTo>
                  <a:pt x="2500452" y="630199"/>
                </a:lnTo>
                <a:lnTo>
                  <a:pt x="2500452" y="615505"/>
                </a:lnTo>
                <a:close/>
              </a:path>
              <a:path w="3331845" h="2440304">
                <a:moveTo>
                  <a:pt x="2500452" y="583234"/>
                </a:moveTo>
                <a:lnTo>
                  <a:pt x="2500134" y="582472"/>
                </a:lnTo>
                <a:lnTo>
                  <a:pt x="2498877" y="581202"/>
                </a:lnTo>
                <a:lnTo>
                  <a:pt x="2498115" y="580898"/>
                </a:lnTo>
                <a:lnTo>
                  <a:pt x="2496337" y="580898"/>
                </a:lnTo>
                <a:lnTo>
                  <a:pt x="2495575" y="581202"/>
                </a:lnTo>
                <a:lnTo>
                  <a:pt x="2494318" y="582472"/>
                </a:lnTo>
                <a:lnTo>
                  <a:pt x="2494000" y="583234"/>
                </a:lnTo>
                <a:lnTo>
                  <a:pt x="2494000" y="597916"/>
                </a:lnTo>
                <a:lnTo>
                  <a:pt x="2494318" y="598678"/>
                </a:lnTo>
                <a:lnTo>
                  <a:pt x="2495575" y="599948"/>
                </a:lnTo>
                <a:lnTo>
                  <a:pt x="2496337" y="600252"/>
                </a:lnTo>
                <a:lnTo>
                  <a:pt x="2498115" y="600252"/>
                </a:lnTo>
                <a:lnTo>
                  <a:pt x="2498877" y="599948"/>
                </a:lnTo>
                <a:lnTo>
                  <a:pt x="2500134" y="598678"/>
                </a:lnTo>
                <a:lnTo>
                  <a:pt x="2500452" y="597916"/>
                </a:lnTo>
                <a:lnTo>
                  <a:pt x="2500452" y="583234"/>
                </a:lnTo>
                <a:close/>
              </a:path>
              <a:path w="3331845" h="2440304">
                <a:moveTo>
                  <a:pt x="2500452" y="550951"/>
                </a:moveTo>
                <a:lnTo>
                  <a:pt x="2500134" y="550202"/>
                </a:lnTo>
                <a:lnTo>
                  <a:pt x="2498877" y="548932"/>
                </a:lnTo>
                <a:lnTo>
                  <a:pt x="2498115" y="548627"/>
                </a:lnTo>
                <a:lnTo>
                  <a:pt x="2496337" y="548627"/>
                </a:lnTo>
                <a:lnTo>
                  <a:pt x="2495575" y="548932"/>
                </a:lnTo>
                <a:lnTo>
                  <a:pt x="2494318" y="550202"/>
                </a:lnTo>
                <a:lnTo>
                  <a:pt x="2494000" y="550951"/>
                </a:lnTo>
                <a:lnTo>
                  <a:pt x="2494000" y="565645"/>
                </a:lnTo>
                <a:lnTo>
                  <a:pt x="2494318" y="566407"/>
                </a:lnTo>
                <a:lnTo>
                  <a:pt x="2495575" y="567664"/>
                </a:lnTo>
                <a:lnTo>
                  <a:pt x="2496337" y="567982"/>
                </a:lnTo>
                <a:lnTo>
                  <a:pt x="2498115" y="567982"/>
                </a:lnTo>
                <a:lnTo>
                  <a:pt x="2498877" y="567664"/>
                </a:lnTo>
                <a:lnTo>
                  <a:pt x="2500134" y="566407"/>
                </a:lnTo>
                <a:lnTo>
                  <a:pt x="2500452" y="565645"/>
                </a:lnTo>
                <a:lnTo>
                  <a:pt x="2500452" y="550951"/>
                </a:lnTo>
                <a:close/>
              </a:path>
              <a:path w="3331845" h="2440304">
                <a:moveTo>
                  <a:pt x="2500452" y="518680"/>
                </a:moveTo>
                <a:lnTo>
                  <a:pt x="2500134" y="517918"/>
                </a:lnTo>
                <a:lnTo>
                  <a:pt x="2498877" y="516661"/>
                </a:lnTo>
                <a:lnTo>
                  <a:pt x="2498115" y="516343"/>
                </a:lnTo>
                <a:lnTo>
                  <a:pt x="2496337" y="516343"/>
                </a:lnTo>
                <a:lnTo>
                  <a:pt x="2495575" y="516661"/>
                </a:lnTo>
                <a:lnTo>
                  <a:pt x="2494318" y="517918"/>
                </a:lnTo>
                <a:lnTo>
                  <a:pt x="2494000" y="518680"/>
                </a:lnTo>
                <a:lnTo>
                  <a:pt x="2494000" y="533374"/>
                </a:lnTo>
                <a:lnTo>
                  <a:pt x="2494318" y="534136"/>
                </a:lnTo>
                <a:lnTo>
                  <a:pt x="2495575" y="535393"/>
                </a:lnTo>
                <a:lnTo>
                  <a:pt x="2496337" y="535711"/>
                </a:lnTo>
                <a:lnTo>
                  <a:pt x="2498115" y="535711"/>
                </a:lnTo>
                <a:lnTo>
                  <a:pt x="2498877" y="535393"/>
                </a:lnTo>
                <a:lnTo>
                  <a:pt x="2500134" y="534136"/>
                </a:lnTo>
                <a:lnTo>
                  <a:pt x="2500452" y="533374"/>
                </a:lnTo>
                <a:lnTo>
                  <a:pt x="2500452" y="518680"/>
                </a:lnTo>
                <a:close/>
              </a:path>
              <a:path w="3331845" h="2440304">
                <a:moveTo>
                  <a:pt x="2500452" y="486410"/>
                </a:moveTo>
                <a:lnTo>
                  <a:pt x="2500134" y="485648"/>
                </a:lnTo>
                <a:lnTo>
                  <a:pt x="2498877" y="484390"/>
                </a:lnTo>
                <a:lnTo>
                  <a:pt x="2498115" y="484073"/>
                </a:lnTo>
                <a:lnTo>
                  <a:pt x="2496337" y="484073"/>
                </a:lnTo>
                <a:lnTo>
                  <a:pt x="2495575" y="484390"/>
                </a:lnTo>
                <a:lnTo>
                  <a:pt x="2494318" y="485648"/>
                </a:lnTo>
                <a:lnTo>
                  <a:pt x="2494000" y="486410"/>
                </a:lnTo>
                <a:lnTo>
                  <a:pt x="2494000" y="501103"/>
                </a:lnTo>
                <a:lnTo>
                  <a:pt x="2494318" y="501865"/>
                </a:lnTo>
                <a:lnTo>
                  <a:pt x="2495575" y="503123"/>
                </a:lnTo>
                <a:lnTo>
                  <a:pt x="2496337" y="503440"/>
                </a:lnTo>
                <a:lnTo>
                  <a:pt x="2498115" y="503440"/>
                </a:lnTo>
                <a:lnTo>
                  <a:pt x="2498877" y="503123"/>
                </a:lnTo>
                <a:lnTo>
                  <a:pt x="2500134" y="501865"/>
                </a:lnTo>
                <a:lnTo>
                  <a:pt x="2500452" y="501103"/>
                </a:lnTo>
                <a:lnTo>
                  <a:pt x="2500452" y="486410"/>
                </a:lnTo>
                <a:close/>
              </a:path>
              <a:path w="3331845" h="2440304">
                <a:moveTo>
                  <a:pt x="2500452" y="454139"/>
                </a:moveTo>
                <a:lnTo>
                  <a:pt x="2500134" y="453377"/>
                </a:lnTo>
                <a:lnTo>
                  <a:pt x="2498877" y="452120"/>
                </a:lnTo>
                <a:lnTo>
                  <a:pt x="2498115" y="451802"/>
                </a:lnTo>
                <a:lnTo>
                  <a:pt x="2496337" y="451802"/>
                </a:lnTo>
                <a:lnTo>
                  <a:pt x="2495575" y="452120"/>
                </a:lnTo>
                <a:lnTo>
                  <a:pt x="2494318" y="453377"/>
                </a:lnTo>
                <a:lnTo>
                  <a:pt x="2494000" y="454139"/>
                </a:lnTo>
                <a:lnTo>
                  <a:pt x="2494000" y="468833"/>
                </a:lnTo>
                <a:lnTo>
                  <a:pt x="2494318" y="469595"/>
                </a:lnTo>
                <a:lnTo>
                  <a:pt x="2495575" y="470852"/>
                </a:lnTo>
                <a:lnTo>
                  <a:pt x="2496337" y="471170"/>
                </a:lnTo>
                <a:lnTo>
                  <a:pt x="2498115" y="471170"/>
                </a:lnTo>
                <a:lnTo>
                  <a:pt x="2498877" y="470852"/>
                </a:lnTo>
                <a:lnTo>
                  <a:pt x="2500134" y="469595"/>
                </a:lnTo>
                <a:lnTo>
                  <a:pt x="2500452" y="468833"/>
                </a:lnTo>
                <a:lnTo>
                  <a:pt x="2500452" y="454139"/>
                </a:lnTo>
                <a:close/>
              </a:path>
              <a:path w="3331845" h="2440304">
                <a:moveTo>
                  <a:pt x="2500452" y="421868"/>
                </a:moveTo>
                <a:lnTo>
                  <a:pt x="2500134" y="421106"/>
                </a:lnTo>
                <a:lnTo>
                  <a:pt x="2498877" y="419849"/>
                </a:lnTo>
                <a:lnTo>
                  <a:pt x="2498115" y="419531"/>
                </a:lnTo>
                <a:lnTo>
                  <a:pt x="2496337" y="419531"/>
                </a:lnTo>
                <a:lnTo>
                  <a:pt x="2495575" y="419849"/>
                </a:lnTo>
                <a:lnTo>
                  <a:pt x="2494318" y="421106"/>
                </a:lnTo>
                <a:lnTo>
                  <a:pt x="2494000" y="421868"/>
                </a:lnTo>
                <a:lnTo>
                  <a:pt x="2494000" y="436562"/>
                </a:lnTo>
                <a:lnTo>
                  <a:pt x="2494318" y="437324"/>
                </a:lnTo>
                <a:lnTo>
                  <a:pt x="2495575" y="438581"/>
                </a:lnTo>
                <a:lnTo>
                  <a:pt x="2496337" y="438899"/>
                </a:lnTo>
                <a:lnTo>
                  <a:pt x="2498115" y="438899"/>
                </a:lnTo>
                <a:lnTo>
                  <a:pt x="2498877" y="438581"/>
                </a:lnTo>
                <a:lnTo>
                  <a:pt x="2500134" y="437324"/>
                </a:lnTo>
                <a:lnTo>
                  <a:pt x="2500452" y="436562"/>
                </a:lnTo>
                <a:lnTo>
                  <a:pt x="2500452" y="421868"/>
                </a:lnTo>
                <a:close/>
              </a:path>
              <a:path w="3331845" h="2440304">
                <a:moveTo>
                  <a:pt x="2500452" y="389597"/>
                </a:moveTo>
                <a:lnTo>
                  <a:pt x="2500134" y="388835"/>
                </a:lnTo>
                <a:lnTo>
                  <a:pt x="2498877" y="387578"/>
                </a:lnTo>
                <a:lnTo>
                  <a:pt x="2498115" y="387261"/>
                </a:lnTo>
                <a:lnTo>
                  <a:pt x="2496337" y="387261"/>
                </a:lnTo>
                <a:lnTo>
                  <a:pt x="2495575" y="387578"/>
                </a:lnTo>
                <a:lnTo>
                  <a:pt x="2494318" y="388835"/>
                </a:lnTo>
                <a:lnTo>
                  <a:pt x="2494000" y="389597"/>
                </a:lnTo>
                <a:lnTo>
                  <a:pt x="2494000" y="404291"/>
                </a:lnTo>
                <a:lnTo>
                  <a:pt x="2494318" y="405053"/>
                </a:lnTo>
                <a:lnTo>
                  <a:pt x="2495575" y="406311"/>
                </a:lnTo>
                <a:lnTo>
                  <a:pt x="2496337" y="406628"/>
                </a:lnTo>
                <a:lnTo>
                  <a:pt x="2498115" y="406628"/>
                </a:lnTo>
                <a:lnTo>
                  <a:pt x="2498877" y="406311"/>
                </a:lnTo>
                <a:lnTo>
                  <a:pt x="2500134" y="405053"/>
                </a:lnTo>
                <a:lnTo>
                  <a:pt x="2500452" y="404291"/>
                </a:lnTo>
                <a:lnTo>
                  <a:pt x="2500452" y="389597"/>
                </a:lnTo>
                <a:close/>
              </a:path>
              <a:path w="3331845" h="2440304">
                <a:moveTo>
                  <a:pt x="2500452" y="357327"/>
                </a:moveTo>
                <a:lnTo>
                  <a:pt x="2500134" y="356565"/>
                </a:lnTo>
                <a:lnTo>
                  <a:pt x="2498877" y="355307"/>
                </a:lnTo>
                <a:lnTo>
                  <a:pt x="2498115" y="354990"/>
                </a:lnTo>
                <a:lnTo>
                  <a:pt x="2496337" y="354990"/>
                </a:lnTo>
                <a:lnTo>
                  <a:pt x="2495575" y="355307"/>
                </a:lnTo>
                <a:lnTo>
                  <a:pt x="2494318" y="356565"/>
                </a:lnTo>
                <a:lnTo>
                  <a:pt x="2494000" y="357327"/>
                </a:lnTo>
                <a:lnTo>
                  <a:pt x="2494000" y="372021"/>
                </a:lnTo>
                <a:lnTo>
                  <a:pt x="2494318" y="372770"/>
                </a:lnTo>
                <a:lnTo>
                  <a:pt x="2495575" y="374040"/>
                </a:lnTo>
                <a:lnTo>
                  <a:pt x="2496337" y="374345"/>
                </a:lnTo>
                <a:lnTo>
                  <a:pt x="2498115" y="374345"/>
                </a:lnTo>
                <a:lnTo>
                  <a:pt x="2498877" y="374040"/>
                </a:lnTo>
                <a:lnTo>
                  <a:pt x="2500134" y="372770"/>
                </a:lnTo>
                <a:lnTo>
                  <a:pt x="2500452" y="372021"/>
                </a:lnTo>
                <a:lnTo>
                  <a:pt x="2500452" y="357327"/>
                </a:lnTo>
                <a:close/>
              </a:path>
              <a:path w="3331845" h="2440304">
                <a:moveTo>
                  <a:pt x="2500452" y="325056"/>
                </a:moveTo>
                <a:lnTo>
                  <a:pt x="2500134" y="324294"/>
                </a:lnTo>
                <a:lnTo>
                  <a:pt x="2498877" y="323037"/>
                </a:lnTo>
                <a:lnTo>
                  <a:pt x="2498115" y="322719"/>
                </a:lnTo>
                <a:lnTo>
                  <a:pt x="2496337" y="322719"/>
                </a:lnTo>
                <a:lnTo>
                  <a:pt x="2495575" y="323037"/>
                </a:lnTo>
                <a:lnTo>
                  <a:pt x="2494318" y="324294"/>
                </a:lnTo>
                <a:lnTo>
                  <a:pt x="2494000" y="325056"/>
                </a:lnTo>
                <a:lnTo>
                  <a:pt x="2494000" y="339737"/>
                </a:lnTo>
                <a:lnTo>
                  <a:pt x="2494318" y="340499"/>
                </a:lnTo>
                <a:lnTo>
                  <a:pt x="2495575" y="341769"/>
                </a:lnTo>
                <a:lnTo>
                  <a:pt x="2496337" y="342074"/>
                </a:lnTo>
                <a:lnTo>
                  <a:pt x="2498115" y="342074"/>
                </a:lnTo>
                <a:lnTo>
                  <a:pt x="2498877" y="341769"/>
                </a:lnTo>
                <a:lnTo>
                  <a:pt x="2500134" y="340499"/>
                </a:lnTo>
                <a:lnTo>
                  <a:pt x="2500452" y="339737"/>
                </a:lnTo>
                <a:lnTo>
                  <a:pt x="2500452" y="325056"/>
                </a:lnTo>
                <a:close/>
              </a:path>
              <a:path w="3331845" h="2440304">
                <a:moveTo>
                  <a:pt x="2500452" y="292785"/>
                </a:moveTo>
                <a:lnTo>
                  <a:pt x="2500134" y="292023"/>
                </a:lnTo>
                <a:lnTo>
                  <a:pt x="2498877" y="290753"/>
                </a:lnTo>
                <a:lnTo>
                  <a:pt x="2498115" y="290449"/>
                </a:lnTo>
                <a:lnTo>
                  <a:pt x="2496337" y="290449"/>
                </a:lnTo>
                <a:lnTo>
                  <a:pt x="2495575" y="290753"/>
                </a:lnTo>
                <a:lnTo>
                  <a:pt x="2494318" y="292023"/>
                </a:lnTo>
                <a:lnTo>
                  <a:pt x="2494000" y="292785"/>
                </a:lnTo>
                <a:lnTo>
                  <a:pt x="2494000" y="307467"/>
                </a:lnTo>
                <a:lnTo>
                  <a:pt x="2494318" y="308229"/>
                </a:lnTo>
                <a:lnTo>
                  <a:pt x="2495575" y="309486"/>
                </a:lnTo>
                <a:lnTo>
                  <a:pt x="2496337" y="309803"/>
                </a:lnTo>
                <a:lnTo>
                  <a:pt x="2498115" y="309803"/>
                </a:lnTo>
                <a:lnTo>
                  <a:pt x="2498877" y="309486"/>
                </a:lnTo>
                <a:lnTo>
                  <a:pt x="2500134" y="308229"/>
                </a:lnTo>
                <a:lnTo>
                  <a:pt x="2500452" y="307467"/>
                </a:lnTo>
                <a:lnTo>
                  <a:pt x="2500452" y="292785"/>
                </a:lnTo>
                <a:close/>
              </a:path>
              <a:path w="3331845" h="2440304">
                <a:moveTo>
                  <a:pt x="2500452" y="260502"/>
                </a:moveTo>
                <a:lnTo>
                  <a:pt x="2500134" y="259753"/>
                </a:lnTo>
                <a:lnTo>
                  <a:pt x="2498877" y="258483"/>
                </a:lnTo>
                <a:lnTo>
                  <a:pt x="2498115" y="258165"/>
                </a:lnTo>
                <a:lnTo>
                  <a:pt x="2496337" y="258165"/>
                </a:lnTo>
                <a:lnTo>
                  <a:pt x="2495575" y="258483"/>
                </a:lnTo>
                <a:lnTo>
                  <a:pt x="2494318" y="259753"/>
                </a:lnTo>
                <a:lnTo>
                  <a:pt x="2494000" y="260502"/>
                </a:lnTo>
                <a:lnTo>
                  <a:pt x="2494000" y="275196"/>
                </a:lnTo>
                <a:lnTo>
                  <a:pt x="2494318" y="275958"/>
                </a:lnTo>
                <a:lnTo>
                  <a:pt x="2495575" y="277215"/>
                </a:lnTo>
                <a:lnTo>
                  <a:pt x="2496337" y="277533"/>
                </a:lnTo>
                <a:lnTo>
                  <a:pt x="2498115" y="277533"/>
                </a:lnTo>
                <a:lnTo>
                  <a:pt x="2498877" y="277215"/>
                </a:lnTo>
                <a:lnTo>
                  <a:pt x="2500134" y="275958"/>
                </a:lnTo>
                <a:lnTo>
                  <a:pt x="2500452" y="275196"/>
                </a:lnTo>
                <a:lnTo>
                  <a:pt x="2500452" y="260502"/>
                </a:lnTo>
                <a:close/>
              </a:path>
              <a:path w="3331845" h="2440304">
                <a:moveTo>
                  <a:pt x="2500452" y="228231"/>
                </a:moveTo>
                <a:lnTo>
                  <a:pt x="2500134" y="227469"/>
                </a:lnTo>
                <a:lnTo>
                  <a:pt x="2498877" y="226212"/>
                </a:lnTo>
                <a:lnTo>
                  <a:pt x="2498115" y="225894"/>
                </a:lnTo>
                <a:lnTo>
                  <a:pt x="2496337" y="225894"/>
                </a:lnTo>
                <a:lnTo>
                  <a:pt x="2495575" y="226212"/>
                </a:lnTo>
                <a:lnTo>
                  <a:pt x="2494318" y="227469"/>
                </a:lnTo>
                <a:lnTo>
                  <a:pt x="2494000" y="228231"/>
                </a:lnTo>
                <a:lnTo>
                  <a:pt x="2494000" y="242925"/>
                </a:lnTo>
                <a:lnTo>
                  <a:pt x="2494318" y="243687"/>
                </a:lnTo>
                <a:lnTo>
                  <a:pt x="2495575" y="244944"/>
                </a:lnTo>
                <a:lnTo>
                  <a:pt x="2496337" y="245262"/>
                </a:lnTo>
                <a:lnTo>
                  <a:pt x="2498115" y="245262"/>
                </a:lnTo>
                <a:lnTo>
                  <a:pt x="2498877" y="244944"/>
                </a:lnTo>
                <a:lnTo>
                  <a:pt x="2500134" y="243687"/>
                </a:lnTo>
                <a:lnTo>
                  <a:pt x="2500452" y="242925"/>
                </a:lnTo>
                <a:lnTo>
                  <a:pt x="2500452" y="228231"/>
                </a:lnTo>
                <a:close/>
              </a:path>
              <a:path w="3331845" h="2440304">
                <a:moveTo>
                  <a:pt x="2500452" y="195961"/>
                </a:moveTo>
                <a:lnTo>
                  <a:pt x="2500134" y="195199"/>
                </a:lnTo>
                <a:lnTo>
                  <a:pt x="2498877" y="193941"/>
                </a:lnTo>
                <a:lnTo>
                  <a:pt x="2498115" y="193624"/>
                </a:lnTo>
                <a:lnTo>
                  <a:pt x="2496337" y="193624"/>
                </a:lnTo>
                <a:lnTo>
                  <a:pt x="2495575" y="193941"/>
                </a:lnTo>
                <a:lnTo>
                  <a:pt x="2494318" y="195199"/>
                </a:lnTo>
                <a:lnTo>
                  <a:pt x="2494000" y="195961"/>
                </a:lnTo>
                <a:lnTo>
                  <a:pt x="2494000" y="210654"/>
                </a:lnTo>
                <a:lnTo>
                  <a:pt x="2494318" y="211416"/>
                </a:lnTo>
                <a:lnTo>
                  <a:pt x="2495575" y="212674"/>
                </a:lnTo>
                <a:lnTo>
                  <a:pt x="2496337" y="212991"/>
                </a:lnTo>
                <a:lnTo>
                  <a:pt x="2498115" y="212991"/>
                </a:lnTo>
                <a:lnTo>
                  <a:pt x="2498877" y="212674"/>
                </a:lnTo>
                <a:lnTo>
                  <a:pt x="2500134" y="211416"/>
                </a:lnTo>
                <a:lnTo>
                  <a:pt x="2500452" y="210654"/>
                </a:lnTo>
                <a:lnTo>
                  <a:pt x="2500452" y="195961"/>
                </a:lnTo>
                <a:close/>
              </a:path>
              <a:path w="3331845" h="2440304">
                <a:moveTo>
                  <a:pt x="2500452" y="163690"/>
                </a:moveTo>
                <a:lnTo>
                  <a:pt x="2500134" y="162928"/>
                </a:lnTo>
                <a:lnTo>
                  <a:pt x="2498877" y="161671"/>
                </a:lnTo>
                <a:lnTo>
                  <a:pt x="2498115" y="161353"/>
                </a:lnTo>
                <a:lnTo>
                  <a:pt x="2496337" y="161353"/>
                </a:lnTo>
                <a:lnTo>
                  <a:pt x="2495575" y="161671"/>
                </a:lnTo>
                <a:lnTo>
                  <a:pt x="2494318" y="162928"/>
                </a:lnTo>
                <a:lnTo>
                  <a:pt x="2494000" y="163690"/>
                </a:lnTo>
                <a:lnTo>
                  <a:pt x="2494000" y="178384"/>
                </a:lnTo>
                <a:lnTo>
                  <a:pt x="2494318" y="179146"/>
                </a:lnTo>
                <a:lnTo>
                  <a:pt x="2495575" y="180403"/>
                </a:lnTo>
                <a:lnTo>
                  <a:pt x="2496337" y="180721"/>
                </a:lnTo>
                <a:lnTo>
                  <a:pt x="2498115" y="180721"/>
                </a:lnTo>
                <a:lnTo>
                  <a:pt x="2498877" y="180403"/>
                </a:lnTo>
                <a:lnTo>
                  <a:pt x="2500134" y="179146"/>
                </a:lnTo>
                <a:lnTo>
                  <a:pt x="2500452" y="178384"/>
                </a:lnTo>
                <a:lnTo>
                  <a:pt x="2500452" y="163690"/>
                </a:lnTo>
                <a:close/>
              </a:path>
              <a:path w="3331845" h="2440304">
                <a:moveTo>
                  <a:pt x="2500452" y="131419"/>
                </a:moveTo>
                <a:lnTo>
                  <a:pt x="2500134" y="130657"/>
                </a:lnTo>
                <a:lnTo>
                  <a:pt x="2498877" y="129400"/>
                </a:lnTo>
                <a:lnTo>
                  <a:pt x="2498115" y="129082"/>
                </a:lnTo>
                <a:lnTo>
                  <a:pt x="2496337" y="129082"/>
                </a:lnTo>
                <a:lnTo>
                  <a:pt x="2495575" y="129400"/>
                </a:lnTo>
                <a:lnTo>
                  <a:pt x="2494318" y="130657"/>
                </a:lnTo>
                <a:lnTo>
                  <a:pt x="2494000" y="131419"/>
                </a:lnTo>
                <a:lnTo>
                  <a:pt x="2494000" y="146113"/>
                </a:lnTo>
                <a:lnTo>
                  <a:pt x="2494318" y="146875"/>
                </a:lnTo>
                <a:lnTo>
                  <a:pt x="2495575" y="148132"/>
                </a:lnTo>
                <a:lnTo>
                  <a:pt x="2496337" y="148450"/>
                </a:lnTo>
                <a:lnTo>
                  <a:pt x="2498115" y="148450"/>
                </a:lnTo>
                <a:lnTo>
                  <a:pt x="2498877" y="148132"/>
                </a:lnTo>
                <a:lnTo>
                  <a:pt x="2500134" y="146875"/>
                </a:lnTo>
                <a:lnTo>
                  <a:pt x="2500452" y="146113"/>
                </a:lnTo>
                <a:lnTo>
                  <a:pt x="2500452" y="131419"/>
                </a:lnTo>
                <a:close/>
              </a:path>
              <a:path w="3331845" h="2440304">
                <a:moveTo>
                  <a:pt x="2500452" y="99148"/>
                </a:moveTo>
                <a:lnTo>
                  <a:pt x="2500134" y="98386"/>
                </a:lnTo>
                <a:lnTo>
                  <a:pt x="2498877" y="97129"/>
                </a:lnTo>
                <a:lnTo>
                  <a:pt x="2498115" y="96812"/>
                </a:lnTo>
                <a:lnTo>
                  <a:pt x="2496337" y="96812"/>
                </a:lnTo>
                <a:lnTo>
                  <a:pt x="2495575" y="97129"/>
                </a:lnTo>
                <a:lnTo>
                  <a:pt x="2494318" y="98386"/>
                </a:lnTo>
                <a:lnTo>
                  <a:pt x="2494000" y="99148"/>
                </a:lnTo>
                <a:lnTo>
                  <a:pt x="2494000" y="113842"/>
                </a:lnTo>
                <a:lnTo>
                  <a:pt x="2494318" y="114604"/>
                </a:lnTo>
                <a:lnTo>
                  <a:pt x="2495575" y="115862"/>
                </a:lnTo>
                <a:lnTo>
                  <a:pt x="2496337" y="116179"/>
                </a:lnTo>
                <a:lnTo>
                  <a:pt x="2498115" y="116179"/>
                </a:lnTo>
                <a:lnTo>
                  <a:pt x="2498877" y="115862"/>
                </a:lnTo>
                <a:lnTo>
                  <a:pt x="2500134" y="114604"/>
                </a:lnTo>
                <a:lnTo>
                  <a:pt x="2500452" y="113842"/>
                </a:lnTo>
                <a:lnTo>
                  <a:pt x="2500452" y="99148"/>
                </a:lnTo>
                <a:close/>
              </a:path>
              <a:path w="3331845" h="2440304">
                <a:moveTo>
                  <a:pt x="2500452" y="66878"/>
                </a:moveTo>
                <a:lnTo>
                  <a:pt x="2500134" y="66116"/>
                </a:lnTo>
                <a:lnTo>
                  <a:pt x="2498877" y="64858"/>
                </a:lnTo>
                <a:lnTo>
                  <a:pt x="2498115" y="64541"/>
                </a:lnTo>
                <a:lnTo>
                  <a:pt x="2496337" y="64541"/>
                </a:lnTo>
                <a:lnTo>
                  <a:pt x="2495575" y="64858"/>
                </a:lnTo>
                <a:lnTo>
                  <a:pt x="2494318" y="66116"/>
                </a:lnTo>
                <a:lnTo>
                  <a:pt x="2494000" y="66878"/>
                </a:lnTo>
                <a:lnTo>
                  <a:pt x="2494000" y="81559"/>
                </a:lnTo>
                <a:lnTo>
                  <a:pt x="2494318" y="82321"/>
                </a:lnTo>
                <a:lnTo>
                  <a:pt x="2495575" y="83591"/>
                </a:lnTo>
                <a:lnTo>
                  <a:pt x="2496337" y="83896"/>
                </a:lnTo>
                <a:lnTo>
                  <a:pt x="2498115" y="83896"/>
                </a:lnTo>
                <a:lnTo>
                  <a:pt x="2498877" y="83591"/>
                </a:lnTo>
                <a:lnTo>
                  <a:pt x="2500134" y="82321"/>
                </a:lnTo>
                <a:lnTo>
                  <a:pt x="2500452" y="81559"/>
                </a:lnTo>
                <a:lnTo>
                  <a:pt x="2500452" y="66878"/>
                </a:lnTo>
                <a:close/>
              </a:path>
              <a:path w="3331845" h="2440304">
                <a:moveTo>
                  <a:pt x="2500452" y="34607"/>
                </a:moveTo>
                <a:lnTo>
                  <a:pt x="2500134" y="33845"/>
                </a:lnTo>
                <a:lnTo>
                  <a:pt x="2498877" y="32575"/>
                </a:lnTo>
                <a:lnTo>
                  <a:pt x="2498115" y="32270"/>
                </a:lnTo>
                <a:lnTo>
                  <a:pt x="2496337" y="32270"/>
                </a:lnTo>
                <a:lnTo>
                  <a:pt x="2495575" y="32575"/>
                </a:lnTo>
                <a:lnTo>
                  <a:pt x="2494318" y="33845"/>
                </a:lnTo>
                <a:lnTo>
                  <a:pt x="2494000" y="34607"/>
                </a:lnTo>
                <a:lnTo>
                  <a:pt x="2494000" y="49288"/>
                </a:lnTo>
                <a:lnTo>
                  <a:pt x="2494318" y="50050"/>
                </a:lnTo>
                <a:lnTo>
                  <a:pt x="2495575" y="51320"/>
                </a:lnTo>
                <a:lnTo>
                  <a:pt x="2496337" y="51625"/>
                </a:lnTo>
                <a:lnTo>
                  <a:pt x="2498115" y="51625"/>
                </a:lnTo>
                <a:lnTo>
                  <a:pt x="2498877" y="51320"/>
                </a:lnTo>
                <a:lnTo>
                  <a:pt x="2500134" y="50050"/>
                </a:lnTo>
                <a:lnTo>
                  <a:pt x="2500452" y="49288"/>
                </a:lnTo>
                <a:lnTo>
                  <a:pt x="2500452" y="34607"/>
                </a:lnTo>
                <a:close/>
              </a:path>
              <a:path w="3331845" h="2440304">
                <a:moveTo>
                  <a:pt x="2500452" y="2324"/>
                </a:moveTo>
                <a:lnTo>
                  <a:pt x="2500134" y="1574"/>
                </a:lnTo>
                <a:lnTo>
                  <a:pt x="2498877" y="304"/>
                </a:lnTo>
                <a:lnTo>
                  <a:pt x="2498115" y="0"/>
                </a:lnTo>
                <a:lnTo>
                  <a:pt x="2496337" y="0"/>
                </a:lnTo>
                <a:lnTo>
                  <a:pt x="2495575" y="304"/>
                </a:lnTo>
                <a:lnTo>
                  <a:pt x="2494318" y="1574"/>
                </a:lnTo>
                <a:lnTo>
                  <a:pt x="2494000" y="2324"/>
                </a:lnTo>
                <a:lnTo>
                  <a:pt x="2494000" y="17018"/>
                </a:lnTo>
                <a:lnTo>
                  <a:pt x="2494318" y="17780"/>
                </a:lnTo>
                <a:lnTo>
                  <a:pt x="2495575" y="19037"/>
                </a:lnTo>
                <a:lnTo>
                  <a:pt x="2496337" y="19354"/>
                </a:lnTo>
                <a:lnTo>
                  <a:pt x="2498115" y="19354"/>
                </a:lnTo>
                <a:lnTo>
                  <a:pt x="2498877" y="19037"/>
                </a:lnTo>
                <a:lnTo>
                  <a:pt x="2500134" y="17780"/>
                </a:lnTo>
                <a:lnTo>
                  <a:pt x="2500452" y="17018"/>
                </a:lnTo>
                <a:lnTo>
                  <a:pt x="2500452" y="2324"/>
                </a:lnTo>
                <a:close/>
              </a:path>
              <a:path w="3331845" h="2440304">
                <a:moveTo>
                  <a:pt x="2916123" y="2422741"/>
                </a:moveTo>
                <a:lnTo>
                  <a:pt x="2915805" y="2421979"/>
                </a:lnTo>
                <a:lnTo>
                  <a:pt x="2914548" y="2420721"/>
                </a:lnTo>
                <a:lnTo>
                  <a:pt x="2913786" y="2420404"/>
                </a:lnTo>
                <a:lnTo>
                  <a:pt x="2911995" y="2420404"/>
                </a:lnTo>
                <a:lnTo>
                  <a:pt x="2911233" y="2420721"/>
                </a:lnTo>
                <a:lnTo>
                  <a:pt x="2909976" y="2421979"/>
                </a:lnTo>
                <a:lnTo>
                  <a:pt x="2909659" y="2422741"/>
                </a:lnTo>
                <a:lnTo>
                  <a:pt x="2909659" y="2437434"/>
                </a:lnTo>
                <a:lnTo>
                  <a:pt x="2909976" y="2438196"/>
                </a:lnTo>
                <a:lnTo>
                  <a:pt x="2911233" y="2439454"/>
                </a:lnTo>
                <a:lnTo>
                  <a:pt x="2911995" y="2439771"/>
                </a:lnTo>
                <a:lnTo>
                  <a:pt x="2913786" y="2439771"/>
                </a:lnTo>
                <a:lnTo>
                  <a:pt x="2914548" y="2439454"/>
                </a:lnTo>
                <a:lnTo>
                  <a:pt x="2915805" y="2438196"/>
                </a:lnTo>
                <a:lnTo>
                  <a:pt x="2916123" y="2437434"/>
                </a:lnTo>
                <a:lnTo>
                  <a:pt x="2916123" y="2422741"/>
                </a:lnTo>
                <a:close/>
              </a:path>
              <a:path w="3331845" h="2440304">
                <a:moveTo>
                  <a:pt x="2916123" y="2390470"/>
                </a:moveTo>
                <a:lnTo>
                  <a:pt x="2915805" y="2389708"/>
                </a:lnTo>
                <a:lnTo>
                  <a:pt x="2914548" y="2388451"/>
                </a:lnTo>
                <a:lnTo>
                  <a:pt x="2913786" y="2388133"/>
                </a:lnTo>
                <a:lnTo>
                  <a:pt x="2911995" y="2388133"/>
                </a:lnTo>
                <a:lnTo>
                  <a:pt x="2911233" y="2388451"/>
                </a:lnTo>
                <a:lnTo>
                  <a:pt x="2909976" y="2389708"/>
                </a:lnTo>
                <a:lnTo>
                  <a:pt x="2909659" y="2390470"/>
                </a:lnTo>
                <a:lnTo>
                  <a:pt x="2909659" y="2405164"/>
                </a:lnTo>
                <a:lnTo>
                  <a:pt x="2909976" y="2405926"/>
                </a:lnTo>
                <a:lnTo>
                  <a:pt x="2911233" y="2407183"/>
                </a:lnTo>
                <a:lnTo>
                  <a:pt x="2911995" y="2407501"/>
                </a:lnTo>
                <a:lnTo>
                  <a:pt x="2913786" y="2407501"/>
                </a:lnTo>
                <a:lnTo>
                  <a:pt x="2914548" y="2407183"/>
                </a:lnTo>
                <a:lnTo>
                  <a:pt x="2915805" y="2405926"/>
                </a:lnTo>
                <a:lnTo>
                  <a:pt x="2916123" y="2405164"/>
                </a:lnTo>
                <a:lnTo>
                  <a:pt x="2916123" y="2390470"/>
                </a:lnTo>
                <a:close/>
              </a:path>
              <a:path w="3331845" h="2440304">
                <a:moveTo>
                  <a:pt x="2916123" y="2358199"/>
                </a:moveTo>
                <a:lnTo>
                  <a:pt x="2915805" y="2357437"/>
                </a:lnTo>
                <a:lnTo>
                  <a:pt x="2914548" y="2356180"/>
                </a:lnTo>
                <a:lnTo>
                  <a:pt x="2913786" y="2355862"/>
                </a:lnTo>
                <a:lnTo>
                  <a:pt x="2911995" y="2355862"/>
                </a:lnTo>
                <a:lnTo>
                  <a:pt x="2911233" y="2356180"/>
                </a:lnTo>
                <a:lnTo>
                  <a:pt x="2909976" y="2357437"/>
                </a:lnTo>
                <a:lnTo>
                  <a:pt x="2909659" y="2358199"/>
                </a:lnTo>
                <a:lnTo>
                  <a:pt x="2909659" y="2372893"/>
                </a:lnTo>
                <a:lnTo>
                  <a:pt x="2909976" y="2373655"/>
                </a:lnTo>
                <a:lnTo>
                  <a:pt x="2911233" y="2374912"/>
                </a:lnTo>
                <a:lnTo>
                  <a:pt x="2911995" y="2375230"/>
                </a:lnTo>
                <a:lnTo>
                  <a:pt x="2913786" y="2375230"/>
                </a:lnTo>
                <a:lnTo>
                  <a:pt x="2914548" y="2374912"/>
                </a:lnTo>
                <a:lnTo>
                  <a:pt x="2915805" y="2373655"/>
                </a:lnTo>
                <a:lnTo>
                  <a:pt x="2916123" y="2372893"/>
                </a:lnTo>
                <a:lnTo>
                  <a:pt x="2916123" y="2358199"/>
                </a:lnTo>
                <a:close/>
              </a:path>
              <a:path w="3331845" h="2440304">
                <a:moveTo>
                  <a:pt x="2916123" y="2325928"/>
                </a:moveTo>
                <a:lnTo>
                  <a:pt x="2915805" y="2325166"/>
                </a:lnTo>
                <a:lnTo>
                  <a:pt x="2914548" y="2323909"/>
                </a:lnTo>
                <a:lnTo>
                  <a:pt x="2913786" y="2323592"/>
                </a:lnTo>
                <a:lnTo>
                  <a:pt x="2911995" y="2323592"/>
                </a:lnTo>
                <a:lnTo>
                  <a:pt x="2911233" y="2323909"/>
                </a:lnTo>
                <a:lnTo>
                  <a:pt x="2909976" y="2325166"/>
                </a:lnTo>
                <a:lnTo>
                  <a:pt x="2909659" y="2325928"/>
                </a:lnTo>
                <a:lnTo>
                  <a:pt x="2909659" y="2340622"/>
                </a:lnTo>
                <a:lnTo>
                  <a:pt x="2909976" y="2341384"/>
                </a:lnTo>
                <a:lnTo>
                  <a:pt x="2911233" y="2342642"/>
                </a:lnTo>
                <a:lnTo>
                  <a:pt x="2911995" y="2342959"/>
                </a:lnTo>
                <a:lnTo>
                  <a:pt x="2913786" y="2342959"/>
                </a:lnTo>
                <a:lnTo>
                  <a:pt x="2914548" y="2342642"/>
                </a:lnTo>
                <a:lnTo>
                  <a:pt x="2915805" y="2341384"/>
                </a:lnTo>
                <a:lnTo>
                  <a:pt x="2916123" y="2340622"/>
                </a:lnTo>
                <a:lnTo>
                  <a:pt x="2916123" y="2325928"/>
                </a:lnTo>
                <a:close/>
              </a:path>
              <a:path w="3331845" h="2440304">
                <a:moveTo>
                  <a:pt x="2916123" y="2293658"/>
                </a:moveTo>
                <a:lnTo>
                  <a:pt x="2915805" y="2292896"/>
                </a:lnTo>
                <a:lnTo>
                  <a:pt x="2914548" y="2291638"/>
                </a:lnTo>
                <a:lnTo>
                  <a:pt x="2913786" y="2291321"/>
                </a:lnTo>
                <a:lnTo>
                  <a:pt x="2911995" y="2291321"/>
                </a:lnTo>
                <a:lnTo>
                  <a:pt x="2911233" y="2291638"/>
                </a:lnTo>
                <a:lnTo>
                  <a:pt x="2909976" y="2292896"/>
                </a:lnTo>
                <a:lnTo>
                  <a:pt x="2909659" y="2293658"/>
                </a:lnTo>
                <a:lnTo>
                  <a:pt x="2909659" y="2308352"/>
                </a:lnTo>
                <a:lnTo>
                  <a:pt x="2909976" y="2309114"/>
                </a:lnTo>
                <a:lnTo>
                  <a:pt x="2911233" y="2310371"/>
                </a:lnTo>
                <a:lnTo>
                  <a:pt x="2911995" y="2310688"/>
                </a:lnTo>
                <a:lnTo>
                  <a:pt x="2913786" y="2310688"/>
                </a:lnTo>
                <a:lnTo>
                  <a:pt x="2914548" y="2310371"/>
                </a:lnTo>
                <a:lnTo>
                  <a:pt x="2915805" y="2309114"/>
                </a:lnTo>
                <a:lnTo>
                  <a:pt x="2916123" y="2308352"/>
                </a:lnTo>
                <a:lnTo>
                  <a:pt x="2916123" y="2293658"/>
                </a:lnTo>
                <a:close/>
              </a:path>
              <a:path w="3331845" h="2440304">
                <a:moveTo>
                  <a:pt x="2916123" y="2261387"/>
                </a:moveTo>
                <a:lnTo>
                  <a:pt x="2915805" y="2260625"/>
                </a:lnTo>
                <a:lnTo>
                  <a:pt x="2914548" y="2259368"/>
                </a:lnTo>
                <a:lnTo>
                  <a:pt x="2913786" y="2259050"/>
                </a:lnTo>
                <a:lnTo>
                  <a:pt x="2911995" y="2259050"/>
                </a:lnTo>
                <a:lnTo>
                  <a:pt x="2911233" y="2259368"/>
                </a:lnTo>
                <a:lnTo>
                  <a:pt x="2909976" y="2260625"/>
                </a:lnTo>
                <a:lnTo>
                  <a:pt x="2909659" y="2261387"/>
                </a:lnTo>
                <a:lnTo>
                  <a:pt x="2909659" y="2276081"/>
                </a:lnTo>
                <a:lnTo>
                  <a:pt x="2909976" y="2276830"/>
                </a:lnTo>
                <a:lnTo>
                  <a:pt x="2911233" y="2278100"/>
                </a:lnTo>
                <a:lnTo>
                  <a:pt x="2911995" y="2278405"/>
                </a:lnTo>
                <a:lnTo>
                  <a:pt x="2913786" y="2278405"/>
                </a:lnTo>
                <a:lnTo>
                  <a:pt x="2914548" y="2278100"/>
                </a:lnTo>
                <a:lnTo>
                  <a:pt x="2915805" y="2276830"/>
                </a:lnTo>
                <a:lnTo>
                  <a:pt x="2916123" y="2276081"/>
                </a:lnTo>
                <a:lnTo>
                  <a:pt x="2916123" y="2261387"/>
                </a:lnTo>
                <a:close/>
              </a:path>
              <a:path w="3331845" h="2440304">
                <a:moveTo>
                  <a:pt x="2916123" y="2229116"/>
                </a:moveTo>
                <a:lnTo>
                  <a:pt x="2915805" y="2228354"/>
                </a:lnTo>
                <a:lnTo>
                  <a:pt x="2914548" y="2227084"/>
                </a:lnTo>
                <a:lnTo>
                  <a:pt x="2913786" y="2226780"/>
                </a:lnTo>
                <a:lnTo>
                  <a:pt x="2911995" y="2226780"/>
                </a:lnTo>
                <a:lnTo>
                  <a:pt x="2911233" y="2227084"/>
                </a:lnTo>
                <a:lnTo>
                  <a:pt x="2909976" y="2228354"/>
                </a:lnTo>
                <a:lnTo>
                  <a:pt x="2909659" y="2229116"/>
                </a:lnTo>
                <a:lnTo>
                  <a:pt x="2909659" y="2243798"/>
                </a:lnTo>
                <a:lnTo>
                  <a:pt x="2909976" y="2244560"/>
                </a:lnTo>
                <a:lnTo>
                  <a:pt x="2911233" y="2245830"/>
                </a:lnTo>
                <a:lnTo>
                  <a:pt x="2911995" y="2246134"/>
                </a:lnTo>
                <a:lnTo>
                  <a:pt x="2913786" y="2246134"/>
                </a:lnTo>
                <a:lnTo>
                  <a:pt x="2914548" y="2245830"/>
                </a:lnTo>
                <a:lnTo>
                  <a:pt x="2915805" y="2244560"/>
                </a:lnTo>
                <a:lnTo>
                  <a:pt x="2916123" y="2243798"/>
                </a:lnTo>
                <a:lnTo>
                  <a:pt x="2916123" y="2229116"/>
                </a:lnTo>
                <a:close/>
              </a:path>
              <a:path w="3331845" h="2440304">
                <a:moveTo>
                  <a:pt x="2916123" y="2196846"/>
                </a:moveTo>
                <a:lnTo>
                  <a:pt x="2915805" y="2196084"/>
                </a:lnTo>
                <a:lnTo>
                  <a:pt x="2914548" y="2194814"/>
                </a:lnTo>
                <a:lnTo>
                  <a:pt x="2913786" y="2194509"/>
                </a:lnTo>
                <a:lnTo>
                  <a:pt x="2911995" y="2194509"/>
                </a:lnTo>
                <a:lnTo>
                  <a:pt x="2911233" y="2194814"/>
                </a:lnTo>
                <a:lnTo>
                  <a:pt x="2909976" y="2196084"/>
                </a:lnTo>
                <a:lnTo>
                  <a:pt x="2909659" y="2196846"/>
                </a:lnTo>
                <a:lnTo>
                  <a:pt x="2909659" y="2211527"/>
                </a:lnTo>
                <a:lnTo>
                  <a:pt x="2909976" y="2212289"/>
                </a:lnTo>
                <a:lnTo>
                  <a:pt x="2911233" y="2213546"/>
                </a:lnTo>
                <a:lnTo>
                  <a:pt x="2911995" y="2213864"/>
                </a:lnTo>
                <a:lnTo>
                  <a:pt x="2913786" y="2213864"/>
                </a:lnTo>
                <a:lnTo>
                  <a:pt x="2914548" y="2213546"/>
                </a:lnTo>
                <a:lnTo>
                  <a:pt x="2915805" y="2212289"/>
                </a:lnTo>
                <a:lnTo>
                  <a:pt x="2916123" y="2211527"/>
                </a:lnTo>
                <a:lnTo>
                  <a:pt x="2916123" y="2196846"/>
                </a:lnTo>
                <a:close/>
              </a:path>
              <a:path w="3331845" h="2440304">
                <a:moveTo>
                  <a:pt x="2916123" y="2164562"/>
                </a:moveTo>
                <a:lnTo>
                  <a:pt x="2915805" y="2163800"/>
                </a:lnTo>
                <a:lnTo>
                  <a:pt x="2914548" y="2162543"/>
                </a:lnTo>
                <a:lnTo>
                  <a:pt x="2913786" y="2162225"/>
                </a:lnTo>
                <a:lnTo>
                  <a:pt x="2911995" y="2162225"/>
                </a:lnTo>
                <a:lnTo>
                  <a:pt x="2911233" y="2162543"/>
                </a:lnTo>
                <a:lnTo>
                  <a:pt x="2909976" y="2163800"/>
                </a:lnTo>
                <a:lnTo>
                  <a:pt x="2909659" y="2164562"/>
                </a:lnTo>
                <a:lnTo>
                  <a:pt x="2909659" y="2179256"/>
                </a:lnTo>
                <a:lnTo>
                  <a:pt x="2909976" y="2180018"/>
                </a:lnTo>
                <a:lnTo>
                  <a:pt x="2911233" y="2181275"/>
                </a:lnTo>
                <a:lnTo>
                  <a:pt x="2911995" y="2181593"/>
                </a:lnTo>
                <a:lnTo>
                  <a:pt x="2913786" y="2181593"/>
                </a:lnTo>
                <a:lnTo>
                  <a:pt x="2914548" y="2181275"/>
                </a:lnTo>
                <a:lnTo>
                  <a:pt x="2915805" y="2180018"/>
                </a:lnTo>
                <a:lnTo>
                  <a:pt x="2916123" y="2179256"/>
                </a:lnTo>
                <a:lnTo>
                  <a:pt x="2916123" y="2164562"/>
                </a:lnTo>
                <a:close/>
              </a:path>
              <a:path w="3331845" h="2440304">
                <a:moveTo>
                  <a:pt x="2916123" y="2132292"/>
                </a:moveTo>
                <a:lnTo>
                  <a:pt x="2915805" y="2131530"/>
                </a:lnTo>
                <a:lnTo>
                  <a:pt x="2914548" y="2130272"/>
                </a:lnTo>
                <a:lnTo>
                  <a:pt x="2913786" y="2129955"/>
                </a:lnTo>
                <a:lnTo>
                  <a:pt x="2911995" y="2129955"/>
                </a:lnTo>
                <a:lnTo>
                  <a:pt x="2911233" y="2130272"/>
                </a:lnTo>
                <a:lnTo>
                  <a:pt x="2909976" y="2131530"/>
                </a:lnTo>
                <a:lnTo>
                  <a:pt x="2909659" y="2132292"/>
                </a:lnTo>
                <a:lnTo>
                  <a:pt x="2909659" y="2146985"/>
                </a:lnTo>
                <a:lnTo>
                  <a:pt x="2909976" y="2147747"/>
                </a:lnTo>
                <a:lnTo>
                  <a:pt x="2911233" y="2149005"/>
                </a:lnTo>
                <a:lnTo>
                  <a:pt x="2911995" y="2149322"/>
                </a:lnTo>
                <a:lnTo>
                  <a:pt x="2913786" y="2149322"/>
                </a:lnTo>
                <a:lnTo>
                  <a:pt x="2914548" y="2149005"/>
                </a:lnTo>
                <a:lnTo>
                  <a:pt x="2915805" y="2147747"/>
                </a:lnTo>
                <a:lnTo>
                  <a:pt x="2916123" y="2146985"/>
                </a:lnTo>
                <a:lnTo>
                  <a:pt x="2916123" y="2132292"/>
                </a:lnTo>
                <a:close/>
              </a:path>
              <a:path w="3331845" h="2440304">
                <a:moveTo>
                  <a:pt x="2916123" y="2100021"/>
                </a:moveTo>
                <a:lnTo>
                  <a:pt x="2915805" y="2099259"/>
                </a:lnTo>
                <a:lnTo>
                  <a:pt x="2914548" y="2098001"/>
                </a:lnTo>
                <a:lnTo>
                  <a:pt x="2913786" y="2097684"/>
                </a:lnTo>
                <a:lnTo>
                  <a:pt x="2911995" y="2097684"/>
                </a:lnTo>
                <a:lnTo>
                  <a:pt x="2911233" y="2098001"/>
                </a:lnTo>
                <a:lnTo>
                  <a:pt x="2909976" y="2099259"/>
                </a:lnTo>
                <a:lnTo>
                  <a:pt x="2909659" y="2100021"/>
                </a:lnTo>
                <a:lnTo>
                  <a:pt x="2909659" y="2114715"/>
                </a:lnTo>
                <a:lnTo>
                  <a:pt x="2909976" y="2115477"/>
                </a:lnTo>
                <a:lnTo>
                  <a:pt x="2911233" y="2116734"/>
                </a:lnTo>
                <a:lnTo>
                  <a:pt x="2911995" y="2117052"/>
                </a:lnTo>
                <a:lnTo>
                  <a:pt x="2913786" y="2117052"/>
                </a:lnTo>
                <a:lnTo>
                  <a:pt x="2914548" y="2116734"/>
                </a:lnTo>
                <a:lnTo>
                  <a:pt x="2915805" y="2115477"/>
                </a:lnTo>
                <a:lnTo>
                  <a:pt x="2916123" y="2114715"/>
                </a:lnTo>
                <a:lnTo>
                  <a:pt x="2916123" y="2100021"/>
                </a:lnTo>
                <a:close/>
              </a:path>
              <a:path w="3331845" h="2440304">
                <a:moveTo>
                  <a:pt x="2916123" y="2067750"/>
                </a:moveTo>
                <a:lnTo>
                  <a:pt x="2915805" y="2066988"/>
                </a:lnTo>
                <a:lnTo>
                  <a:pt x="2914548" y="2065731"/>
                </a:lnTo>
                <a:lnTo>
                  <a:pt x="2913786" y="2065413"/>
                </a:lnTo>
                <a:lnTo>
                  <a:pt x="2911995" y="2065413"/>
                </a:lnTo>
                <a:lnTo>
                  <a:pt x="2911233" y="2065731"/>
                </a:lnTo>
                <a:lnTo>
                  <a:pt x="2909976" y="2066988"/>
                </a:lnTo>
                <a:lnTo>
                  <a:pt x="2909659" y="2067750"/>
                </a:lnTo>
                <a:lnTo>
                  <a:pt x="2909659" y="2082444"/>
                </a:lnTo>
                <a:lnTo>
                  <a:pt x="2909976" y="2083206"/>
                </a:lnTo>
                <a:lnTo>
                  <a:pt x="2911233" y="2084463"/>
                </a:lnTo>
                <a:lnTo>
                  <a:pt x="2911995" y="2084781"/>
                </a:lnTo>
                <a:lnTo>
                  <a:pt x="2913786" y="2084781"/>
                </a:lnTo>
                <a:lnTo>
                  <a:pt x="2914548" y="2084463"/>
                </a:lnTo>
                <a:lnTo>
                  <a:pt x="2915805" y="2083206"/>
                </a:lnTo>
                <a:lnTo>
                  <a:pt x="2916123" y="2082444"/>
                </a:lnTo>
                <a:lnTo>
                  <a:pt x="2916123" y="2067750"/>
                </a:lnTo>
                <a:close/>
              </a:path>
              <a:path w="3331845" h="2440304">
                <a:moveTo>
                  <a:pt x="2916123" y="2035479"/>
                </a:moveTo>
                <a:lnTo>
                  <a:pt x="2915805" y="2034717"/>
                </a:lnTo>
                <a:lnTo>
                  <a:pt x="2914548" y="2033460"/>
                </a:lnTo>
                <a:lnTo>
                  <a:pt x="2913786" y="2033143"/>
                </a:lnTo>
                <a:lnTo>
                  <a:pt x="2911995" y="2033143"/>
                </a:lnTo>
                <a:lnTo>
                  <a:pt x="2911233" y="2033460"/>
                </a:lnTo>
                <a:lnTo>
                  <a:pt x="2909976" y="2034717"/>
                </a:lnTo>
                <a:lnTo>
                  <a:pt x="2909659" y="2035479"/>
                </a:lnTo>
                <a:lnTo>
                  <a:pt x="2909659" y="2050173"/>
                </a:lnTo>
                <a:lnTo>
                  <a:pt x="2909976" y="2050935"/>
                </a:lnTo>
                <a:lnTo>
                  <a:pt x="2911233" y="2052193"/>
                </a:lnTo>
                <a:lnTo>
                  <a:pt x="2911995" y="2052510"/>
                </a:lnTo>
                <a:lnTo>
                  <a:pt x="2913786" y="2052510"/>
                </a:lnTo>
                <a:lnTo>
                  <a:pt x="2914548" y="2052193"/>
                </a:lnTo>
                <a:lnTo>
                  <a:pt x="2915805" y="2050935"/>
                </a:lnTo>
                <a:lnTo>
                  <a:pt x="2916123" y="2050173"/>
                </a:lnTo>
                <a:lnTo>
                  <a:pt x="2916123" y="2035479"/>
                </a:lnTo>
                <a:close/>
              </a:path>
              <a:path w="3331845" h="2440304">
                <a:moveTo>
                  <a:pt x="2916123" y="2003209"/>
                </a:moveTo>
                <a:lnTo>
                  <a:pt x="2915805" y="2002447"/>
                </a:lnTo>
                <a:lnTo>
                  <a:pt x="2914548" y="2001189"/>
                </a:lnTo>
                <a:lnTo>
                  <a:pt x="2913786" y="2000872"/>
                </a:lnTo>
                <a:lnTo>
                  <a:pt x="2911995" y="2000872"/>
                </a:lnTo>
                <a:lnTo>
                  <a:pt x="2911233" y="2001189"/>
                </a:lnTo>
                <a:lnTo>
                  <a:pt x="2909976" y="2002447"/>
                </a:lnTo>
                <a:lnTo>
                  <a:pt x="2909659" y="2003209"/>
                </a:lnTo>
                <a:lnTo>
                  <a:pt x="2909659" y="2017903"/>
                </a:lnTo>
                <a:lnTo>
                  <a:pt x="2909976" y="2018652"/>
                </a:lnTo>
                <a:lnTo>
                  <a:pt x="2911233" y="2019922"/>
                </a:lnTo>
                <a:lnTo>
                  <a:pt x="2911995" y="2020239"/>
                </a:lnTo>
                <a:lnTo>
                  <a:pt x="2913786" y="2020239"/>
                </a:lnTo>
                <a:lnTo>
                  <a:pt x="2914548" y="2019922"/>
                </a:lnTo>
                <a:lnTo>
                  <a:pt x="2915805" y="2018652"/>
                </a:lnTo>
                <a:lnTo>
                  <a:pt x="2916123" y="2017903"/>
                </a:lnTo>
                <a:lnTo>
                  <a:pt x="2916123" y="2003209"/>
                </a:lnTo>
                <a:close/>
              </a:path>
              <a:path w="3331845" h="2440304">
                <a:moveTo>
                  <a:pt x="2916123" y="1970938"/>
                </a:moveTo>
                <a:lnTo>
                  <a:pt x="2915805" y="1970176"/>
                </a:lnTo>
                <a:lnTo>
                  <a:pt x="2914548" y="1968919"/>
                </a:lnTo>
                <a:lnTo>
                  <a:pt x="2913786" y="1968601"/>
                </a:lnTo>
                <a:lnTo>
                  <a:pt x="2911995" y="1968601"/>
                </a:lnTo>
                <a:lnTo>
                  <a:pt x="2911233" y="1968919"/>
                </a:lnTo>
                <a:lnTo>
                  <a:pt x="2909976" y="1970176"/>
                </a:lnTo>
                <a:lnTo>
                  <a:pt x="2909659" y="1970938"/>
                </a:lnTo>
                <a:lnTo>
                  <a:pt x="2909659" y="1985619"/>
                </a:lnTo>
                <a:lnTo>
                  <a:pt x="2909976" y="1986381"/>
                </a:lnTo>
                <a:lnTo>
                  <a:pt x="2911233" y="1987651"/>
                </a:lnTo>
                <a:lnTo>
                  <a:pt x="2911995" y="1987956"/>
                </a:lnTo>
                <a:lnTo>
                  <a:pt x="2913786" y="1987956"/>
                </a:lnTo>
                <a:lnTo>
                  <a:pt x="2914548" y="1987651"/>
                </a:lnTo>
                <a:lnTo>
                  <a:pt x="2915805" y="1986381"/>
                </a:lnTo>
                <a:lnTo>
                  <a:pt x="2916123" y="1985619"/>
                </a:lnTo>
                <a:lnTo>
                  <a:pt x="2916123" y="1970938"/>
                </a:lnTo>
                <a:close/>
              </a:path>
              <a:path w="3331845" h="2440304">
                <a:moveTo>
                  <a:pt x="2916123" y="1938667"/>
                </a:moveTo>
                <a:lnTo>
                  <a:pt x="2915805" y="1937905"/>
                </a:lnTo>
                <a:lnTo>
                  <a:pt x="2914548" y="1936635"/>
                </a:lnTo>
                <a:lnTo>
                  <a:pt x="2913786" y="1936330"/>
                </a:lnTo>
                <a:lnTo>
                  <a:pt x="2911995" y="1936330"/>
                </a:lnTo>
                <a:lnTo>
                  <a:pt x="2911233" y="1936635"/>
                </a:lnTo>
                <a:lnTo>
                  <a:pt x="2909976" y="1937905"/>
                </a:lnTo>
                <a:lnTo>
                  <a:pt x="2909659" y="1938667"/>
                </a:lnTo>
                <a:lnTo>
                  <a:pt x="2909659" y="1953348"/>
                </a:lnTo>
                <a:lnTo>
                  <a:pt x="2909976" y="1954110"/>
                </a:lnTo>
                <a:lnTo>
                  <a:pt x="2911233" y="1955368"/>
                </a:lnTo>
                <a:lnTo>
                  <a:pt x="2911995" y="1955685"/>
                </a:lnTo>
                <a:lnTo>
                  <a:pt x="2913786" y="1955685"/>
                </a:lnTo>
                <a:lnTo>
                  <a:pt x="2914548" y="1955368"/>
                </a:lnTo>
                <a:lnTo>
                  <a:pt x="2915805" y="1954110"/>
                </a:lnTo>
                <a:lnTo>
                  <a:pt x="2916123" y="1953348"/>
                </a:lnTo>
                <a:lnTo>
                  <a:pt x="2916123" y="1938667"/>
                </a:lnTo>
                <a:close/>
              </a:path>
              <a:path w="3331845" h="2440304">
                <a:moveTo>
                  <a:pt x="2916123" y="1906384"/>
                </a:moveTo>
                <a:lnTo>
                  <a:pt x="2915805" y="1905635"/>
                </a:lnTo>
                <a:lnTo>
                  <a:pt x="2914548" y="1904365"/>
                </a:lnTo>
                <a:lnTo>
                  <a:pt x="2913786" y="1904047"/>
                </a:lnTo>
                <a:lnTo>
                  <a:pt x="2911995" y="1904047"/>
                </a:lnTo>
                <a:lnTo>
                  <a:pt x="2911233" y="1904365"/>
                </a:lnTo>
                <a:lnTo>
                  <a:pt x="2909976" y="1905635"/>
                </a:lnTo>
                <a:lnTo>
                  <a:pt x="2909659" y="1906384"/>
                </a:lnTo>
                <a:lnTo>
                  <a:pt x="2909659" y="1921078"/>
                </a:lnTo>
                <a:lnTo>
                  <a:pt x="2909976" y="1921840"/>
                </a:lnTo>
                <a:lnTo>
                  <a:pt x="2911233" y="1923097"/>
                </a:lnTo>
                <a:lnTo>
                  <a:pt x="2911995" y="1923415"/>
                </a:lnTo>
                <a:lnTo>
                  <a:pt x="2913786" y="1923415"/>
                </a:lnTo>
                <a:lnTo>
                  <a:pt x="2914548" y="1923097"/>
                </a:lnTo>
                <a:lnTo>
                  <a:pt x="2915805" y="1921840"/>
                </a:lnTo>
                <a:lnTo>
                  <a:pt x="2916123" y="1921078"/>
                </a:lnTo>
                <a:lnTo>
                  <a:pt x="2916123" y="1906384"/>
                </a:lnTo>
                <a:close/>
              </a:path>
              <a:path w="3331845" h="2440304">
                <a:moveTo>
                  <a:pt x="2916123" y="1874113"/>
                </a:moveTo>
                <a:lnTo>
                  <a:pt x="2915805" y="1873351"/>
                </a:lnTo>
                <a:lnTo>
                  <a:pt x="2914548" y="1872094"/>
                </a:lnTo>
                <a:lnTo>
                  <a:pt x="2913786" y="1871776"/>
                </a:lnTo>
                <a:lnTo>
                  <a:pt x="2911995" y="1871776"/>
                </a:lnTo>
                <a:lnTo>
                  <a:pt x="2911233" y="1872094"/>
                </a:lnTo>
                <a:lnTo>
                  <a:pt x="2909976" y="1873351"/>
                </a:lnTo>
                <a:lnTo>
                  <a:pt x="2909659" y="1874113"/>
                </a:lnTo>
                <a:lnTo>
                  <a:pt x="2909659" y="1888807"/>
                </a:lnTo>
                <a:lnTo>
                  <a:pt x="2909976" y="1889569"/>
                </a:lnTo>
                <a:lnTo>
                  <a:pt x="2911233" y="1890826"/>
                </a:lnTo>
                <a:lnTo>
                  <a:pt x="2911995" y="1891144"/>
                </a:lnTo>
                <a:lnTo>
                  <a:pt x="2913786" y="1891144"/>
                </a:lnTo>
                <a:lnTo>
                  <a:pt x="2914548" y="1890826"/>
                </a:lnTo>
                <a:lnTo>
                  <a:pt x="2915805" y="1889569"/>
                </a:lnTo>
                <a:lnTo>
                  <a:pt x="2916123" y="1888807"/>
                </a:lnTo>
                <a:lnTo>
                  <a:pt x="2916123" y="1874113"/>
                </a:lnTo>
                <a:close/>
              </a:path>
              <a:path w="3331845" h="2440304">
                <a:moveTo>
                  <a:pt x="2916123" y="1841842"/>
                </a:moveTo>
                <a:lnTo>
                  <a:pt x="2915805" y="1841080"/>
                </a:lnTo>
                <a:lnTo>
                  <a:pt x="2914548" y="1839823"/>
                </a:lnTo>
                <a:lnTo>
                  <a:pt x="2913786" y="1839506"/>
                </a:lnTo>
                <a:lnTo>
                  <a:pt x="2911995" y="1839506"/>
                </a:lnTo>
                <a:lnTo>
                  <a:pt x="2911233" y="1839823"/>
                </a:lnTo>
                <a:lnTo>
                  <a:pt x="2909976" y="1841080"/>
                </a:lnTo>
                <a:lnTo>
                  <a:pt x="2909659" y="1841842"/>
                </a:lnTo>
                <a:lnTo>
                  <a:pt x="2909659" y="1856536"/>
                </a:lnTo>
                <a:lnTo>
                  <a:pt x="2909976" y="1857298"/>
                </a:lnTo>
                <a:lnTo>
                  <a:pt x="2911233" y="1858556"/>
                </a:lnTo>
                <a:lnTo>
                  <a:pt x="2911995" y="1858873"/>
                </a:lnTo>
                <a:lnTo>
                  <a:pt x="2913786" y="1858873"/>
                </a:lnTo>
                <a:lnTo>
                  <a:pt x="2914548" y="1858556"/>
                </a:lnTo>
                <a:lnTo>
                  <a:pt x="2915805" y="1857298"/>
                </a:lnTo>
                <a:lnTo>
                  <a:pt x="2916123" y="1856536"/>
                </a:lnTo>
                <a:lnTo>
                  <a:pt x="2916123" y="1841842"/>
                </a:lnTo>
                <a:close/>
              </a:path>
              <a:path w="3331845" h="2440304">
                <a:moveTo>
                  <a:pt x="2916123" y="1809572"/>
                </a:moveTo>
                <a:lnTo>
                  <a:pt x="2915805" y="1808810"/>
                </a:lnTo>
                <a:lnTo>
                  <a:pt x="2914548" y="1807552"/>
                </a:lnTo>
                <a:lnTo>
                  <a:pt x="2913786" y="1807235"/>
                </a:lnTo>
                <a:lnTo>
                  <a:pt x="2911995" y="1807235"/>
                </a:lnTo>
                <a:lnTo>
                  <a:pt x="2911233" y="1807552"/>
                </a:lnTo>
                <a:lnTo>
                  <a:pt x="2909976" y="1808810"/>
                </a:lnTo>
                <a:lnTo>
                  <a:pt x="2909659" y="1809572"/>
                </a:lnTo>
                <a:lnTo>
                  <a:pt x="2909659" y="1824266"/>
                </a:lnTo>
                <a:lnTo>
                  <a:pt x="2909976" y="1825028"/>
                </a:lnTo>
                <a:lnTo>
                  <a:pt x="2911233" y="1826285"/>
                </a:lnTo>
                <a:lnTo>
                  <a:pt x="2911995" y="1826602"/>
                </a:lnTo>
                <a:lnTo>
                  <a:pt x="2913786" y="1826602"/>
                </a:lnTo>
                <a:lnTo>
                  <a:pt x="2914548" y="1826285"/>
                </a:lnTo>
                <a:lnTo>
                  <a:pt x="2915805" y="1825028"/>
                </a:lnTo>
                <a:lnTo>
                  <a:pt x="2916123" y="1824266"/>
                </a:lnTo>
                <a:lnTo>
                  <a:pt x="2916123" y="1809572"/>
                </a:lnTo>
                <a:close/>
              </a:path>
              <a:path w="3331845" h="2440304">
                <a:moveTo>
                  <a:pt x="2916123" y="1777301"/>
                </a:moveTo>
                <a:lnTo>
                  <a:pt x="2915805" y="1776539"/>
                </a:lnTo>
                <a:lnTo>
                  <a:pt x="2914548" y="1775282"/>
                </a:lnTo>
                <a:lnTo>
                  <a:pt x="2913786" y="1774964"/>
                </a:lnTo>
                <a:lnTo>
                  <a:pt x="2911995" y="1774964"/>
                </a:lnTo>
                <a:lnTo>
                  <a:pt x="2911233" y="1775282"/>
                </a:lnTo>
                <a:lnTo>
                  <a:pt x="2909976" y="1776539"/>
                </a:lnTo>
                <a:lnTo>
                  <a:pt x="2909659" y="1777301"/>
                </a:lnTo>
                <a:lnTo>
                  <a:pt x="2909659" y="1791995"/>
                </a:lnTo>
                <a:lnTo>
                  <a:pt x="2909976" y="1792757"/>
                </a:lnTo>
                <a:lnTo>
                  <a:pt x="2911233" y="1794014"/>
                </a:lnTo>
                <a:lnTo>
                  <a:pt x="2911995" y="1794332"/>
                </a:lnTo>
                <a:lnTo>
                  <a:pt x="2913786" y="1794332"/>
                </a:lnTo>
                <a:lnTo>
                  <a:pt x="2914548" y="1794014"/>
                </a:lnTo>
                <a:lnTo>
                  <a:pt x="2915805" y="1792757"/>
                </a:lnTo>
                <a:lnTo>
                  <a:pt x="2916123" y="1791995"/>
                </a:lnTo>
                <a:lnTo>
                  <a:pt x="2916123" y="1777301"/>
                </a:lnTo>
                <a:close/>
              </a:path>
              <a:path w="3331845" h="2440304">
                <a:moveTo>
                  <a:pt x="2916123" y="1745030"/>
                </a:moveTo>
                <a:lnTo>
                  <a:pt x="2915805" y="1744268"/>
                </a:lnTo>
                <a:lnTo>
                  <a:pt x="2914548" y="1743011"/>
                </a:lnTo>
                <a:lnTo>
                  <a:pt x="2913786" y="1742694"/>
                </a:lnTo>
                <a:lnTo>
                  <a:pt x="2911995" y="1742694"/>
                </a:lnTo>
                <a:lnTo>
                  <a:pt x="2911233" y="1743011"/>
                </a:lnTo>
                <a:lnTo>
                  <a:pt x="2909976" y="1744268"/>
                </a:lnTo>
                <a:lnTo>
                  <a:pt x="2909659" y="1745030"/>
                </a:lnTo>
                <a:lnTo>
                  <a:pt x="2909659" y="1759724"/>
                </a:lnTo>
                <a:lnTo>
                  <a:pt x="2909976" y="1760486"/>
                </a:lnTo>
                <a:lnTo>
                  <a:pt x="2911233" y="1761744"/>
                </a:lnTo>
                <a:lnTo>
                  <a:pt x="2911995" y="1762061"/>
                </a:lnTo>
                <a:lnTo>
                  <a:pt x="2913786" y="1762061"/>
                </a:lnTo>
                <a:lnTo>
                  <a:pt x="2914548" y="1761744"/>
                </a:lnTo>
                <a:lnTo>
                  <a:pt x="2915805" y="1760486"/>
                </a:lnTo>
                <a:lnTo>
                  <a:pt x="2916123" y="1759724"/>
                </a:lnTo>
                <a:lnTo>
                  <a:pt x="2916123" y="1745030"/>
                </a:lnTo>
                <a:close/>
              </a:path>
              <a:path w="3331845" h="2440304">
                <a:moveTo>
                  <a:pt x="2916123" y="1712760"/>
                </a:moveTo>
                <a:lnTo>
                  <a:pt x="2915805" y="1711998"/>
                </a:lnTo>
                <a:lnTo>
                  <a:pt x="2914548" y="1710740"/>
                </a:lnTo>
                <a:lnTo>
                  <a:pt x="2913786" y="1710423"/>
                </a:lnTo>
                <a:lnTo>
                  <a:pt x="2911995" y="1710423"/>
                </a:lnTo>
                <a:lnTo>
                  <a:pt x="2911233" y="1710740"/>
                </a:lnTo>
                <a:lnTo>
                  <a:pt x="2909976" y="1711998"/>
                </a:lnTo>
                <a:lnTo>
                  <a:pt x="2909659" y="1712760"/>
                </a:lnTo>
                <a:lnTo>
                  <a:pt x="2909659" y="1727454"/>
                </a:lnTo>
                <a:lnTo>
                  <a:pt x="2909976" y="1728203"/>
                </a:lnTo>
                <a:lnTo>
                  <a:pt x="2911233" y="1729473"/>
                </a:lnTo>
                <a:lnTo>
                  <a:pt x="2911995" y="1729778"/>
                </a:lnTo>
                <a:lnTo>
                  <a:pt x="2913786" y="1729778"/>
                </a:lnTo>
                <a:lnTo>
                  <a:pt x="2914548" y="1729473"/>
                </a:lnTo>
                <a:lnTo>
                  <a:pt x="2915805" y="1728203"/>
                </a:lnTo>
                <a:lnTo>
                  <a:pt x="2916123" y="1727454"/>
                </a:lnTo>
                <a:lnTo>
                  <a:pt x="2916123" y="1712760"/>
                </a:lnTo>
                <a:close/>
              </a:path>
              <a:path w="3331845" h="2440304">
                <a:moveTo>
                  <a:pt x="2916123" y="1680489"/>
                </a:moveTo>
                <a:lnTo>
                  <a:pt x="2915805" y="1679727"/>
                </a:lnTo>
                <a:lnTo>
                  <a:pt x="2914548" y="1678457"/>
                </a:lnTo>
                <a:lnTo>
                  <a:pt x="2913786" y="1678152"/>
                </a:lnTo>
                <a:lnTo>
                  <a:pt x="2911995" y="1678152"/>
                </a:lnTo>
                <a:lnTo>
                  <a:pt x="2911233" y="1678457"/>
                </a:lnTo>
                <a:lnTo>
                  <a:pt x="2909976" y="1679727"/>
                </a:lnTo>
                <a:lnTo>
                  <a:pt x="2909659" y="1680489"/>
                </a:lnTo>
                <a:lnTo>
                  <a:pt x="2909659" y="1695170"/>
                </a:lnTo>
                <a:lnTo>
                  <a:pt x="2909976" y="1695932"/>
                </a:lnTo>
                <a:lnTo>
                  <a:pt x="2911233" y="1697202"/>
                </a:lnTo>
                <a:lnTo>
                  <a:pt x="2911995" y="1697507"/>
                </a:lnTo>
                <a:lnTo>
                  <a:pt x="2913786" y="1697507"/>
                </a:lnTo>
                <a:lnTo>
                  <a:pt x="2914548" y="1697202"/>
                </a:lnTo>
                <a:lnTo>
                  <a:pt x="2915805" y="1695932"/>
                </a:lnTo>
                <a:lnTo>
                  <a:pt x="2916123" y="1695170"/>
                </a:lnTo>
                <a:lnTo>
                  <a:pt x="2916123" y="1680489"/>
                </a:lnTo>
                <a:close/>
              </a:path>
              <a:path w="3331845" h="2440304">
                <a:moveTo>
                  <a:pt x="2916123" y="1648206"/>
                </a:moveTo>
                <a:lnTo>
                  <a:pt x="2915805" y="1647456"/>
                </a:lnTo>
                <a:lnTo>
                  <a:pt x="2914548" y="1646186"/>
                </a:lnTo>
                <a:lnTo>
                  <a:pt x="2913786" y="1645881"/>
                </a:lnTo>
                <a:lnTo>
                  <a:pt x="2911995" y="1645881"/>
                </a:lnTo>
                <a:lnTo>
                  <a:pt x="2911233" y="1646186"/>
                </a:lnTo>
                <a:lnTo>
                  <a:pt x="2909976" y="1647456"/>
                </a:lnTo>
                <a:lnTo>
                  <a:pt x="2909659" y="1648206"/>
                </a:lnTo>
                <a:lnTo>
                  <a:pt x="2909659" y="1662899"/>
                </a:lnTo>
                <a:lnTo>
                  <a:pt x="2909976" y="1663661"/>
                </a:lnTo>
                <a:lnTo>
                  <a:pt x="2911233" y="1664919"/>
                </a:lnTo>
                <a:lnTo>
                  <a:pt x="2911995" y="1665236"/>
                </a:lnTo>
                <a:lnTo>
                  <a:pt x="2913786" y="1665236"/>
                </a:lnTo>
                <a:lnTo>
                  <a:pt x="2914548" y="1664919"/>
                </a:lnTo>
                <a:lnTo>
                  <a:pt x="2915805" y="1663661"/>
                </a:lnTo>
                <a:lnTo>
                  <a:pt x="2916123" y="1662899"/>
                </a:lnTo>
                <a:lnTo>
                  <a:pt x="2916123" y="1648206"/>
                </a:lnTo>
                <a:close/>
              </a:path>
              <a:path w="3331845" h="2440304">
                <a:moveTo>
                  <a:pt x="2916123" y="1615935"/>
                </a:moveTo>
                <a:lnTo>
                  <a:pt x="2915805" y="1615173"/>
                </a:lnTo>
                <a:lnTo>
                  <a:pt x="2914548" y="1613916"/>
                </a:lnTo>
                <a:lnTo>
                  <a:pt x="2913786" y="1613598"/>
                </a:lnTo>
                <a:lnTo>
                  <a:pt x="2911995" y="1613598"/>
                </a:lnTo>
                <a:lnTo>
                  <a:pt x="2911233" y="1613916"/>
                </a:lnTo>
                <a:lnTo>
                  <a:pt x="2909976" y="1615173"/>
                </a:lnTo>
                <a:lnTo>
                  <a:pt x="2909659" y="1615935"/>
                </a:lnTo>
                <a:lnTo>
                  <a:pt x="2909659" y="1630629"/>
                </a:lnTo>
                <a:lnTo>
                  <a:pt x="2909976" y="1631391"/>
                </a:lnTo>
                <a:lnTo>
                  <a:pt x="2911233" y="1632648"/>
                </a:lnTo>
                <a:lnTo>
                  <a:pt x="2911995" y="1632966"/>
                </a:lnTo>
                <a:lnTo>
                  <a:pt x="2913786" y="1632966"/>
                </a:lnTo>
                <a:lnTo>
                  <a:pt x="2914548" y="1632648"/>
                </a:lnTo>
                <a:lnTo>
                  <a:pt x="2915805" y="1631391"/>
                </a:lnTo>
                <a:lnTo>
                  <a:pt x="2916123" y="1630629"/>
                </a:lnTo>
                <a:lnTo>
                  <a:pt x="2916123" y="1615935"/>
                </a:lnTo>
                <a:close/>
              </a:path>
              <a:path w="3331845" h="2440304">
                <a:moveTo>
                  <a:pt x="2916123" y="1583664"/>
                </a:moveTo>
                <a:lnTo>
                  <a:pt x="2915805" y="1582902"/>
                </a:lnTo>
                <a:lnTo>
                  <a:pt x="2914548" y="1581645"/>
                </a:lnTo>
                <a:lnTo>
                  <a:pt x="2913786" y="1581327"/>
                </a:lnTo>
                <a:lnTo>
                  <a:pt x="2911995" y="1581327"/>
                </a:lnTo>
                <a:lnTo>
                  <a:pt x="2911233" y="1581645"/>
                </a:lnTo>
                <a:lnTo>
                  <a:pt x="2909976" y="1582902"/>
                </a:lnTo>
                <a:lnTo>
                  <a:pt x="2909659" y="1583664"/>
                </a:lnTo>
                <a:lnTo>
                  <a:pt x="2909659" y="1598358"/>
                </a:lnTo>
                <a:lnTo>
                  <a:pt x="2909976" y="1599120"/>
                </a:lnTo>
                <a:lnTo>
                  <a:pt x="2911233" y="1600377"/>
                </a:lnTo>
                <a:lnTo>
                  <a:pt x="2911995" y="1600695"/>
                </a:lnTo>
                <a:lnTo>
                  <a:pt x="2913786" y="1600695"/>
                </a:lnTo>
                <a:lnTo>
                  <a:pt x="2914548" y="1600377"/>
                </a:lnTo>
                <a:lnTo>
                  <a:pt x="2915805" y="1599120"/>
                </a:lnTo>
                <a:lnTo>
                  <a:pt x="2916123" y="1598358"/>
                </a:lnTo>
                <a:lnTo>
                  <a:pt x="2916123" y="1583664"/>
                </a:lnTo>
                <a:close/>
              </a:path>
              <a:path w="3331845" h="2440304">
                <a:moveTo>
                  <a:pt x="2916123" y="1551393"/>
                </a:moveTo>
                <a:lnTo>
                  <a:pt x="2915805" y="1550631"/>
                </a:lnTo>
                <a:lnTo>
                  <a:pt x="2914548" y="1549374"/>
                </a:lnTo>
                <a:lnTo>
                  <a:pt x="2913786" y="1549057"/>
                </a:lnTo>
                <a:lnTo>
                  <a:pt x="2911995" y="1549057"/>
                </a:lnTo>
                <a:lnTo>
                  <a:pt x="2911233" y="1549374"/>
                </a:lnTo>
                <a:lnTo>
                  <a:pt x="2909976" y="1550631"/>
                </a:lnTo>
                <a:lnTo>
                  <a:pt x="2909659" y="1551393"/>
                </a:lnTo>
                <a:lnTo>
                  <a:pt x="2909659" y="1566087"/>
                </a:lnTo>
                <a:lnTo>
                  <a:pt x="2909976" y="1566849"/>
                </a:lnTo>
                <a:lnTo>
                  <a:pt x="2911233" y="1568107"/>
                </a:lnTo>
                <a:lnTo>
                  <a:pt x="2911995" y="1568424"/>
                </a:lnTo>
                <a:lnTo>
                  <a:pt x="2913786" y="1568424"/>
                </a:lnTo>
                <a:lnTo>
                  <a:pt x="2914548" y="1568107"/>
                </a:lnTo>
                <a:lnTo>
                  <a:pt x="2915805" y="1566849"/>
                </a:lnTo>
                <a:lnTo>
                  <a:pt x="2916123" y="1566087"/>
                </a:lnTo>
                <a:lnTo>
                  <a:pt x="2916123" y="1551393"/>
                </a:lnTo>
                <a:close/>
              </a:path>
              <a:path w="3331845" h="2440304">
                <a:moveTo>
                  <a:pt x="2916123" y="1519123"/>
                </a:moveTo>
                <a:lnTo>
                  <a:pt x="2915805" y="1518361"/>
                </a:lnTo>
                <a:lnTo>
                  <a:pt x="2914548" y="1517103"/>
                </a:lnTo>
                <a:lnTo>
                  <a:pt x="2913786" y="1516786"/>
                </a:lnTo>
                <a:lnTo>
                  <a:pt x="2911995" y="1516786"/>
                </a:lnTo>
                <a:lnTo>
                  <a:pt x="2911233" y="1517103"/>
                </a:lnTo>
                <a:lnTo>
                  <a:pt x="2909976" y="1518361"/>
                </a:lnTo>
                <a:lnTo>
                  <a:pt x="2909659" y="1519123"/>
                </a:lnTo>
                <a:lnTo>
                  <a:pt x="2909659" y="1533817"/>
                </a:lnTo>
                <a:lnTo>
                  <a:pt x="2909976" y="1534579"/>
                </a:lnTo>
                <a:lnTo>
                  <a:pt x="2911233" y="1535836"/>
                </a:lnTo>
                <a:lnTo>
                  <a:pt x="2911995" y="1536153"/>
                </a:lnTo>
                <a:lnTo>
                  <a:pt x="2913786" y="1536153"/>
                </a:lnTo>
                <a:lnTo>
                  <a:pt x="2914548" y="1535836"/>
                </a:lnTo>
                <a:lnTo>
                  <a:pt x="2915805" y="1534579"/>
                </a:lnTo>
                <a:lnTo>
                  <a:pt x="2916123" y="1533817"/>
                </a:lnTo>
                <a:lnTo>
                  <a:pt x="2916123" y="1519123"/>
                </a:lnTo>
                <a:close/>
              </a:path>
              <a:path w="3331845" h="2440304">
                <a:moveTo>
                  <a:pt x="2916123" y="1486852"/>
                </a:moveTo>
                <a:lnTo>
                  <a:pt x="2915805" y="1486090"/>
                </a:lnTo>
                <a:lnTo>
                  <a:pt x="2914548" y="1484833"/>
                </a:lnTo>
                <a:lnTo>
                  <a:pt x="2913786" y="1484515"/>
                </a:lnTo>
                <a:lnTo>
                  <a:pt x="2911995" y="1484515"/>
                </a:lnTo>
                <a:lnTo>
                  <a:pt x="2911233" y="1484833"/>
                </a:lnTo>
                <a:lnTo>
                  <a:pt x="2909976" y="1486090"/>
                </a:lnTo>
                <a:lnTo>
                  <a:pt x="2909659" y="1486852"/>
                </a:lnTo>
                <a:lnTo>
                  <a:pt x="2909659" y="1501546"/>
                </a:lnTo>
                <a:lnTo>
                  <a:pt x="2909976" y="1502308"/>
                </a:lnTo>
                <a:lnTo>
                  <a:pt x="2911233" y="1503565"/>
                </a:lnTo>
                <a:lnTo>
                  <a:pt x="2911995" y="1503883"/>
                </a:lnTo>
                <a:lnTo>
                  <a:pt x="2913786" y="1503883"/>
                </a:lnTo>
                <a:lnTo>
                  <a:pt x="2914548" y="1503565"/>
                </a:lnTo>
                <a:lnTo>
                  <a:pt x="2915805" y="1502308"/>
                </a:lnTo>
                <a:lnTo>
                  <a:pt x="2916123" y="1501546"/>
                </a:lnTo>
                <a:lnTo>
                  <a:pt x="2916123" y="1486852"/>
                </a:lnTo>
                <a:close/>
              </a:path>
              <a:path w="3331845" h="2440304">
                <a:moveTo>
                  <a:pt x="2916123" y="1454581"/>
                </a:moveTo>
                <a:lnTo>
                  <a:pt x="2915805" y="1453819"/>
                </a:lnTo>
                <a:lnTo>
                  <a:pt x="2914548" y="1452562"/>
                </a:lnTo>
                <a:lnTo>
                  <a:pt x="2913786" y="1452245"/>
                </a:lnTo>
                <a:lnTo>
                  <a:pt x="2911995" y="1452245"/>
                </a:lnTo>
                <a:lnTo>
                  <a:pt x="2911233" y="1452562"/>
                </a:lnTo>
                <a:lnTo>
                  <a:pt x="2909976" y="1453819"/>
                </a:lnTo>
                <a:lnTo>
                  <a:pt x="2909659" y="1454581"/>
                </a:lnTo>
                <a:lnTo>
                  <a:pt x="2909659" y="1469275"/>
                </a:lnTo>
                <a:lnTo>
                  <a:pt x="2909976" y="1470025"/>
                </a:lnTo>
                <a:lnTo>
                  <a:pt x="2911233" y="1471295"/>
                </a:lnTo>
                <a:lnTo>
                  <a:pt x="2911995" y="1471612"/>
                </a:lnTo>
                <a:lnTo>
                  <a:pt x="2913786" y="1471612"/>
                </a:lnTo>
                <a:lnTo>
                  <a:pt x="2914548" y="1471295"/>
                </a:lnTo>
                <a:lnTo>
                  <a:pt x="2915805" y="1470025"/>
                </a:lnTo>
                <a:lnTo>
                  <a:pt x="2916123" y="1469275"/>
                </a:lnTo>
                <a:lnTo>
                  <a:pt x="2916123" y="1454581"/>
                </a:lnTo>
                <a:close/>
              </a:path>
              <a:path w="3331845" h="2440304">
                <a:moveTo>
                  <a:pt x="2916123" y="1422311"/>
                </a:moveTo>
                <a:lnTo>
                  <a:pt x="2915805" y="1421549"/>
                </a:lnTo>
                <a:lnTo>
                  <a:pt x="2914548" y="1420291"/>
                </a:lnTo>
                <a:lnTo>
                  <a:pt x="2913786" y="1419974"/>
                </a:lnTo>
                <a:lnTo>
                  <a:pt x="2911995" y="1419974"/>
                </a:lnTo>
                <a:lnTo>
                  <a:pt x="2911233" y="1420291"/>
                </a:lnTo>
                <a:lnTo>
                  <a:pt x="2909976" y="1421549"/>
                </a:lnTo>
                <a:lnTo>
                  <a:pt x="2909659" y="1422311"/>
                </a:lnTo>
                <a:lnTo>
                  <a:pt x="2909659" y="1436992"/>
                </a:lnTo>
                <a:lnTo>
                  <a:pt x="2909976" y="1437754"/>
                </a:lnTo>
                <a:lnTo>
                  <a:pt x="2911233" y="1439024"/>
                </a:lnTo>
                <a:lnTo>
                  <a:pt x="2911995" y="1439329"/>
                </a:lnTo>
                <a:lnTo>
                  <a:pt x="2913786" y="1439329"/>
                </a:lnTo>
                <a:lnTo>
                  <a:pt x="2914548" y="1439024"/>
                </a:lnTo>
                <a:lnTo>
                  <a:pt x="2915805" y="1437754"/>
                </a:lnTo>
                <a:lnTo>
                  <a:pt x="2916123" y="1436992"/>
                </a:lnTo>
                <a:lnTo>
                  <a:pt x="2916123" y="1422311"/>
                </a:lnTo>
                <a:close/>
              </a:path>
              <a:path w="3331845" h="2440304">
                <a:moveTo>
                  <a:pt x="2916123" y="1390040"/>
                </a:moveTo>
                <a:lnTo>
                  <a:pt x="2915805" y="1389278"/>
                </a:lnTo>
                <a:lnTo>
                  <a:pt x="2914548" y="1388008"/>
                </a:lnTo>
                <a:lnTo>
                  <a:pt x="2913786" y="1387703"/>
                </a:lnTo>
                <a:lnTo>
                  <a:pt x="2911995" y="1387703"/>
                </a:lnTo>
                <a:lnTo>
                  <a:pt x="2911233" y="1388008"/>
                </a:lnTo>
                <a:lnTo>
                  <a:pt x="2909976" y="1389278"/>
                </a:lnTo>
                <a:lnTo>
                  <a:pt x="2909659" y="1390040"/>
                </a:lnTo>
                <a:lnTo>
                  <a:pt x="2909659" y="1404721"/>
                </a:lnTo>
                <a:lnTo>
                  <a:pt x="2909976" y="1405483"/>
                </a:lnTo>
                <a:lnTo>
                  <a:pt x="2911233" y="1406740"/>
                </a:lnTo>
                <a:lnTo>
                  <a:pt x="2911995" y="1407058"/>
                </a:lnTo>
                <a:lnTo>
                  <a:pt x="2913786" y="1407058"/>
                </a:lnTo>
                <a:lnTo>
                  <a:pt x="2914548" y="1406740"/>
                </a:lnTo>
                <a:lnTo>
                  <a:pt x="2915805" y="1405483"/>
                </a:lnTo>
                <a:lnTo>
                  <a:pt x="2916123" y="1404721"/>
                </a:lnTo>
                <a:lnTo>
                  <a:pt x="2916123" y="1390040"/>
                </a:lnTo>
                <a:close/>
              </a:path>
              <a:path w="3331845" h="2440304">
                <a:moveTo>
                  <a:pt x="2916123" y="1357757"/>
                </a:moveTo>
                <a:lnTo>
                  <a:pt x="2915805" y="1357007"/>
                </a:lnTo>
                <a:lnTo>
                  <a:pt x="2914548" y="1355737"/>
                </a:lnTo>
                <a:lnTo>
                  <a:pt x="2913786" y="1355420"/>
                </a:lnTo>
                <a:lnTo>
                  <a:pt x="2911995" y="1355420"/>
                </a:lnTo>
                <a:lnTo>
                  <a:pt x="2911233" y="1355737"/>
                </a:lnTo>
                <a:lnTo>
                  <a:pt x="2909976" y="1357007"/>
                </a:lnTo>
                <a:lnTo>
                  <a:pt x="2909659" y="1357757"/>
                </a:lnTo>
                <a:lnTo>
                  <a:pt x="2909659" y="1372450"/>
                </a:lnTo>
                <a:lnTo>
                  <a:pt x="2909976" y="1373212"/>
                </a:lnTo>
                <a:lnTo>
                  <a:pt x="2911233" y="1374470"/>
                </a:lnTo>
                <a:lnTo>
                  <a:pt x="2911995" y="1374787"/>
                </a:lnTo>
                <a:lnTo>
                  <a:pt x="2913786" y="1374787"/>
                </a:lnTo>
                <a:lnTo>
                  <a:pt x="2914548" y="1374470"/>
                </a:lnTo>
                <a:lnTo>
                  <a:pt x="2915805" y="1373212"/>
                </a:lnTo>
                <a:lnTo>
                  <a:pt x="2916123" y="1372450"/>
                </a:lnTo>
                <a:lnTo>
                  <a:pt x="2916123" y="1357757"/>
                </a:lnTo>
                <a:close/>
              </a:path>
              <a:path w="3331845" h="2440304">
                <a:moveTo>
                  <a:pt x="2916123" y="1325486"/>
                </a:moveTo>
                <a:lnTo>
                  <a:pt x="2915805" y="1324724"/>
                </a:lnTo>
                <a:lnTo>
                  <a:pt x="2914548" y="1323467"/>
                </a:lnTo>
                <a:lnTo>
                  <a:pt x="2913786" y="1323149"/>
                </a:lnTo>
                <a:lnTo>
                  <a:pt x="2911995" y="1323149"/>
                </a:lnTo>
                <a:lnTo>
                  <a:pt x="2911233" y="1323467"/>
                </a:lnTo>
                <a:lnTo>
                  <a:pt x="2909976" y="1324724"/>
                </a:lnTo>
                <a:lnTo>
                  <a:pt x="2909659" y="1325486"/>
                </a:lnTo>
                <a:lnTo>
                  <a:pt x="2909659" y="1340180"/>
                </a:lnTo>
                <a:lnTo>
                  <a:pt x="2909976" y="1340942"/>
                </a:lnTo>
                <a:lnTo>
                  <a:pt x="2911233" y="1342199"/>
                </a:lnTo>
                <a:lnTo>
                  <a:pt x="2911995" y="1342517"/>
                </a:lnTo>
                <a:lnTo>
                  <a:pt x="2913786" y="1342517"/>
                </a:lnTo>
                <a:lnTo>
                  <a:pt x="2914548" y="1342199"/>
                </a:lnTo>
                <a:lnTo>
                  <a:pt x="2915805" y="1340942"/>
                </a:lnTo>
                <a:lnTo>
                  <a:pt x="2916123" y="1340180"/>
                </a:lnTo>
                <a:lnTo>
                  <a:pt x="2916123" y="1325486"/>
                </a:lnTo>
                <a:close/>
              </a:path>
              <a:path w="3331845" h="2440304">
                <a:moveTo>
                  <a:pt x="2916123" y="1293215"/>
                </a:moveTo>
                <a:lnTo>
                  <a:pt x="2915805" y="1292453"/>
                </a:lnTo>
                <a:lnTo>
                  <a:pt x="2914548" y="1291196"/>
                </a:lnTo>
                <a:lnTo>
                  <a:pt x="2913786" y="1290878"/>
                </a:lnTo>
                <a:lnTo>
                  <a:pt x="2911995" y="1290878"/>
                </a:lnTo>
                <a:lnTo>
                  <a:pt x="2911233" y="1291196"/>
                </a:lnTo>
                <a:lnTo>
                  <a:pt x="2909976" y="1292453"/>
                </a:lnTo>
                <a:lnTo>
                  <a:pt x="2909659" y="1293215"/>
                </a:lnTo>
                <a:lnTo>
                  <a:pt x="2909659" y="1307909"/>
                </a:lnTo>
                <a:lnTo>
                  <a:pt x="2909976" y="1308671"/>
                </a:lnTo>
                <a:lnTo>
                  <a:pt x="2911233" y="1309928"/>
                </a:lnTo>
                <a:lnTo>
                  <a:pt x="2911995" y="1310246"/>
                </a:lnTo>
                <a:lnTo>
                  <a:pt x="2913786" y="1310246"/>
                </a:lnTo>
                <a:lnTo>
                  <a:pt x="2914548" y="1309928"/>
                </a:lnTo>
                <a:lnTo>
                  <a:pt x="2915805" y="1308671"/>
                </a:lnTo>
                <a:lnTo>
                  <a:pt x="2916123" y="1307909"/>
                </a:lnTo>
                <a:lnTo>
                  <a:pt x="2916123" y="1293215"/>
                </a:lnTo>
                <a:close/>
              </a:path>
              <a:path w="3331845" h="2440304">
                <a:moveTo>
                  <a:pt x="2916123" y="1260944"/>
                </a:moveTo>
                <a:lnTo>
                  <a:pt x="2915805" y="1260182"/>
                </a:lnTo>
                <a:lnTo>
                  <a:pt x="2914548" y="1258925"/>
                </a:lnTo>
                <a:lnTo>
                  <a:pt x="2913786" y="1258608"/>
                </a:lnTo>
                <a:lnTo>
                  <a:pt x="2911995" y="1258608"/>
                </a:lnTo>
                <a:lnTo>
                  <a:pt x="2911233" y="1258925"/>
                </a:lnTo>
                <a:lnTo>
                  <a:pt x="2909976" y="1260182"/>
                </a:lnTo>
                <a:lnTo>
                  <a:pt x="2909659" y="1260944"/>
                </a:lnTo>
                <a:lnTo>
                  <a:pt x="2909659" y="1275638"/>
                </a:lnTo>
                <a:lnTo>
                  <a:pt x="2909976" y="1276400"/>
                </a:lnTo>
                <a:lnTo>
                  <a:pt x="2911233" y="1277658"/>
                </a:lnTo>
                <a:lnTo>
                  <a:pt x="2911995" y="1277975"/>
                </a:lnTo>
                <a:lnTo>
                  <a:pt x="2913786" y="1277975"/>
                </a:lnTo>
                <a:lnTo>
                  <a:pt x="2914548" y="1277658"/>
                </a:lnTo>
                <a:lnTo>
                  <a:pt x="2915805" y="1276400"/>
                </a:lnTo>
                <a:lnTo>
                  <a:pt x="2916123" y="1275638"/>
                </a:lnTo>
                <a:lnTo>
                  <a:pt x="2916123" y="1260944"/>
                </a:lnTo>
                <a:close/>
              </a:path>
              <a:path w="3331845" h="2440304">
                <a:moveTo>
                  <a:pt x="2916123" y="1228674"/>
                </a:moveTo>
                <a:lnTo>
                  <a:pt x="2915805" y="1227912"/>
                </a:lnTo>
                <a:lnTo>
                  <a:pt x="2914548" y="1226654"/>
                </a:lnTo>
                <a:lnTo>
                  <a:pt x="2913786" y="1226337"/>
                </a:lnTo>
                <a:lnTo>
                  <a:pt x="2911995" y="1226337"/>
                </a:lnTo>
                <a:lnTo>
                  <a:pt x="2911233" y="1226654"/>
                </a:lnTo>
                <a:lnTo>
                  <a:pt x="2909976" y="1227912"/>
                </a:lnTo>
                <a:lnTo>
                  <a:pt x="2909659" y="1228674"/>
                </a:lnTo>
                <a:lnTo>
                  <a:pt x="2909659" y="1243368"/>
                </a:lnTo>
                <a:lnTo>
                  <a:pt x="2909976" y="1244130"/>
                </a:lnTo>
                <a:lnTo>
                  <a:pt x="2911233" y="1245387"/>
                </a:lnTo>
                <a:lnTo>
                  <a:pt x="2911995" y="1245704"/>
                </a:lnTo>
                <a:lnTo>
                  <a:pt x="2913786" y="1245704"/>
                </a:lnTo>
                <a:lnTo>
                  <a:pt x="2914548" y="1245387"/>
                </a:lnTo>
                <a:lnTo>
                  <a:pt x="2915805" y="1244130"/>
                </a:lnTo>
                <a:lnTo>
                  <a:pt x="2916123" y="1243368"/>
                </a:lnTo>
                <a:lnTo>
                  <a:pt x="2916123" y="1228674"/>
                </a:lnTo>
                <a:close/>
              </a:path>
              <a:path w="3331845" h="2440304">
                <a:moveTo>
                  <a:pt x="2916123" y="1196403"/>
                </a:moveTo>
                <a:lnTo>
                  <a:pt x="2915805" y="1195641"/>
                </a:lnTo>
                <a:lnTo>
                  <a:pt x="2914548" y="1194384"/>
                </a:lnTo>
                <a:lnTo>
                  <a:pt x="2913786" y="1194066"/>
                </a:lnTo>
                <a:lnTo>
                  <a:pt x="2911995" y="1194066"/>
                </a:lnTo>
                <a:lnTo>
                  <a:pt x="2911233" y="1194384"/>
                </a:lnTo>
                <a:lnTo>
                  <a:pt x="2909976" y="1195641"/>
                </a:lnTo>
                <a:lnTo>
                  <a:pt x="2909659" y="1196403"/>
                </a:lnTo>
                <a:lnTo>
                  <a:pt x="2909659" y="1211097"/>
                </a:lnTo>
                <a:lnTo>
                  <a:pt x="2909976" y="1211859"/>
                </a:lnTo>
                <a:lnTo>
                  <a:pt x="2911233" y="1213116"/>
                </a:lnTo>
                <a:lnTo>
                  <a:pt x="2911995" y="1213434"/>
                </a:lnTo>
                <a:lnTo>
                  <a:pt x="2913786" y="1213434"/>
                </a:lnTo>
                <a:lnTo>
                  <a:pt x="2914548" y="1213116"/>
                </a:lnTo>
                <a:lnTo>
                  <a:pt x="2915805" y="1211859"/>
                </a:lnTo>
                <a:lnTo>
                  <a:pt x="2916123" y="1211097"/>
                </a:lnTo>
                <a:lnTo>
                  <a:pt x="2916123" y="1196403"/>
                </a:lnTo>
                <a:close/>
              </a:path>
              <a:path w="3331845" h="2440304">
                <a:moveTo>
                  <a:pt x="2916123" y="1164132"/>
                </a:moveTo>
                <a:lnTo>
                  <a:pt x="2915805" y="1163370"/>
                </a:lnTo>
                <a:lnTo>
                  <a:pt x="2914548" y="1162113"/>
                </a:lnTo>
                <a:lnTo>
                  <a:pt x="2913786" y="1161796"/>
                </a:lnTo>
                <a:lnTo>
                  <a:pt x="2911995" y="1161796"/>
                </a:lnTo>
                <a:lnTo>
                  <a:pt x="2911233" y="1162113"/>
                </a:lnTo>
                <a:lnTo>
                  <a:pt x="2909976" y="1163370"/>
                </a:lnTo>
                <a:lnTo>
                  <a:pt x="2909659" y="1164132"/>
                </a:lnTo>
                <a:lnTo>
                  <a:pt x="2909659" y="1178826"/>
                </a:lnTo>
                <a:lnTo>
                  <a:pt x="2909976" y="1179576"/>
                </a:lnTo>
                <a:lnTo>
                  <a:pt x="2911233" y="1180846"/>
                </a:lnTo>
                <a:lnTo>
                  <a:pt x="2911995" y="1181150"/>
                </a:lnTo>
                <a:lnTo>
                  <a:pt x="2913786" y="1181150"/>
                </a:lnTo>
                <a:lnTo>
                  <a:pt x="2914548" y="1180846"/>
                </a:lnTo>
                <a:lnTo>
                  <a:pt x="2915805" y="1179576"/>
                </a:lnTo>
                <a:lnTo>
                  <a:pt x="2916123" y="1178826"/>
                </a:lnTo>
                <a:lnTo>
                  <a:pt x="2916123" y="1164132"/>
                </a:lnTo>
                <a:close/>
              </a:path>
              <a:path w="3331845" h="2440304">
                <a:moveTo>
                  <a:pt x="2916123" y="1131862"/>
                </a:moveTo>
                <a:lnTo>
                  <a:pt x="2915805" y="1131100"/>
                </a:lnTo>
                <a:lnTo>
                  <a:pt x="2914548" y="1129830"/>
                </a:lnTo>
                <a:lnTo>
                  <a:pt x="2913786" y="1129525"/>
                </a:lnTo>
                <a:lnTo>
                  <a:pt x="2911995" y="1129525"/>
                </a:lnTo>
                <a:lnTo>
                  <a:pt x="2911233" y="1129830"/>
                </a:lnTo>
                <a:lnTo>
                  <a:pt x="2909976" y="1131100"/>
                </a:lnTo>
                <a:lnTo>
                  <a:pt x="2909659" y="1131862"/>
                </a:lnTo>
                <a:lnTo>
                  <a:pt x="2909659" y="1146543"/>
                </a:lnTo>
                <a:lnTo>
                  <a:pt x="2909976" y="1147305"/>
                </a:lnTo>
                <a:lnTo>
                  <a:pt x="2911233" y="1148575"/>
                </a:lnTo>
                <a:lnTo>
                  <a:pt x="2911995" y="1148880"/>
                </a:lnTo>
                <a:lnTo>
                  <a:pt x="2913786" y="1148880"/>
                </a:lnTo>
                <a:lnTo>
                  <a:pt x="2914548" y="1148575"/>
                </a:lnTo>
                <a:lnTo>
                  <a:pt x="2915805" y="1147305"/>
                </a:lnTo>
                <a:lnTo>
                  <a:pt x="2916123" y="1146543"/>
                </a:lnTo>
                <a:lnTo>
                  <a:pt x="2916123" y="1131862"/>
                </a:lnTo>
                <a:close/>
              </a:path>
              <a:path w="3331845" h="2440304">
                <a:moveTo>
                  <a:pt x="2916123" y="1099578"/>
                </a:moveTo>
                <a:lnTo>
                  <a:pt x="2915805" y="1098829"/>
                </a:lnTo>
                <a:lnTo>
                  <a:pt x="2914548" y="1097559"/>
                </a:lnTo>
                <a:lnTo>
                  <a:pt x="2913786" y="1097254"/>
                </a:lnTo>
                <a:lnTo>
                  <a:pt x="2911995" y="1097254"/>
                </a:lnTo>
                <a:lnTo>
                  <a:pt x="2911233" y="1097559"/>
                </a:lnTo>
                <a:lnTo>
                  <a:pt x="2909976" y="1098829"/>
                </a:lnTo>
                <a:lnTo>
                  <a:pt x="2909659" y="1099578"/>
                </a:lnTo>
                <a:lnTo>
                  <a:pt x="2909659" y="1114272"/>
                </a:lnTo>
                <a:lnTo>
                  <a:pt x="2909976" y="1115034"/>
                </a:lnTo>
                <a:lnTo>
                  <a:pt x="2911233" y="1116291"/>
                </a:lnTo>
                <a:lnTo>
                  <a:pt x="2911995" y="1116609"/>
                </a:lnTo>
                <a:lnTo>
                  <a:pt x="2913786" y="1116609"/>
                </a:lnTo>
                <a:lnTo>
                  <a:pt x="2914548" y="1116291"/>
                </a:lnTo>
                <a:lnTo>
                  <a:pt x="2915805" y="1115034"/>
                </a:lnTo>
                <a:lnTo>
                  <a:pt x="2916123" y="1114272"/>
                </a:lnTo>
                <a:lnTo>
                  <a:pt x="2916123" y="1099578"/>
                </a:lnTo>
                <a:close/>
              </a:path>
              <a:path w="3331845" h="2440304">
                <a:moveTo>
                  <a:pt x="2916123" y="1067308"/>
                </a:moveTo>
                <a:lnTo>
                  <a:pt x="2915805" y="1066546"/>
                </a:lnTo>
                <a:lnTo>
                  <a:pt x="2914548" y="1065288"/>
                </a:lnTo>
                <a:lnTo>
                  <a:pt x="2913786" y="1064971"/>
                </a:lnTo>
                <a:lnTo>
                  <a:pt x="2911995" y="1064971"/>
                </a:lnTo>
                <a:lnTo>
                  <a:pt x="2911233" y="1065288"/>
                </a:lnTo>
                <a:lnTo>
                  <a:pt x="2909976" y="1066546"/>
                </a:lnTo>
                <a:lnTo>
                  <a:pt x="2909659" y="1067308"/>
                </a:lnTo>
                <a:lnTo>
                  <a:pt x="2909659" y="1082001"/>
                </a:lnTo>
                <a:lnTo>
                  <a:pt x="2909976" y="1082763"/>
                </a:lnTo>
                <a:lnTo>
                  <a:pt x="2911233" y="1084021"/>
                </a:lnTo>
                <a:lnTo>
                  <a:pt x="2911995" y="1084338"/>
                </a:lnTo>
                <a:lnTo>
                  <a:pt x="2913786" y="1084338"/>
                </a:lnTo>
                <a:lnTo>
                  <a:pt x="2914548" y="1084021"/>
                </a:lnTo>
                <a:lnTo>
                  <a:pt x="2915805" y="1082763"/>
                </a:lnTo>
                <a:lnTo>
                  <a:pt x="2916123" y="1082001"/>
                </a:lnTo>
                <a:lnTo>
                  <a:pt x="2916123" y="1067308"/>
                </a:lnTo>
                <a:close/>
              </a:path>
              <a:path w="3331845" h="2440304">
                <a:moveTo>
                  <a:pt x="2916123" y="1035037"/>
                </a:moveTo>
                <a:lnTo>
                  <a:pt x="2915805" y="1034275"/>
                </a:lnTo>
                <a:lnTo>
                  <a:pt x="2914548" y="1033018"/>
                </a:lnTo>
                <a:lnTo>
                  <a:pt x="2913786" y="1032700"/>
                </a:lnTo>
                <a:lnTo>
                  <a:pt x="2911995" y="1032700"/>
                </a:lnTo>
                <a:lnTo>
                  <a:pt x="2911233" y="1033018"/>
                </a:lnTo>
                <a:lnTo>
                  <a:pt x="2909976" y="1034275"/>
                </a:lnTo>
                <a:lnTo>
                  <a:pt x="2909659" y="1035037"/>
                </a:lnTo>
                <a:lnTo>
                  <a:pt x="2909659" y="1049731"/>
                </a:lnTo>
                <a:lnTo>
                  <a:pt x="2909976" y="1050493"/>
                </a:lnTo>
                <a:lnTo>
                  <a:pt x="2911233" y="1051750"/>
                </a:lnTo>
                <a:lnTo>
                  <a:pt x="2911995" y="1052068"/>
                </a:lnTo>
                <a:lnTo>
                  <a:pt x="2913786" y="1052068"/>
                </a:lnTo>
                <a:lnTo>
                  <a:pt x="2914548" y="1051750"/>
                </a:lnTo>
                <a:lnTo>
                  <a:pt x="2915805" y="1050493"/>
                </a:lnTo>
                <a:lnTo>
                  <a:pt x="2916123" y="1049731"/>
                </a:lnTo>
                <a:lnTo>
                  <a:pt x="2916123" y="1035037"/>
                </a:lnTo>
                <a:close/>
              </a:path>
              <a:path w="3331845" h="2440304">
                <a:moveTo>
                  <a:pt x="2916123" y="1002766"/>
                </a:moveTo>
                <a:lnTo>
                  <a:pt x="2915805" y="1002004"/>
                </a:lnTo>
                <a:lnTo>
                  <a:pt x="2914548" y="1000747"/>
                </a:lnTo>
                <a:lnTo>
                  <a:pt x="2913786" y="1000429"/>
                </a:lnTo>
                <a:lnTo>
                  <a:pt x="2911995" y="1000429"/>
                </a:lnTo>
                <a:lnTo>
                  <a:pt x="2911233" y="1000747"/>
                </a:lnTo>
                <a:lnTo>
                  <a:pt x="2909976" y="1002004"/>
                </a:lnTo>
                <a:lnTo>
                  <a:pt x="2909659" y="1002766"/>
                </a:lnTo>
                <a:lnTo>
                  <a:pt x="2909659" y="1017460"/>
                </a:lnTo>
                <a:lnTo>
                  <a:pt x="2909976" y="1018222"/>
                </a:lnTo>
                <a:lnTo>
                  <a:pt x="2911233" y="1019479"/>
                </a:lnTo>
                <a:lnTo>
                  <a:pt x="2911995" y="1019797"/>
                </a:lnTo>
                <a:lnTo>
                  <a:pt x="2913786" y="1019797"/>
                </a:lnTo>
                <a:lnTo>
                  <a:pt x="2914548" y="1019479"/>
                </a:lnTo>
                <a:lnTo>
                  <a:pt x="2915805" y="1018222"/>
                </a:lnTo>
                <a:lnTo>
                  <a:pt x="2916123" y="1017460"/>
                </a:lnTo>
                <a:lnTo>
                  <a:pt x="2916123" y="1002766"/>
                </a:lnTo>
                <a:close/>
              </a:path>
              <a:path w="3331845" h="2440304">
                <a:moveTo>
                  <a:pt x="2916123" y="970495"/>
                </a:moveTo>
                <a:lnTo>
                  <a:pt x="2915805" y="969733"/>
                </a:lnTo>
                <a:lnTo>
                  <a:pt x="2914548" y="968476"/>
                </a:lnTo>
                <a:lnTo>
                  <a:pt x="2913786" y="968159"/>
                </a:lnTo>
                <a:lnTo>
                  <a:pt x="2911995" y="968159"/>
                </a:lnTo>
                <a:lnTo>
                  <a:pt x="2911233" y="968476"/>
                </a:lnTo>
                <a:lnTo>
                  <a:pt x="2909976" y="969733"/>
                </a:lnTo>
                <a:lnTo>
                  <a:pt x="2909659" y="970495"/>
                </a:lnTo>
                <a:lnTo>
                  <a:pt x="2909659" y="985189"/>
                </a:lnTo>
                <a:lnTo>
                  <a:pt x="2909976" y="985951"/>
                </a:lnTo>
                <a:lnTo>
                  <a:pt x="2911233" y="987209"/>
                </a:lnTo>
                <a:lnTo>
                  <a:pt x="2911995" y="987526"/>
                </a:lnTo>
                <a:lnTo>
                  <a:pt x="2913786" y="987526"/>
                </a:lnTo>
                <a:lnTo>
                  <a:pt x="2914548" y="987209"/>
                </a:lnTo>
                <a:lnTo>
                  <a:pt x="2915805" y="985951"/>
                </a:lnTo>
                <a:lnTo>
                  <a:pt x="2916123" y="985189"/>
                </a:lnTo>
                <a:lnTo>
                  <a:pt x="2916123" y="970495"/>
                </a:lnTo>
                <a:close/>
              </a:path>
              <a:path w="3331845" h="2440304">
                <a:moveTo>
                  <a:pt x="2916123" y="938225"/>
                </a:moveTo>
                <a:lnTo>
                  <a:pt x="2915805" y="937463"/>
                </a:lnTo>
                <a:lnTo>
                  <a:pt x="2914548" y="936205"/>
                </a:lnTo>
                <a:lnTo>
                  <a:pt x="2913786" y="935888"/>
                </a:lnTo>
                <a:lnTo>
                  <a:pt x="2911995" y="935888"/>
                </a:lnTo>
                <a:lnTo>
                  <a:pt x="2911233" y="936205"/>
                </a:lnTo>
                <a:lnTo>
                  <a:pt x="2909976" y="937463"/>
                </a:lnTo>
                <a:lnTo>
                  <a:pt x="2909659" y="938225"/>
                </a:lnTo>
                <a:lnTo>
                  <a:pt x="2909659" y="952919"/>
                </a:lnTo>
                <a:lnTo>
                  <a:pt x="2909976" y="953681"/>
                </a:lnTo>
                <a:lnTo>
                  <a:pt x="2911233" y="954938"/>
                </a:lnTo>
                <a:lnTo>
                  <a:pt x="2911995" y="955255"/>
                </a:lnTo>
                <a:lnTo>
                  <a:pt x="2913786" y="955255"/>
                </a:lnTo>
                <a:lnTo>
                  <a:pt x="2914548" y="954938"/>
                </a:lnTo>
                <a:lnTo>
                  <a:pt x="2915805" y="953681"/>
                </a:lnTo>
                <a:lnTo>
                  <a:pt x="2916123" y="952919"/>
                </a:lnTo>
                <a:lnTo>
                  <a:pt x="2916123" y="938225"/>
                </a:lnTo>
                <a:close/>
              </a:path>
              <a:path w="3331845" h="2440304">
                <a:moveTo>
                  <a:pt x="2916123" y="905954"/>
                </a:moveTo>
                <a:lnTo>
                  <a:pt x="2915805" y="905192"/>
                </a:lnTo>
                <a:lnTo>
                  <a:pt x="2914548" y="903935"/>
                </a:lnTo>
                <a:lnTo>
                  <a:pt x="2913786" y="903617"/>
                </a:lnTo>
                <a:lnTo>
                  <a:pt x="2911995" y="903617"/>
                </a:lnTo>
                <a:lnTo>
                  <a:pt x="2911233" y="903935"/>
                </a:lnTo>
                <a:lnTo>
                  <a:pt x="2909976" y="905192"/>
                </a:lnTo>
                <a:lnTo>
                  <a:pt x="2909659" y="905954"/>
                </a:lnTo>
                <a:lnTo>
                  <a:pt x="2909659" y="920648"/>
                </a:lnTo>
                <a:lnTo>
                  <a:pt x="2909976" y="921397"/>
                </a:lnTo>
                <a:lnTo>
                  <a:pt x="2911233" y="922667"/>
                </a:lnTo>
                <a:lnTo>
                  <a:pt x="2911995" y="922985"/>
                </a:lnTo>
                <a:lnTo>
                  <a:pt x="2913786" y="922985"/>
                </a:lnTo>
                <a:lnTo>
                  <a:pt x="2914548" y="922667"/>
                </a:lnTo>
                <a:lnTo>
                  <a:pt x="2915805" y="921397"/>
                </a:lnTo>
                <a:lnTo>
                  <a:pt x="2916123" y="920648"/>
                </a:lnTo>
                <a:lnTo>
                  <a:pt x="2916123" y="905954"/>
                </a:lnTo>
                <a:close/>
              </a:path>
              <a:path w="3331845" h="2440304">
                <a:moveTo>
                  <a:pt x="2916123" y="873683"/>
                </a:moveTo>
                <a:lnTo>
                  <a:pt x="2915805" y="872921"/>
                </a:lnTo>
                <a:lnTo>
                  <a:pt x="2914548" y="871664"/>
                </a:lnTo>
                <a:lnTo>
                  <a:pt x="2913786" y="871347"/>
                </a:lnTo>
                <a:lnTo>
                  <a:pt x="2911995" y="871347"/>
                </a:lnTo>
                <a:lnTo>
                  <a:pt x="2911233" y="871664"/>
                </a:lnTo>
                <a:lnTo>
                  <a:pt x="2909976" y="872921"/>
                </a:lnTo>
                <a:lnTo>
                  <a:pt x="2909659" y="873683"/>
                </a:lnTo>
                <a:lnTo>
                  <a:pt x="2909659" y="888365"/>
                </a:lnTo>
                <a:lnTo>
                  <a:pt x="2909976" y="889127"/>
                </a:lnTo>
                <a:lnTo>
                  <a:pt x="2911233" y="890397"/>
                </a:lnTo>
                <a:lnTo>
                  <a:pt x="2911995" y="890701"/>
                </a:lnTo>
                <a:lnTo>
                  <a:pt x="2913786" y="890701"/>
                </a:lnTo>
                <a:lnTo>
                  <a:pt x="2914548" y="890397"/>
                </a:lnTo>
                <a:lnTo>
                  <a:pt x="2915805" y="889127"/>
                </a:lnTo>
                <a:lnTo>
                  <a:pt x="2916123" y="888365"/>
                </a:lnTo>
                <a:lnTo>
                  <a:pt x="2916123" y="873683"/>
                </a:lnTo>
                <a:close/>
              </a:path>
              <a:path w="3331845" h="2440304">
                <a:moveTo>
                  <a:pt x="2916123" y="841413"/>
                </a:moveTo>
                <a:lnTo>
                  <a:pt x="2915805" y="840651"/>
                </a:lnTo>
                <a:lnTo>
                  <a:pt x="2914548" y="839381"/>
                </a:lnTo>
                <a:lnTo>
                  <a:pt x="2913786" y="839076"/>
                </a:lnTo>
                <a:lnTo>
                  <a:pt x="2911995" y="839076"/>
                </a:lnTo>
                <a:lnTo>
                  <a:pt x="2911233" y="839381"/>
                </a:lnTo>
                <a:lnTo>
                  <a:pt x="2909976" y="840651"/>
                </a:lnTo>
                <a:lnTo>
                  <a:pt x="2909659" y="841413"/>
                </a:lnTo>
                <a:lnTo>
                  <a:pt x="2909659" y="856094"/>
                </a:lnTo>
                <a:lnTo>
                  <a:pt x="2909976" y="856856"/>
                </a:lnTo>
                <a:lnTo>
                  <a:pt x="2911233" y="858113"/>
                </a:lnTo>
                <a:lnTo>
                  <a:pt x="2911995" y="858431"/>
                </a:lnTo>
                <a:lnTo>
                  <a:pt x="2913786" y="858431"/>
                </a:lnTo>
                <a:lnTo>
                  <a:pt x="2914548" y="858113"/>
                </a:lnTo>
                <a:lnTo>
                  <a:pt x="2915805" y="856856"/>
                </a:lnTo>
                <a:lnTo>
                  <a:pt x="2916123" y="856094"/>
                </a:lnTo>
                <a:lnTo>
                  <a:pt x="2916123" y="841413"/>
                </a:lnTo>
                <a:close/>
              </a:path>
              <a:path w="3331845" h="2440304">
                <a:moveTo>
                  <a:pt x="2916123" y="809129"/>
                </a:moveTo>
                <a:lnTo>
                  <a:pt x="2915805" y="808380"/>
                </a:lnTo>
                <a:lnTo>
                  <a:pt x="2914548" y="807110"/>
                </a:lnTo>
                <a:lnTo>
                  <a:pt x="2913786" y="806792"/>
                </a:lnTo>
                <a:lnTo>
                  <a:pt x="2911995" y="806792"/>
                </a:lnTo>
                <a:lnTo>
                  <a:pt x="2911233" y="807110"/>
                </a:lnTo>
                <a:lnTo>
                  <a:pt x="2909976" y="808380"/>
                </a:lnTo>
                <a:lnTo>
                  <a:pt x="2909659" y="809129"/>
                </a:lnTo>
                <a:lnTo>
                  <a:pt x="2909659" y="823823"/>
                </a:lnTo>
                <a:lnTo>
                  <a:pt x="2909976" y="824585"/>
                </a:lnTo>
                <a:lnTo>
                  <a:pt x="2911233" y="825842"/>
                </a:lnTo>
                <a:lnTo>
                  <a:pt x="2911995" y="826160"/>
                </a:lnTo>
                <a:lnTo>
                  <a:pt x="2913786" y="826160"/>
                </a:lnTo>
                <a:lnTo>
                  <a:pt x="2914548" y="825842"/>
                </a:lnTo>
                <a:lnTo>
                  <a:pt x="2915805" y="824585"/>
                </a:lnTo>
                <a:lnTo>
                  <a:pt x="2916123" y="823823"/>
                </a:lnTo>
                <a:lnTo>
                  <a:pt x="2916123" y="809129"/>
                </a:lnTo>
                <a:close/>
              </a:path>
              <a:path w="3331845" h="2440304">
                <a:moveTo>
                  <a:pt x="2916123" y="776859"/>
                </a:moveTo>
                <a:lnTo>
                  <a:pt x="2915805" y="776097"/>
                </a:lnTo>
                <a:lnTo>
                  <a:pt x="2914548" y="774839"/>
                </a:lnTo>
                <a:lnTo>
                  <a:pt x="2913786" y="774522"/>
                </a:lnTo>
                <a:lnTo>
                  <a:pt x="2911995" y="774522"/>
                </a:lnTo>
                <a:lnTo>
                  <a:pt x="2911233" y="774839"/>
                </a:lnTo>
                <a:lnTo>
                  <a:pt x="2909976" y="776097"/>
                </a:lnTo>
                <a:lnTo>
                  <a:pt x="2909659" y="776859"/>
                </a:lnTo>
                <a:lnTo>
                  <a:pt x="2909659" y="791552"/>
                </a:lnTo>
                <a:lnTo>
                  <a:pt x="2909976" y="792314"/>
                </a:lnTo>
                <a:lnTo>
                  <a:pt x="2911233" y="793572"/>
                </a:lnTo>
                <a:lnTo>
                  <a:pt x="2911995" y="793889"/>
                </a:lnTo>
                <a:lnTo>
                  <a:pt x="2913786" y="793889"/>
                </a:lnTo>
                <a:lnTo>
                  <a:pt x="2914548" y="793572"/>
                </a:lnTo>
                <a:lnTo>
                  <a:pt x="2915805" y="792314"/>
                </a:lnTo>
                <a:lnTo>
                  <a:pt x="2916123" y="791552"/>
                </a:lnTo>
                <a:lnTo>
                  <a:pt x="2916123" y="776859"/>
                </a:lnTo>
                <a:close/>
              </a:path>
              <a:path w="3331845" h="2440304">
                <a:moveTo>
                  <a:pt x="2916123" y="744588"/>
                </a:moveTo>
                <a:lnTo>
                  <a:pt x="2915805" y="743826"/>
                </a:lnTo>
                <a:lnTo>
                  <a:pt x="2914548" y="742569"/>
                </a:lnTo>
                <a:lnTo>
                  <a:pt x="2913786" y="742251"/>
                </a:lnTo>
                <a:lnTo>
                  <a:pt x="2911995" y="742251"/>
                </a:lnTo>
                <a:lnTo>
                  <a:pt x="2911233" y="742569"/>
                </a:lnTo>
                <a:lnTo>
                  <a:pt x="2909976" y="743826"/>
                </a:lnTo>
                <a:lnTo>
                  <a:pt x="2909659" y="744588"/>
                </a:lnTo>
                <a:lnTo>
                  <a:pt x="2909659" y="759282"/>
                </a:lnTo>
                <a:lnTo>
                  <a:pt x="2909976" y="760044"/>
                </a:lnTo>
                <a:lnTo>
                  <a:pt x="2911233" y="761301"/>
                </a:lnTo>
                <a:lnTo>
                  <a:pt x="2911995" y="761619"/>
                </a:lnTo>
                <a:lnTo>
                  <a:pt x="2913786" y="761619"/>
                </a:lnTo>
                <a:lnTo>
                  <a:pt x="2914548" y="761301"/>
                </a:lnTo>
                <a:lnTo>
                  <a:pt x="2915805" y="760044"/>
                </a:lnTo>
                <a:lnTo>
                  <a:pt x="2916123" y="759282"/>
                </a:lnTo>
                <a:lnTo>
                  <a:pt x="2916123" y="744588"/>
                </a:lnTo>
                <a:close/>
              </a:path>
              <a:path w="3331845" h="2440304">
                <a:moveTo>
                  <a:pt x="2916123" y="712317"/>
                </a:moveTo>
                <a:lnTo>
                  <a:pt x="2915805" y="711555"/>
                </a:lnTo>
                <a:lnTo>
                  <a:pt x="2914548" y="710298"/>
                </a:lnTo>
                <a:lnTo>
                  <a:pt x="2913786" y="709980"/>
                </a:lnTo>
                <a:lnTo>
                  <a:pt x="2911995" y="709980"/>
                </a:lnTo>
                <a:lnTo>
                  <a:pt x="2911233" y="710298"/>
                </a:lnTo>
                <a:lnTo>
                  <a:pt x="2909976" y="711555"/>
                </a:lnTo>
                <a:lnTo>
                  <a:pt x="2909659" y="712317"/>
                </a:lnTo>
                <a:lnTo>
                  <a:pt x="2909659" y="727011"/>
                </a:lnTo>
                <a:lnTo>
                  <a:pt x="2909976" y="727773"/>
                </a:lnTo>
                <a:lnTo>
                  <a:pt x="2911233" y="729030"/>
                </a:lnTo>
                <a:lnTo>
                  <a:pt x="2911995" y="729348"/>
                </a:lnTo>
                <a:lnTo>
                  <a:pt x="2913786" y="729348"/>
                </a:lnTo>
                <a:lnTo>
                  <a:pt x="2914548" y="729030"/>
                </a:lnTo>
                <a:lnTo>
                  <a:pt x="2915805" y="727773"/>
                </a:lnTo>
                <a:lnTo>
                  <a:pt x="2916123" y="727011"/>
                </a:lnTo>
                <a:lnTo>
                  <a:pt x="2916123" y="712317"/>
                </a:lnTo>
                <a:close/>
              </a:path>
              <a:path w="3331845" h="2440304">
                <a:moveTo>
                  <a:pt x="2916123" y="680046"/>
                </a:moveTo>
                <a:lnTo>
                  <a:pt x="2915805" y="679284"/>
                </a:lnTo>
                <a:lnTo>
                  <a:pt x="2914548" y="678027"/>
                </a:lnTo>
                <a:lnTo>
                  <a:pt x="2913786" y="677710"/>
                </a:lnTo>
                <a:lnTo>
                  <a:pt x="2911995" y="677710"/>
                </a:lnTo>
                <a:lnTo>
                  <a:pt x="2911233" y="678027"/>
                </a:lnTo>
                <a:lnTo>
                  <a:pt x="2909976" y="679284"/>
                </a:lnTo>
                <a:lnTo>
                  <a:pt x="2909659" y="680046"/>
                </a:lnTo>
                <a:lnTo>
                  <a:pt x="2909659" y="694740"/>
                </a:lnTo>
                <a:lnTo>
                  <a:pt x="2909976" y="695502"/>
                </a:lnTo>
                <a:lnTo>
                  <a:pt x="2911233" y="696760"/>
                </a:lnTo>
                <a:lnTo>
                  <a:pt x="2911995" y="697077"/>
                </a:lnTo>
                <a:lnTo>
                  <a:pt x="2913786" y="697077"/>
                </a:lnTo>
                <a:lnTo>
                  <a:pt x="2914548" y="696760"/>
                </a:lnTo>
                <a:lnTo>
                  <a:pt x="2915805" y="695502"/>
                </a:lnTo>
                <a:lnTo>
                  <a:pt x="2916123" y="694740"/>
                </a:lnTo>
                <a:lnTo>
                  <a:pt x="2916123" y="680046"/>
                </a:lnTo>
                <a:close/>
              </a:path>
              <a:path w="3331845" h="2440304">
                <a:moveTo>
                  <a:pt x="2916123" y="647776"/>
                </a:moveTo>
                <a:lnTo>
                  <a:pt x="2915805" y="647014"/>
                </a:lnTo>
                <a:lnTo>
                  <a:pt x="2914548" y="645756"/>
                </a:lnTo>
                <a:lnTo>
                  <a:pt x="2913786" y="645439"/>
                </a:lnTo>
                <a:lnTo>
                  <a:pt x="2911995" y="645439"/>
                </a:lnTo>
                <a:lnTo>
                  <a:pt x="2911233" y="645756"/>
                </a:lnTo>
                <a:lnTo>
                  <a:pt x="2909976" y="647014"/>
                </a:lnTo>
                <a:lnTo>
                  <a:pt x="2909659" y="647776"/>
                </a:lnTo>
                <a:lnTo>
                  <a:pt x="2909659" y="662470"/>
                </a:lnTo>
                <a:lnTo>
                  <a:pt x="2909976" y="663232"/>
                </a:lnTo>
                <a:lnTo>
                  <a:pt x="2911233" y="664489"/>
                </a:lnTo>
                <a:lnTo>
                  <a:pt x="2911995" y="664806"/>
                </a:lnTo>
                <a:lnTo>
                  <a:pt x="2913786" y="664806"/>
                </a:lnTo>
                <a:lnTo>
                  <a:pt x="2914548" y="664489"/>
                </a:lnTo>
                <a:lnTo>
                  <a:pt x="2915805" y="663232"/>
                </a:lnTo>
                <a:lnTo>
                  <a:pt x="2916123" y="662470"/>
                </a:lnTo>
                <a:lnTo>
                  <a:pt x="2916123" y="647776"/>
                </a:lnTo>
                <a:close/>
              </a:path>
              <a:path w="3331845" h="2440304">
                <a:moveTo>
                  <a:pt x="2916123" y="615505"/>
                </a:moveTo>
                <a:lnTo>
                  <a:pt x="2915805" y="614743"/>
                </a:lnTo>
                <a:lnTo>
                  <a:pt x="2914548" y="613486"/>
                </a:lnTo>
                <a:lnTo>
                  <a:pt x="2913786" y="613168"/>
                </a:lnTo>
                <a:lnTo>
                  <a:pt x="2911995" y="613168"/>
                </a:lnTo>
                <a:lnTo>
                  <a:pt x="2911233" y="613486"/>
                </a:lnTo>
                <a:lnTo>
                  <a:pt x="2909976" y="614743"/>
                </a:lnTo>
                <a:lnTo>
                  <a:pt x="2909659" y="615505"/>
                </a:lnTo>
                <a:lnTo>
                  <a:pt x="2909659" y="630199"/>
                </a:lnTo>
                <a:lnTo>
                  <a:pt x="2909976" y="630948"/>
                </a:lnTo>
                <a:lnTo>
                  <a:pt x="2911233" y="632218"/>
                </a:lnTo>
                <a:lnTo>
                  <a:pt x="2911995" y="632523"/>
                </a:lnTo>
                <a:lnTo>
                  <a:pt x="2913786" y="632523"/>
                </a:lnTo>
                <a:lnTo>
                  <a:pt x="2914548" y="632218"/>
                </a:lnTo>
                <a:lnTo>
                  <a:pt x="2915805" y="630948"/>
                </a:lnTo>
                <a:lnTo>
                  <a:pt x="2916123" y="630199"/>
                </a:lnTo>
                <a:lnTo>
                  <a:pt x="2916123" y="615505"/>
                </a:lnTo>
                <a:close/>
              </a:path>
              <a:path w="3331845" h="2440304">
                <a:moveTo>
                  <a:pt x="2916123" y="583234"/>
                </a:moveTo>
                <a:lnTo>
                  <a:pt x="2915805" y="582472"/>
                </a:lnTo>
                <a:lnTo>
                  <a:pt x="2914548" y="581202"/>
                </a:lnTo>
                <a:lnTo>
                  <a:pt x="2913786" y="580898"/>
                </a:lnTo>
                <a:lnTo>
                  <a:pt x="2911995" y="580898"/>
                </a:lnTo>
                <a:lnTo>
                  <a:pt x="2911233" y="581202"/>
                </a:lnTo>
                <a:lnTo>
                  <a:pt x="2909976" y="582472"/>
                </a:lnTo>
                <a:lnTo>
                  <a:pt x="2909659" y="583234"/>
                </a:lnTo>
                <a:lnTo>
                  <a:pt x="2909659" y="597916"/>
                </a:lnTo>
                <a:lnTo>
                  <a:pt x="2909976" y="598678"/>
                </a:lnTo>
                <a:lnTo>
                  <a:pt x="2911233" y="599948"/>
                </a:lnTo>
                <a:lnTo>
                  <a:pt x="2911995" y="600252"/>
                </a:lnTo>
                <a:lnTo>
                  <a:pt x="2913786" y="600252"/>
                </a:lnTo>
                <a:lnTo>
                  <a:pt x="2914548" y="599948"/>
                </a:lnTo>
                <a:lnTo>
                  <a:pt x="2915805" y="598678"/>
                </a:lnTo>
                <a:lnTo>
                  <a:pt x="2916123" y="597916"/>
                </a:lnTo>
                <a:lnTo>
                  <a:pt x="2916123" y="583234"/>
                </a:lnTo>
                <a:close/>
              </a:path>
              <a:path w="3331845" h="2440304">
                <a:moveTo>
                  <a:pt x="2916123" y="550951"/>
                </a:moveTo>
                <a:lnTo>
                  <a:pt x="2915805" y="550202"/>
                </a:lnTo>
                <a:lnTo>
                  <a:pt x="2914548" y="548932"/>
                </a:lnTo>
                <a:lnTo>
                  <a:pt x="2913786" y="548627"/>
                </a:lnTo>
                <a:lnTo>
                  <a:pt x="2911995" y="548627"/>
                </a:lnTo>
                <a:lnTo>
                  <a:pt x="2911233" y="548932"/>
                </a:lnTo>
                <a:lnTo>
                  <a:pt x="2909976" y="550202"/>
                </a:lnTo>
                <a:lnTo>
                  <a:pt x="2909659" y="550951"/>
                </a:lnTo>
                <a:lnTo>
                  <a:pt x="2909659" y="565645"/>
                </a:lnTo>
                <a:lnTo>
                  <a:pt x="2909976" y="566407"/>
                </a:lnTo>
                <a:lnTo>
                  <a:pt x="2911233" y="567664"/>
                </a:lnTo>
                <a:lnTo>
                  <a:pt x="2911995" y="567982"/>
                </a:lnTo>
                <a:lnTo>
                  <a:pt x="2913786" y="567982"/>
                </a:lnTo>
                <a:lnTo>
                  <a:pt x="2914548" y="567664"/>
                </a:lnTo>
                <a:lnTo>
                  <a:pt x="2915805" y="566407"/>
                </a:lnTo>
                <a:lnTo>
                  <a:pt x="2916123" y="565645"/>
                </a:lnTo>
                <a:lnTo>
                  <a:pt x="2916123" y="550951"/>
                </a:lnTo>
                <a:close/>
              </a:path>
              <a:path w="3331845" h="2440304">
                <a:moveTo>
                  <a:pt x="2916123" y="518680"/>
                </a:moveTo>
                <a:lnTo>
                  <a:pt x="2915805" y="517918"/>
                </a:lnTo>
                <a:lnTo>
                  <a:pt x="2914548" y="516661"/>
                </a:lnTo>
                <a:lnTo>
                  <a:pt x="2913786" y="516343"/>
                </a:lnTo>
                <a:lnTo>
                  <a:pt x="2911995" y="516343"/>
                </a:lnTo>
                <a:lnTo>
                  <a:pt x="2911233" y="516661"/>
                </a:lnTo>
                <a:lnTo>
                  <a:pt x="2909976" y="517918"/>
                </a:lnTo>
                <a:lnTo>
                  <a:pt x="2909659" y="518680"/>
                </a:lnTo>
                <a:lnTo>
                  <a:pt x="2909659" y="533374"/>
                </a:lnTo>
                <a:lnTo>
                  <a:pt x="2909976" y="534136"/>
                </a:lnTo>
                <a:lnTo>
                  <a:pt x="2911233" y="535393"/>
                </a:lnTo>
                <a:lnTo>
                  <a:pt x="2911995" y="535711"/>
                </a:lnTo>
                <a:lnTo>
                  <a:pt x="2913786" y="535711"/>
                </a:lnTo>
                <a:lnTo>
                  <a:pt x="2914548" y="535393"/>
                </a:lnTo>
                <a:lnTo>
                  <a:pt x="2915805" y="534136"/>
                </a:lnTo>
                <a:lnTo>
                  <a:pt x="2916123" y="533374"/>
                </a:lnTo>
                <a:lnTo>
                  <a:pt x="2916123" y="518680"/>
                </a:lnTo>
                <a:close/>
              </a:path>
              <a:path w="3331845" h="2440304">
                <a:moveTo>
                  <a:pt x="2916123" y="486410"/>
                </a:moveTo>
                <a:lnTo>
                  <a:pt x="2915805" y="485648"/>
                </a:lnTo>
                <a:lnTo>
                  <a:pt x="2914548" y="484390"/>
                </a:lnTo>
                <a:lnTo>
                  <a:pt x="2913786" y="484073"/>
                </a:lnTo>
                <a:lnTo>
                  <a:pt x="2911995" y="484073"/>
                </a:lnTo>
                <a:lnTo>
                  <a:pt x="2911233" y="484390"/>
                </a:lnTo>
                <a:lnTo>
                  <a:pt x="2909976" y="485648"/>
                </a:lnTo>
                <a:lnTo>
                  <a:pt x="2909659" y="486410"/>
                </a:lnTo>
                <a:lnTo>
                  <a:pt x="2909659" y="501103"/>
                </a:lnTo>
                <a:lnTo>
                  <a:pt x="2909976" y="501865"/>
                </a:lnTo>
                <a:lnTo>
                  <a:pt x="2911233" y="503123"/>
                </a:lnTo>
                <a:lnTo>
                  <a:pt x="2911995" y="503440"/>
                </a:lnTo>
                <a:lnTo>
                  <a:pt x="2913786" y="503440"/>
                </a:lnTo>
                <a:lnTo>
                  <a:pt x="2914548" y="503123"/>
                </a:lnTo>
                <a:lnTo>
                  <a:pt x="2915805" y="501865"/>
                </a:lnTo>
                <a:lnTo>
                  <a:pt x="2916123" y="501103"/>
                </a:lnTo>
                <a:lnTo>
                  <a:pt x="2916123" y="486410"/>
                </a:lnTo>
                <a:close/>
              </a:path>
              <a:path w="3331845" h="2440304">
                <a:moveTo>
                  <a:pt x="2916123" y="454139"/>
                </a:moveTo>
                <a:lnTo>
                  <a:pt x="2915805" y="453377"/>
                </a:lnTo>
                <a:lnTo>
                  <a:pt x="2914548" y="452120"/>
                </a:lnTo>
                <a:lnTo>
                  <a:pt x="2913786" y="451802"/>
                </a:lnTo>
                <a:lnTo>
                  <a:pt x="2911995" y="451802"/>
                </a:lnTo>
                <a:lnTo>
                  <a:pt x="2911233" y="452120"/>
                </a:lnTo>
                <a:lnTo>
                  <a:pt x="2909976" y="453377"/>
                </a:lnTo>
                <a:lnTo>
                  <a:pt x="2909659" y="454139"/>
                </a:lnTo>
                <a:lnTo>
                  <a:pt x="2909659" y="468833"/>
                </a:lnTo>
                <a:lnTo>
                  <a:pt x="2909976" y="469595"/>
                </a:lnTo>
                <a:lnTo>
                  <a:pt x="2911233" y="470852"/>
                </a:lnTo>
                <a:lnTo>
                  <a:pt x="2911995" y="471170"/>
                </a:lnTo>
                <a:lnTo>
                  <a:pt x="2913786" y="471170"/>
                </a:lnTo>
                <a:lnTo>
                  <a:pt x="2914548" y="470852"/>
                </a:lnTo>
                <a:lnTo>
                  <a:pt x="2915805" y="469595"/>
                </a:lnTo>
                <a:lnTo>
                  <a:pt x="2916123" y="468833"/>
                </a:lnTo>
                <a:lnTo>
                  <a:pt x="2916123" y="454139"/>
                </a:lnTo>
                <a:close/>
              </a:path>
              <a:path w="3331845" h="2440304">
                <a:moveTo>
                  <a:pt x="2916123" y="421868"/>
                </a:moveTo>
                <a:lnTo>
                  <a:pt x="2915805" y="421106"/>
                </a:lnTo>
                <a:lnTo>
                  <a:pt x="2914548" y="419849"/>
                </a:lnTo>
                <a:lnTo>
                  <a:pt x="2913786" y="419531"/>
                </a:lnTo>
                <a:lnTo>
                  <a:pt x="2911995" y="419531"/>
                </a:lnTo>
                <a:lnTo>
                  <a:pt x="2911233" y="419849"/>
                </a:lnTo>
                <a:lnTo>
                  <a:pt x="2909976" y="421106"/>
                </a:lnTo>
                <a:lnTo>
                  <a:pt x="2909659" y="421868"/>
                </a:lnTo>
                <a:lnTo>
                  <a:pt x="2909659" y="436562"/>
                </a:lnTo>
                <a:lnTo>
                  <a:pt x="2909976" y="437324"/>
                </a:lnTo>
                <a:lnTo>
                  <a:pt x="2911233" y="438581"/>
                </a:lnTo>
                <a:lnTo>
                  <a:pt x="2911995" y="438899"/>
                </a:lnTo>
                <a:lnTo>
                  <a:pt x="2913786" y="438899"/>
                </a:lnTo>
                <a:lnTo>
                  <a:pt x="2914548" y="438581"/>
                </a:lnTo>
                <a:lnTo>
                  <a:pt x="2915805" y="437324"/>
                </a:lnTo>
                <a:lnTo>
                  <a:pt x="2916123" y="436562"/>
                </a:lnTo>
                <a:lnTo>
                  <a:pt x="2916123" y="421868"/>
                </a:lnTo>
                <a:close/>
              </a:path>
              <a:path w="3331845" h="2440304">
                <a:moveTo>
                  <a:pt x="2916123" y="389597"/>
                </a:moveTo>
                <a:lnTo>
                  <a:pt x="2915805" y="388835"/>
                </a:lnTo>
                <a:lnTo>
                  <a:pt x="2914548" y="387578"/>
                </a:lnTo>
                <a:lnTo>
                  <a:pt x="2913786" y="387261"/>
                </a:lnTo>
                <a:lnTo>
                  <a:pt x="2911995" y="387261"/>
                </a:lnTo>
                <a:lnTo>
                  <a:pt x="2911233" y="387578"/>
                </a:lnTo>
                <a:lnTo>
                  <a:pt x="2909976" y="388835"/>
                </a:lnTo>
                <a:lnTo>
                  <a:pt x="2909659" y="389597"/>
                </a:lnTo>
                <a:lnTo>
                  <a:pt x="2909659" y="404291"/>
                </a:lnTo>
                <a:lnTo>
                  <a:pt x="2909976" y="405053"/>
                </a:lnTo>
                <a:lnTo>
                  <a:pt x="2911233" y="406311"/>
                </a:lnTo>
                <a:lnTo>
                  <a:pt x="2911995" y="406628"/>
                </a:lnTo>
                <a:lnTo>
                  <a:pt x="2913786" y="406628"/>
                </a:lnTo>
                <a:lnTo>
                  <a:pt x="2914548" y="406311"/>
                </a:lnTo>
                <a:lnTo>
                  <a:pt x="2915805" y="405053"/>
                </a:lnTo>
                <a:lnTo>
                  <a:pt x="2916123" y="404291"/>
                </a:lnTo>
                <a:lnTo>
                  <a:pt x="2916123" y="389597"/>
                </a:lnTo>
                <a:close/>
              </a:path>
              <a:path w="3331845" h="2440304">
                <a:moveTo>
                  <a:pt x="2916123" y="357327"/>
                </a:moveTo>
                <a:lnTo>
                  <a:pt x="2915805" y="356565"/>
                </a:lnTo>
                <a:lnTo>
                  <a:pt x="2914548" y="355307"/>
                </a:lnTo>
                <a:lnTo>
                  <a:pt x="2913786" y="354990"/>
                </a:lnTo>
                <a:lnTo>
                  <a:pt x="2911995" y="354990"/>
                </a:lnTo>
                <a:lnTo>
                  <a:pt x="2911233" y="355307"/>
                </a:lnTo>
                <a:lnTo>
                  <a:pt x="2909976" y="356565"/>
                </a:lnTo>
                <a:lnTo>
                  <a:pt x="2909659" y="357327"/>
                </a:lnTo>
                <a:lnTo>
                  <a:pt x="2909659" y="372021"/>
                </a:lnTo>
                <a:lnTo>
                  <a:pt x="2909976" y="372770"/>
                </a:lnTo>
                <a:lnTo>
                  <a:pt x="2911233" y="374040"/>
                </a:lnTo>
                <a:lnTo>
                  <a:pt x="2911995" y="374345"/>
                </a:lnTo>
                <a:lnTo>
                  <a:pt x="2913786" y="374345"/>
                </a:lnTo>
                <a:lnTo>
                  <a:pt x="2914548" y="374040"/>
                </a:lnTo>
                <a:lnTo>
                  <a:pt x="2915805" y="372770"/>
                </a:lnTo>
                <a:lnTo>
                  <a:pt x="2916123" y="372021"/>
                </a:lnTo>
                <a:lnTo>
                  <a:pt x="2916123" y="357327"/>
                </a:lnTo>
                <a:close/>
              </a:path>
              <a:path w="3331845" h="2440304">
                <a:moveTo>
                  <a:pt x="2916123" y="325056"/>
                </a:moveTo>
                <a:lnTo>
                  <a:pt x="2915805" y="324294"/>
                </a:lnTo>
                <a:lnTo>
                  <a:pt x="2914548" y="323037"/>
                </a:lnTo>
                <a:lnTo>
                  <a:pt x="2913786" y="322719"/>
                </a:lnTo>
                <a:lnTo>
                  <a:pt x="2911995" y="322719"/>
                </a:lnTo>
                <a:lnTo>
                  <a:pt x="2911233" y="323037"/>
                </a:lnTo>
                <a:lnTo>
                  <a:pt x="2909976" y="324294"/>
                </a:lnTo>
                <a:lnTo>
                  <a:pt x="2909659" y="325056"/>
                </a:lnTo>
                <a:lnTo>
                  <a:pt x="2909659" y="339737"/>
                </a:lnTo>
                <a:lnTo>
                  <a:pt x="2909976" y="340499"/>
                </a:lnTo>
                <a:lnTo>
                  <a:pt x="2911233" y="341769"/>
                </a:lnTo>
                <a:lnTo>
                  <a:pt x="2911995" y="342074"/>
                </a:lnTo>
                <a:lnTo>
                  <a:pt x="2913786" y="342074"/>
                </a:lnTo>
                <a:lnTo>
                  <a:pt x="2914548" y="341769"/>
                </a:lnTo>
                <a:lnTo>
                  <a:pt x="2915805" y="340499"/>
                </a:lnTo>
                <a:lnTo>
                  <a:pt x="2916123" y="339737"/>
                </a:lnTo>
                <a:lnTo>
                  <a:pt x="2916123" y="325056"/>
                </a:lnTo>
                <a:close/>
              </a:path>
              <a:path w="3331845" h="2440304">
                <a:moveTo>
                  <a:pt x="2916123" y="292785"/>
                </a:moveTo>
                <a:lnTo>
                  <a:pt x="2915805" y="292023"/>
                </a:lnTo>
                <a:lnTo>
                  <a:pt x="2914548" y="290753"/>
                </a:lnTo>
                <a:lnTo>
                  <a:pt x="2913786" y="290449"/>
                </a:lnTo>
                <a:lnTo>
                  <a:pt x="2911995" y="290449"/>
                </a:lnTo>
                <a:lnTo>
                  <a:pt x="2911233" y="290753"/>
                </a:lnTo>
                <a:lnTo>
                  <a:pt x="2909976" y="292023"/>
                </a:lnTo>
                <a:lnTo>
                  <a:pt x="2909659" y="292785"/>
                </a:lnTo>
                <a:lnTo>
                  <a:pt x="2909659" y="307467"/>
                </a:lnTo>
                <a:lnTo>
                  <a:pt x="2909976" y="308229"/>
                </a:lnTo>
                <a:lnTo>
                  <a:pt x="2911233" y="309486"/>
                </a:lnTo>
                <a:lnTo>
                  <a:pt x="2911995" y="309803"/>
                </a:lnTo>
                <a:lnTo>
                  <a:pt x="2913786" y="309803"/>
                </a:lnTo>
                <a:lnTo>
                  <a:pt x="2914548" y="309486"/>
                </a:lnTo>
                <a:lnTo>
                  <a:pt x="2915805" y="308229"/>
                </a:lnTo>
                <a:lnTo>
                  <a:pt x="2916123" y="307467"/>
                </a:lnTo>
                <a:lnTo>
                  <a:pt x="2916123" y="292785"/>
                </a:lnTo>
                <a:close/>
              </a:path>
              <a:path w="3331845" h="2440304">
                <a:moveTo>
                  <a:pt x="2916123" y="260502"/>
                </a:moveTo>
                <a:lnTo>
                  <a:pt x="2915805" y="259753"/>
                </a:lnTo>
                <a:lnTo>
                  <a:pt x="2914548" y="258483"/>
                </a:lnTo>
                <a:lnTo>
                  <a:pt x="2913786" y="258165"/>
                </a:lnTo>
                <a:lnTo>
                  <a:pt x="2911995" y="258165"/>
                </a:lnTo>
                <a:lnTo>
                  <a:pt x="2911233" y="258483"/>
                </a:lnTo>
                <a:lnTo>
                  <a:pt x="2909976" y="259753"/>
                </a:lnTo>
                <a:lnTo>
                  <a:pt x="2909659" y="260502"/>
                </a:lnTo>
                <a:lnTo>
                  <a:pt x="2909659" y="275196"/>
                </a:lnTo>
                <a:lnTo>
                  <a:pt x="2909976" y="275958"/>
                </a:lnTo>
                <a:lnTo>
                  <a:pt x="2911233" y="277215"/>
                </a:lnTo>
                <a:lnTo>
                  <a:pt x="2911995" y="277533"/>
                </a:lnTo>
                <a:lnTo>
                  <a:pt x="2913786" y="277533"/>
                </a:lnTo>
                <a:lnTo>
                  <a:pt x="2914548" y="277215"/>
                </a:lnTo>
                <a:lnTo>
                  <a:pt x="2915805" y="275958"/>
                </a:lnTo>
                <a:lnTo>
                  <a:pt x="2916123" y="275196"/>
                </a:lnTo>
                <a:lnTo>
                  <a:pt x="2916123" y="260502"/>
                </a:lnTo>
                <a:close/>
              </a:path>
              <a:path w="3331845" h="2440304">
                <a:moveTo>
                  <a:pt x="2916123" y="228231"/>
                </a:moveTo>
                <a:lnTo>
                  <a:pt x="2915805" y="227469"/>
                </a:lnTo>
                <a:lnTo>
                  <a:pt x="2914548" y="226212"/>
                </a:lnTo>
                <a:lnTo>
                  <a:pt x="2913786" y="225894"/>
                </a:lnTo>
                <a:lnTo>
                  <a:pt x="2911995" y="225894"/>
                </a:lnTo>
                <a:lnTo>
                  <a:pt x="2911233" y="226212"/>
                </a:lnTo>
                <a:lnTo>
                  <a:pt x="2909976" y="227469"/>
                </a:lnTo>
                <a:lnTo>
                  <a:pt x="2909659" y="228231"/>
                </a:lnTo>
                <a:lnTo>
                  <a:pt x="2909659" y="242925"/>
                </a:lnTo>
                <a:lnTo>
                  <a:pt x="2909976" y="243687"/>
                </a:lnTo>
                <a:lnTo>
                  <a:pt x="2911233" y="244944"/>
                </a:lnTo>
                <a:lnTo>
                  <a:pt x="2911995" y="245262"/>
                </a:lnTo>
                <a:lnTo>
                  <a:pt x="2913786" y="245262"/>
                </a:lnTo>
                <a:lnTo>
                  <a:pt x="2914548" y="244944"/>
                </a:lnTo>
                <a:lnTo>
                  <a:pt x="2915805" y="243687"/>
                </a:lnTo>
                <a:lnTo>
                  <a:pt x="2916123" y="242925"/>
                </a:lnTo>
                <a:lnTo>
                  <a:pt x="2916123" y="228231"/>
                </a:lnTo>
                <a:close/>
              </a:path>
              <a:path w="3331845" h="2440304">
                <a:moveTo>
                  <a:pt x="2916123" y="195961"/>
                </a:moveTo>
                <a:lnTo>
                  <a:pt x="2915805" y="195199"/>
                </a:lnTo>
                <a:lnTo>
                  <a:pt x="2914548" y="193941"/>
                </a:lnTo>
                <a:lnTo>
                  <a:pt x="2913786" y="193624"/>
                </a:lnTo>
                <a:lnTo>
                  <a:pt x="2911995" y="193624"/>
                </a:lnTo>
                <a:lnTo>
                  <a:pt x="2911233" y="193941"/>
                </a:lnTo>
                <a:lnTo>
                  <a:pt x="2909976" y="195199"/>
                </a:lnTo>
                <a:lnTo>
                  <a:pt x="2909659" y="195961"/>
                </a:lnTo>
                <a:lnTo>
                  <a:pt x="2909659" y="210654"/>
                </a:lnTo>
                <a:lnTo>
                  <a:pt x="2909976" y="211416"/>
                </a:lnTo>
                <a:lnTo>
                  <a:pt x="2911233" y="212674"/>
                </a:lnTo>
                <a:lnTo>
                  <a:pt x="2911995" y="212991"/>
                </a:lnTo>
                <a:lnTo>
                  <a:pt x="2913786" y="212991"/>
                </a:lnTo>
                <a:lnTo>
                  <a:pt x="2914548" y="212674"/>
                </a:lnTo>
                <a:lnTo>
                  <a:pt x="2915805" y="211416"/>
                </a:lnTo>
                <a:lnTo>
                  <a:pt x="2916123" y="210654"/>
                </a:lnTo>
                <a:lnTo>
                  <a:pt x="2916123" y="195961"/>
                </a:lnTo>
                <a:close/>
              </a:path>
              <a:path w="3331845" h="2440304">
                <a:moveTo>
                  <a:pt x="2916123" y="163690"/>
                </a:moveTo>
                <a:lnTo>
                  <a:pt x="2915805" y="162928"/>
                </a:lnTo>
                <a:lnTo>
                  <a:pt x="2914548" y="161671"/>
                </a:lnTo>
                <a:lnTo>
                  <a:pt x="2913786" y="161353"/>
                </a:lnTo>
                <a:lnTo>
                  <a:pt x="2911995" y="161353"/>
                </a:lnTo>
                <a:lnTo>
                  <a:pt x="2911233" y="161671"/>
                </a:lnTo>
                <a:lnTo>
                  <a:pt x="2909976" y="162928"/>
                </a:lnTo>
                <a:lnTo>
                  <a:pt x="2909659" y="163690"/>
                </a:lnTo>
                <a:lnTo>
                  <a:pt x="2909659" y="178384"/>
                </a:lnTo>
                <a:lnTo>
                  <a:pt x="2909976" y="179146"/>
                </a:lnTo>
                <a:lnTo>
                  <a:pt x="2911233" y="180403"/>
                </a:lnTo>
                <a:lnTo>
                  <a:pt x="2911995" y="180721"/>
                </a:lnTo>
                <a:lnTo>
                  <a:pt x="2913786" y="180721"/>
                </a:lnTo>
                <a:lnTo>
                  <a:pt x="2914548" y="180403"/>
                </a:lnTo>
                <a:lnTo>
                  <a:pt x="2915805" y="179146"/>
                </a:lnTo>
                <a:lnTo>
                  <a:pt x="2916123" y="178384"/>
                </a:lnTo>
                <a:lnTo>
                  <a:pt x="2916123" y="163690"/>
                </a:lnTo>
                <a:close/>
              </a:path>
              <a:path w="3331845" h="2440304">
                <a:moveTo>
                  <a:pt x="2916123" y="131419"/>
                </a:moveTo>
                <a:lnTo>
                  <a:pt x="2915805" y="130657"/>
                </a:lnTo>
                <a:lnTo>
                  <a:pt x="2914548" y="129400"/>
                </a:lnTo>
                <a:lnTo>
                  <a:pt x="2913786" y="129082"/>
                </a:lnTo>
                <a:lnTo>
                  <a:pt x="2911995" y="129082"/>
                </a:lnTo>
                <a:lnTo>
                  <a:pt x="2911233" y="129400"/>
                </a:lnTo>
                <a:lnTo>
                  <a:pt x="2909976" y="130657"/>
                </a:lnTo>
                <a:lnTo>
                  <a:pt x="2909659" y="131419"/>
                </a:lnTo>
                <a:lnTo>
                  <a:pt x="2909659" y="146113"/>
                </a:lnTo>
                <a:lnTo>
                  <a:pt x="2909976" y="146875"/>
                </a:lnTo>
                <a:lnTo>
                  <a:pt x="2911233" y="148132"/>
                </a:lnTo>
                <a:lnTo>
                  <a:pt x="2911995" y="148450"/>
                </a:lnTo>
                <a:lnTo>
                  <a:pt x="2913786" y="148450"/>
                </a:lnTo>
                <a:lnTo>
                  <a:pt x="2914548" y="148132"/>
                </a:lnTo>
                <a:lnTo>
                  <a:pt x="2915805" y="146875"/>
                </a:lnTo>
                <a:lnTo>
                  <a:pt x="2916123" y="146113"/>
                </a:lnTo>
                <a:lnTo>
                  <a:pt x="2916123" y="131419"/>
                </a:lnTo>
                <a:close/>
              </a:path>
              <a:path w="3331845" h="2440304">
                <a:moveTo>
                  <a:pt x="2916123" y="99148"/>
                </a:moveTo>
                <a:lnTo>
                  <a:pt x="2915805" y="98386"/>
                </a:lnTo>
                <a:lnTo>
                  <a:pt x="2914548" y="97129"/>
                </a:lnTo>
                <a:lnTo>
                  <a:pt x="2913786" y="96812"/>
                </a:lnTo>
                <a:lnTo>
                  <a:pt x="2911995" y="96812"/>
                </a:lnTo>
                <a:lnTo>
                  <a:pt x="2911233" y="97129"/>
                </a:lnTo>
                <a:lnTo>
                  <a:pt x="2909976" y="98386"/>
                </a:lnTo>
                <a:lnTo>
                  <a:pt x="2909659" y="99148"/>
                </a:lnTo>
                <a:lnTo>
                  <a:pt x="2909659" y="113842"/>
                </a:lnTo>
                <a:lnTo>
                  <a:pt x="2909976" y="114604"/>
                </a:lnTo>
                <a:lnTo>
                  <a:pt x="2911233" y="115862"/>
                </a:lnTo>
                <a:lnTo>
                  <a:pt x="2911995" y="116179"/>
                </a:lnTo>
                <a:lnTo>
                  <a:pt x="2913786" y="116179"/>
                </a:lnTo>
                <a:lnTo>
                  <a:pt x="2914548" y="115862"/>
                </a:lnTo>
                <a:lnTo>
                  <a:pt x="2915805" y="114604"/>
                </a:lnTo>
                <a:lnTo>
                  <a:pt x="2916123" y="113842"/>
                </a:lnTo>
                <a:lnTo>
                  <a:pt x="2916123" y="99148"/>
                </a:lnTo>
                <a:close/>
              </a:path>
              <a:path w="3331845" h="2440304">
                <a:moveTo>
                  <a:pt x="2916123" y="66878"/>
                </a:moveTo>
                <a:lnTo>
                  <a:pt x="2915805" y="66116"/>
                </a:lnTo>
                <a:lnTo>
                  <a:pt x="2914548" y="64858"/>
                </a:lnTo>
                <a:lnTo>
                  <a:pt x="2913786" y="64541"/>
                </a:lnTo>
                <a:lnTo>
                  <a:pt x="2911995" y="64541"/>
                </a:lnTo>
                <a:lnTo>
                  <a:pt x="2911233" y="64858"/>
                </a:lnTo>
                <a:lnTo>
                  <a:pt x="2909976" y="66116"/>
                </a:lnTo>
                <a:lnTo>
                  <a:pt x="2909659" y="66878"/>
                </a:lnTo>
                <a:lnTo>
                  <a:pt x="2909659" y="81559"/>
                </a:lnTo>
                <a:lnTo>
                  <a:pt x="2909976" y="82321"/>
                </a:lnTo>
                <a:lnTo>
                  <a:pt x="2911233" y="83591"/>
                </a:lnTo>
                <a:lnTo>
                  <a:pt x="2911995" y="83896"/>
                </a:lnTo>
                <a:lnTo>
                  <a:pt x="2913786" y="83896"/>
                </a:lnTo>
                <a:lnTo>
                  <a:pt x="2914548" y="83591"/>
                </a:lnTo>
                <a:lnTo>
                  <a:pt x="2915805" y="82321"/>
                </a:lnTo>
                <a:lnTo>
                  <a:pt x="2916123" y="81559"/>
                </a:lnTo>
                <a:lnTo>
                  <a:pt x="2916123" y="66878"/>
                </a:lnTo>
                <a:close/>
              </a:path>
              <a:path w="3331845" h="2440304">
                <a:moveTo>
                  <a:pt x="2916123" y="34607"/>
                </a:moveTo>
                <a:lnTo>
                  <a:pt x="2915805" y="33845"/>
                </a:lnTo>
                <a:lnTo>
                  <a:pt x="2914548" y="32575"/>
                </a:lnTo>
                <a:lnTo>
                  <a:pt x="2913786" y="32270"/>
                </a:lnTo>
                <a:lnTo>
                  <a:pt x="2911995" y="32270"/>
                </a:lnTo>
                <a:lnTo>
                  <a:pt x="2911233" y="32575"/>
                </a:lnTo>
                <a:lnTo>
                  <a:pt x="2909976" y="33845"/>
                </a:lnTo>
                <a:lnTo>
                  <a:pt x="2909659" y="34607"/>
                </a:lnTo>
                <a:lnTo>
                  <a:pt x="2909659" y="49288"/>
                </a:lnTo>
                <a:lnTo>
                  <a:pt x="2909976" y="50050"/>
                </a:lnTo>
                <a:lnTo>
                  <a:pt x="2911233" y="51320"/>
                </a:lnTo>
                <a:lnTo>
                  <a:pt x="2911995" y="51625"/>
                </a:lnTo>
                <a:lnTo>
                  <a:pt x="2913786" y="51625"/>
                </a:lnTo>
                <a:lnTo>
                  <a:pt x="2914548" y="51320"/>
                </a:lnTo>
                <a:lnTo>
                  <a:pt x="2915805" y="50050"/>
                </a:lnTo>
                <a:lnTo>
                  <a:pt x="2916123" y="49288"/>
                </a:lnTo>
                <a:lnTo>
                  <a:pt x="2916123" y="34607"/>
                </a:lnTo>
                <a:close/>
              </a:path>
              <a:path w="3331845" h="2440304">
                <a:moveTo>
                  <a:pt x="2916123" y="2324"/>
                </a:moveTo>
                <a:lnTo>
                  <a:pt x="2915805" y="1574"/>
                </a:lnTo>
                <a:lnTo>
                  <a:pt x="2914548" y="304"/>
                </a:lnTo>
                <a:lnTo>
                  <a:pt x="2913786" y="0"/>
                </a:lnTo>
                <a:lnTo>
                  <a:pt x="2911995" y="0"/>
                </a:lnTo>
                <a:lnTo>
                  <a:pt x="2911233" y="304"/>
                </a:lnTo>
                <a:lnTo>
                  <a:pt x="2909976" y="1574"/>
                </a:lnTo>
                <a:lnTo>
                  <a:pt x="2909659" y="2324"/>
                </a:lnTo>
                <a:lnTo>
                  <a:pt x="2909659" y="17018"/>
                </a:lnTo>
                <a:lnTo>
                  <a:pt x="2909976" y="17780"/>
                </a:lnTo>
                <a:lnTo>
                  <a:pt x="2911233" y="19037"/>
                </a:lnTo>
                <a:lnTo>
                  <a:pt x="2911995" y="19354"/>
                </a:lnTo>
                <a:lnTo>
                  <a:pt x="2913786" y="19354"/>
                </a:lnTo>
                <a:lnTo>
                  <a:pt x="2914548" y="19037"/>
                </a:lnTo>
                <a:lnTo>
                  <a:pt x="2915805" y="17780"/>
                </a:lnTo>
                <a:lnTo>
                  <a:pt x="2916123" y="17018"/>
                </a:lnTo>
                <a:lnTo>
                  <a:pt x="2916123" y="2324"/>
                </a:lnTo>
                <a:close/>
              </a:path>
              <a:path w="3331845" h="2440304">
                <a:moveTo>
                  <a:pt x="3331781" y="2422741"/>
                </a:moveTo>
                <a:lnTo>
                  <a:pt x="3331464" y="2421979"/>
                </a:lnTo>
                <a:lnTo>
                  <a:pt x="3330206" y="2420721"/>
                </a:lnTo>
                <a:lnTo>
                  <a:pt x="3329444" y="2420404"/>
                </a:lnTo>
                <a:lnTo>
                  <a:pt x="3327666" y="2420404"/>
                </a:lnTo>
                <a:lnTo>
                  <a:pt x="3326904" y="2420721"/>
                </a:lnTo>
                <a:lnTo>
                  <a:pt x="3325647" y="2421979"/>
                </a:lnTo>
                <a:lnTo>
                  <a:pt x="3325330" y="2422741"/>
                </a:lnTo>
                <a:lnTo>
                  <a:pt x="3325330" y="2437434"/>
                </a:lnTo>
                <a:lnTo>
                  <a:pt x="3325647" y="2438196"/>
                </a:lnTo>
                <a:lnTo>
                  <a:pt x="3326904" y="2439454"/>
                </a:lnTo>
                <a:lnTo>
                  <a:pt x="3327666" y="2439771"/>
                </a:lnTo>
                <a:lnTo>
                  <a:pt x="3329444" y="2439771"/>
                </a:lnTo>
                <a:lnTo>
                  <a:pt x="3330206" y="2439454"/>
                </a:lnTo>
                <a:lnTo>
                  <a:pt x="3331464" y="2438196"/>
                </a:lnTo>
                <a:lnTo>
                  <a:pt x="3331781" y="2437434"/>
                </a:lnTo>
                <a:lnTo>
                  <a:pt x="3331781" y="2422741"/>
                </a:lnTo>
                <a:close/>
              </a:path>
              <a:path w="3331845" h="2440304">
                <a:moveTo>
                  <a:pt x="3331781" y="2390470"/>
                </a:moveTo>
                <a:lnTo>
                  <a:pt x="3331464" y="2389708"/>
                </a:lnTo>
                <a:lnTo>
                  <a:pt x="3330206" y="2388451"/>
                </a:lnTo>
                <a:lnTo>
                  <a:pt x="3329444" y="2388133"/>
                </a:lnTo>
                <a:lnTo>
                  <a:pt x="3327666" y="2388133"/>
                </a:lnTo>
                <a:lnTo>
                  <a:pt x="3326904" y="2388451"/>
                </a:lnTo>
                <a:lnTo>
                  <a:pt x="3325647" y="2389708"/>
                </a:lnTo>
                <a:lnTo>
                  <a:pt x="3325330" y="2390470"/>
                </a:lnTo>
                <a:lnTo>
                  <a:pt x="3325330" y="2405164"/>
                </a:lnTo>
                <a:lnTo>
                  <a:pt x="3325647" y="2405926"/>
                </a:lnTo>
                <a:lnTo>
                  <a:pt x="3326904" y="2407183"/>
                </a:lnTo>
                <a:lnTo>
                  <a:pt x="3327666" y="2407501"/>
                </a:lnTo>
                <a:lnTo>
                  <a:pt x="3329444" y="2407501"/>
                </a:lnTo>
                <a:lnTo>
                  <a:pt x="3330206" y="2407183"/>
                </a:lnTo>
                <a:lnTo>
                  <a:pt x="3331464" y="2405926"/>
                </a:lnTo>
                <a:lnTo>
                  <a:pt x="3331781" y="2405164"/>
                </a:lnTo>
                <a:lnTo>
                  <a:pt x="3331781" y="2390470"/>
                </a:lnTo>
                <a:close/>
              </a:path>
              <a:path w="3331845" h="2440304">
                <a:moveTo>
                  <a:pt x="3331781" y="2358199"/>
                </a:moveTo>
                <a:lnTo>
                  <a:pt x="3331464" y="2357437"/>
                </a:lnTo>
                <a:lnTo>
                  <a:pt x="3330206" y="2356180"/>
                </a:lnTo>
                <a:lnTo>
                  <a:pt x="3329444" y="2355862"/>
                </a:lnTo>
                <a:lnTo>
                  <a:pt x="3327666" y="2355862"/>
                </a:lnTo>
                <a:lnTo>
                  <a:pt x="3326904" y="2356180"/>
                </a:lnTo>
                <a:lnTo>
                  <a:pt x="3325647" y="2357437"/>
                </a:lnTo>
                <a:lnTo>
                  <a:pt x="3325330" y="2358199"/>
                </a:lnTo>
                <a:lnTo>
                  <a:pt x="3325330" y="2372893"/>
                </a:lnTo>
                <a:lnTo>
                  <a:pt x="3325647" y="2373655"/>
                </a:lnTo>
                <a:lnTo>
                  <a:pt x="3326904" y="2374912"/>
                </a:lnTo>
                <a:lnTo>
                  <a:pt x="3327666" y="2375230"/>
                </a:lnTo>
                <a:lnTo>
                  <a:pt x="3329444" y="2375230"/>
                </a:lnTo>
                <a:lnTo>
                  <a:pt x="3330206" y="2374912"/>
                </a:lnTo>
                <a:lnTo>
                  <a:pt x="3331464" y="2373655"/>
                </a:lnTo>
                <a:lnTo>
                  <a:pt x="3331781" y="2372893"/>
                </a:lnTo>
                <a:lnTo>
                  <a:pt x="3331781" y="2358199"/>
                </a:lnTo>
                <a:close/>
              </a:path>
              <a:path w="3331845" h="2440304">
                <a:moveTo>
                  <a:pt x="3331781" y="2325928"/>
                </a:moveTo>
                <a:lnTo>
                  <a:pt x="3331464" y="2325166"/>
                </a:lnTo>
                <a:lnTo>
                  <a:pt x="3330206" y="2323909"/>
                </a:lnTo>
                <a:lnTo>
                  <a:pt x="3329444" y="2323592"/>
                </a:lnTo>
                <a:lnTo>
                  <a:pt x="3327666" y="2323592"/>
                </a:lnTo>
                <a:lnTo>
                  <a:pt x="3326904" y="2323909"/>
                </a:lnTo>
                <a:lnTo>
                  <a:pt x="3325647" y="2325166"/>
                </a:lnTo>
                <a:lnTo>
                  <a:pt x="3325330" y="2325928"/>
                </a:lnTo>
                <a:lnTo>
                  <a:pt x="3325330" y="2340622"/>
                </a:lnTo>
                <a:lnTo>
                  <a:pt x="3325647" y="2341384"/>
                </a:lnTo>
                <a:lnTo>
                  <a:pt x="3326904" y="2342642"/>
                </a:lnTo>
                <a:lnTo>
                  <a:pt x="3327666" y="2342959"/>
                </a:lnTo>
                <a:lnTo>
                  <a:pt x="3329444" y="2342959"/>
                </a:lnTo>
                <a:lnTo>
                  <a:pt x="3330206" y="2342642"/>
                </a:lnTo>
                <a:lnTo>
                  <a:pt x="3331464" y="2341384"/>
                </a:lnTo>
                <a:lnTo>
                  <a:pt x="3331781" y="2340622"/>
                </a:lnTo>
                <a:lnTo>
                  <a:pt x="3331781" y="2325928"/>
                </a:lnTo>
                <a:close/>
              </a:path>
              <a:path w="3331845" h="2440304">
                <a:moveTo>
                  <a:pt x="3331781" y="2293658"/>
                </a:moveTo>
                <a:lnTo>
                  <a:pt x="3331464" y="2292896"/>
                </a:lnTo>
                <a:lnTo>
                  <a:pt x="3330206" y="2291638"/>
                </a:lnTo>
                <a:lnTo>
                  <a:pt x="3329444" y="2291321"/>
                </a:lnTo>
                <a:lnTo>
                  <a:pt x="3327666" y="2291321"/>
                </a:lnTo>
                <a:lnTo>
                  <a:pt x="3326904" y="2291638"/>
                </a:lnTo>
                <a:lnTo>
                  <a:pt x="3325647" y="2292896"/>
                </a:lnTo>
                <a:lnTo>
                  <a:pt x="3325330" y="2293658"/>
                </a:lnTo>
                <a:lnTo>
                  <a:pt x="3325330" y="2308352"/>
                </a:lnTo>
                <a:lnTo>
                  <a:pt x="3325647" y="2309114"/>
                </a:lnTo>
                <a:lnTo>
                  <a:pt x="3326904" y="2310371"/>
                </a:lnTo>
                <a:lnTo>
                  <a:pt x="3327666" y="2310688"/>
                </a:lnTo>
                <a:lnTo>
                  <a:pt x="3329444" y="2310688"/>
                </a:lnTo>
                <a:lnTo>
                  <a:pt x="3330206" y="2310371"/>
                </a:lnTo>
                <a:lnTo>
                  <a:pt x="3331464" y="2309114"/>
                </a:lnTo>
                <a:lnTo>
                  <a:pt x="3331781" y="2308352"/>
                </a:lnTo>
                <a:lnTo>
                  <a:pt x="3331781" y="2293658"/>
                </a:lnTo>
                <a:close/>
              </a:path>
              <a:path w="3331845" h="2440304">
                <a:moveTo>
                  <a:pt x="3331781" y="2261387"/>
                </a:moveTo>
                <a:lnTo>
                  <a:pt x="3331464" y="2260625"/>
                </a:lnTo>
                <a:lnTo>
                  <a:pt x="3330206" y="2259368"/>
                </a:lnTo>
                <a:lnTo>
                  <a:pt x="3329444" y="2259050"/>
                </a:lnTo>
                <a:lnTo>
                  <a:pt x="3327666" y="2259050"/>
                </a:lnTo>
                <a:lnTo>
                  <a:pt x="3326904" y="2259368"/>
                </a:lnTo>
                <a:lnTo>
                  <a:pt x="3325647" y="2260625"/>
                </a:lnTo>
                <a:lnTo>
                  <a:pt x="3325330" y="2261387"/>
                </a:lnTo>
                <a:lnTo>
                  <a:pt x="3325330" y="2276081"/>
                </a:lnTo>
                <a:lnTo>
                  <a:pt x="3325647" y="2276830"/>
                </a:lnTo>
                <a:lnTo>
                  <a:pt x="3326904" y="2278100"/>
                </a:lnTo>
                <a:lnTo>
                  <a:pt x="3327666" y="2278405"/>
                </a:lnTo>
                <a:lnTo>
                  <a:pt x="3329444" y="2278405"/>
                </a:lnTo>
                <a:lnTo>
                  <a:pt x="3330206" y="2278100"/>
                </a:lnTo>
                <a:lnTo>
                  <a:pt x="3331464" y="2276830"/>
                </a:lnTo>
                <a:lnTo>
                  <a:pt x="3331781" y="2276081"/>
                </a:lnTo>
                <a:lnTo>
                  <a:pt x="3331781" y="2261387"/>
                </a:lnTo>
                <a:close/>
              </a:path>
              <a:path w="3331845" h="2440304">
                <a:moveTo>
                  <a:pt x="3331781" y="2229116"/>
                </a:moveTo>
                <a:lnTo>
                  <a:pt x="3331464" y="2228354"/>
                </a:lnTo>
                <a:lnTo>
                  <a:pt x="3330206" y="2227084"/>
                </a:lnTo>
                <a:lnTo>
                  <a:pt x="3329444" y="2226780"/>
                </a:lnTo>
                <a:lnTo>
                  <a:pt x="3327666" y="2226780"/>
                </a:lnTo>
                <a:lnTo>
                  <a:pt x="3326904" y="2227084"/>
                </a:lnTo>
                <a:lnTo>
                  <a:pt x="3325647" y="2228354"/>
                </a:lnTo>
                <a:lnTo>
                  <a:pt x="3325330" y="2229116"/>
                </a:lnTo>
                <a:lnTo>
                  <a:pt x="3325330" y="2243798"/>
                </a:lnTo>
                <a:lnTo>
                  <a:pt x="3325647" y="2244560"/>
                </a:lnTo>
                <a:lnTo>
                  <a:pt x="3326904" y="2245830"/>
                </a:lnTo>
                <a:lnTo>
                  <a:pt x="3327666" y="2246134"/>
                </a:lnTo>
                <a:lnTo>
                  <a:pt x="3329444" y="2246134"/>
                </a:lnTo>
                <a:lnTo>
                  <a:pt x="3330206" y="2245830"/>
                </a:lnTo>
                <a:lnTo>
                  <a:pt x="3331464" y="2244560"/>
                </a:lnTo>
                <a:lnTo>
                  <a:pt x="3331781" y="2243798"/>
                </a:lnTo>
                <a:lnTo>
                  <a:pt x="3331781" y="2229116"/>
                </a:lnTo>
                <a:close/>
              </a:path>
              <a:path w="3331845" h="2440304">
                <a:moveTo>
                  <a:pt x="3331781" y="2196846"/>
                </a:moveTo>
                <a:lnTo>
                  <a:pt x="3331464" y="2196084"/>
                </a:lnTo>
                <a:lnTo>
                  <a:pt x="3330206" y="2194814"/>
                </a:lnTo>
                <a:lnTo>
                  <a:pt x="3329444" y="2194509"/>
                </a:lnTo>
                <a:lnTo>
                  <a:pt x="3327666" y="2194509"/>
                </a:lnTo>
                <a:lnTo>
                  <a:pt x="3326904" y="2194814"/>
                </a:lnTo>
                <a:lnTo>
                  <a:pt x="3325647" y="2196084"/>
                </a:lnTo>
                <a:lnTo>
                  <a:pt x="3325330" y="2196846"/>
                </a:lnTo>
                <a:lnTo>
                  <a:pt x="3325330" y="2211527"/>
                </a:lnTo>
                <a:lnTo>
                  <a:pt x="3325647" y="2212289"/>
                </a:lnTo>
                <a:lnTo>
                  <a:pt x="3326904" y="2213546"/>
                </a:lnTo>
                <a:lnTo>
                  <a:pt x="3327666" y="2213864"/>
                </a:lnTo>
                <a:lnTo>
                  <a:pt x="3329444" y="2213864"/>
                </a:lnTo>
                <a:lnTo>
                  <a:pt x="3330206" y="2213546"/>
                </a:lnTo>
                <a:lnTo>
                  <a:pt x="3331464" y="2212289"/>
                </a:lnTo>
                <a:lnTo>
                  <a:pt x="3331781" y="2211527"/>
                </a:lnTo>
                <a:lnTo>
                  <a:pt x="3331781" y="2196846"/>
                </a:lnTo>
                <a:close/>
              </a:path>
              <a:path w="3331845" h="2440304">
                <a:moveTo>
                  <a:pt x="3331781" y="2164562"/>
                </a:moveTo>
                <a:lnTo>
                  <a:pt x="3331464" y="2163800"/>
                </a:lnTo>
                <a:lnTo>
                  <a:pt x="3330206" y="2162543"/>
                </a:lnTo>
                <a:lnTo>
                  <a:pt x="3329444" y="2162225"/>
                </a:lnTo>
                <a:lnTo>
                  <a:pt x="3327666" y="2162225"/>
                </a:lnTo>
                <a:lnTo>
                  <a:pt x="3326904" y="2162543"/>
                </a:lnTo>
                <a:lnTo>
                  <a:pt x="3325647" y="2163800"/>
                </a:lnTo>
                <a:lnTo>
                  <a:pt x="3325330" y="2164562"/>
                </a:lnTo>
                <a:lnTo>
                  <a:pt x="3325330" y="2179256"/>
                </a:lnTo>
                <a:lnTo>
                  <a:pt x="3325647" y="2180018"/>
                </a:lnTo>
                <a:lnTo>
                  <a:pt x="3326904" y="2181275"/>
                </a:lnTo>
                <a:lnTo>
                  <a:pt x="3327666" y="2181593"/>
                </a:lnTo>
                <a:lnTo>
                  <a:pt x="3329444" y="2181593"/>
                </a:lnTo>
                <a:lnTo>
                  <a:pt x="3330206" y="2181275"/>
                </a:lnTo>
                <a:lnTo>
                  <a:pt x="3331464" y="2180018"/>
                </a:lnTo>
                <a:lnTo>
                  <a:pt x="3331781" y="2179256"/>
                </a:lnTo>
                <a:lnTo>
                  <a:pt x="3331781" y="2164562"/>
                </a:lnTo>
                <a:close/>
              </a:path>
              <a:path w="3331845" h="2440304">
                <a:moveTo>
                  <a:pt x="3331781" y="2132292"/>
                </a:moveTo>
                <a:lnTo>
                  <a:pt x="3331464" y="2131530"/>
                </a:lnTo>
                <a:lnTo>
                  <a:pt x="3330206" y="2130272"/>
                </a:lnTo>
                <a:lnTo>
                  <a:pt x="3329444" y="2129955"/>
                </a:lnTo>
                <a:lnTo>
                  <a:pt x="3327666" y="2129955"/>
                </a:lnTo>
                <a:lnTo>
                  <a:pt x="3326904" y="2130272"/>
                </a:lnTo>
                <a:lnTo>
                  <a:pt x="3325647" y="2131530"/>
                </a:lnTo>
                <a:lnTo>
                  <a:pt x="3325330" y="2132292"/>
                </a:lnTo>
                <a:lnTo>
                  <a:pt x="3325330" y="2146985"/>
                </a:lnTo>
                <a:lnTo>
                  <a:pt x="3325647" y="2147747"/>
                </a:lnTo>
                <a:lnTo>
                  <a:pt x="3326904" y="2149005"/>
                </a:lnTo>
                <a:lnTo>
                  <a:pt x="3327666" y="2149322"/>
                </a:lnTo>
                <a:lnTo>
                  <a:pt x="3329444" y="2149322"/>
                </a:lnTo>
                <a:lnTo>
                  <a:pt x="3330206" y="2149005"/>
                </a:lnTo>
                <a:lnTo>
                  <a:pt x="3331464" y="2147747"/>
                </a:lnTo>
                <a:lnTo>
                  <a:pt x="3331781" y="2146985"/>
                </a:lnTo>
                <a:lnTo>
                  <a:pt x="3331781" y="2132292"/>
                </a:lnTo>
                <a:close/>
              </a:path>
              <a:path w="3331845" h="2440304">
                <a:moveTo>
                  <a:pt x="3331781" y="2100021"/>
                </a:moveTo>
                <a:lnTo>
                  <a:pt x="3331464" y="2099259"/>
                </a:lnTo>
                <a:lnTo>
                  <a:pt x="3330206" y="2098001"/>
                </a:lnTo>
                <a:lnTo>
                  <a:pt x="3329444" y="2097684"/>
                </a:lnTo>
                <a:lnTo>
                  <a:pt x="3327666" y="2097684"/>
                </a:lnTo>
                <a:lnTo>
                  <a:pt x="3326904" y="2098001"/>
                </a:lnTo>
                <a:lnTo>
                  <a:pt x="3325647" y="2099259"/>
                </a:lnTo>
                <a:lnTo>
                  <a:pt x="3325330" y="2100021"/>
                </a:lnTo>
                <a:lnTo>
                  <a:pt x="3325330" y="2114715"/>
                </a:lnTo>
                <a:lnTo>
                  <a:pt x="3325647" y="2115477"/>
                </a:lnTo>
                <a:lnTo>
                  <a:pt x="3326904" y="2116734"/>
                </a:lnTo>
                <a:lnTo>
                  <a:pt x="3327666" y="2117052"/>
                </a:lnTo>
                <a:lnTo>
                  <a:pt x="3329444" y="2117052"/>
                </a:lnTo>
                <a:lnTo>
                  <a:pt x="3330206" y="2116734"/>
                </a:lnTo>
                <a:lnTo>
                  <a:pt x="3331464" y="2115477"/>
                </a:lnTo>
                <a:lnTo>
                  <a:pt x="3331781" y="2114715"/>
                </a:lnTo>
                <a:lnTo>
                  <a:pt x="3331781" y="2100021"/>
                </a:lnTo>
                <a:close/>
              </a:path>
              <a:path w="3331845" h="2440304">
                <a:moveTo>
                  <a:pt x="3331781" y="2067750"/>
                </a:moveTo>
                <a:lnTo>
                  <a:pt x="3331464" y="2066988"/>
                </a:lnTo>
                <a:lnTo>
                  <a:pt x="3330206" y="2065731"/>
                </a:lnTo>
                <a:lnTo>
                  <a:pt x="3329444" y="2065413"/>
                </a:lnTo>
                <a:lnTo>
                  <a:pt x="3327666" y="2065413"/>
                </a:lnTo>
                <a:lnTo>
                  <a:pt x="3326904" y="2065731"/>
                </a:lnTo>
                <a:lnTo>
                  <a:pt x="3325647" y="2066988"/>
                </a:lnTo>
                <a:lnTo>
                  <a:pt x="3325330" y="2067750"/>
                </a:lnTo>
                <a:lnTo>
                  <a:pt x="3325330" y="2082444"/>
                </a:lnTo>
                <a:lnTo>
                  <a:pt x="3325647" y="2083206"/>
                </a:lnTo>
                <a:lnTo>
                  <a:pt x="3326904" y="2084463"/>
                </a:lnTo>
                <a:lnTo>
                  <a:pt x="3327666" y="2084781"/>
                </a:lnTo>
                <a:lnTo>
                  <a:pt x="3329444" y="2084781"/>
                </a:lnTo>
                <a:lnTo>
                  <a:pt x="3330206" y="2084463"/>
                </a:lnTo>
                <a:lnTo>
                  <a:pt x="3331464" y="2083206"/>
                </a:lnTo>
                <a:lnTo>
                  <a:pt x="3331781" y="2082444"/>
                </a:lnTo>
                <a:lnTo>
                  <a:pt x="3331781" y="2067750"/>
                </a:lnTo>
                <a:close/>
              </a:path>
              <a:path w="3331845" h="2440304">
                <a:moveTo>
                  <a:pt x="3331781" y="2035479"/>
                </a:moveTo>
                <a:lnTo>
                  <a:pt x="3331464" y="2034717"/>
                </a:lnTo>
                <a:lnTo>
                  <a:pt x="3330206" y="2033460"/>
                </a:lnTo>
                <a:lnTo>
                  <a:pt x="3329444" y="2033143"/>
                </a:lnTo>
                <a:lnTo>
                  <a:pt x="3327666" y="2033143"/>
                </a:lnTo>
                <a:lnTo>
                  <a:pt x="3326904" y="2033460"/>
                </a:lnTo>
                <a:lnTo>
                  <a:pt x="3325647" y="2034717"/>
                </a:lnTo>
                <a:lnTo>
                  <a:pt x="3325330" y="2035479"/>
                </a:lnTo>
                <a:lnTo>
                  <a:pt x="3325330" y="2050173"/>
                </a:lnTo>
                <a:lnTo>
                  <a:pt x="3325647" y="2050935"/>
                </a:lnTo>
                <a:lnTo>
                  <a:pt x="3326904" y="2052193"/>
                </a:lnTo>
                <a:lnTo>
                  <a:pt x="3327666" y="2052510"/>
                </a:lnTo>
                <a:lnTo>
                  <a:pt x="3329444" y="2052510"/>
                </a:lnTo>
                <a:lnTo>
                  <a:pt x="3330206" y="2052193"/>
                </a:lnTo>
                <a:lnTo>
                  <a:pt x="3331464" y="2050935"/>
                </a:lnTo>
                <a:lnTo>
                  <a:pt x="3331781" y="2050173"/>
                </a:lnTo>
                <a:lnTo>
                  <a:pt x="3331781" y="2035479"/>
                </a:lnTo>
                <a:close/>
              </a:path>
              <a:path w="3331845" h="2440304">
                <a:moveTo>
                  <a:pt x="3331781" y="2003209"/>
                </a:moveTo>
                <a:lnTo>
                  <a:pt x="3331464" y="2002447"/>
                </a:lnTo>
                <a:lnTo>
                  <a:pt x="3330206" y="2001189"/>
                </a:lnTo>
                <a:lnTo>
                  <a:pt x="3329444" y="2000872"/>
                </a:lnTo>
                <a:lnTo>
                  <a:pt x="3327666" y="2000872"/>
                </a:lnTo>
                <a:lnTo>
                  <a:pt x="3326904" y="2001189"/>
                </a:lnTo>
                <a:lnTo>
                  <a:pt x="3325647" y="2002447"/>
                </a:lnTo>
                <a:lnTo>
                  <a:pt x="3325330" y="2003209"/>
                </a:lnTo>
                <a:lnTo>
                  <a:pt x="3325330" y="2017903"/>
                </a:lnTo>
                <a:lnTo>
                  <a:pt x="3325647" y="2018652"/>
                </a:lnTo>
                <a:lnTo>
                  <a:pt x="3326904" y="2019922"/>
                </a:lnTo>
                <a:lnTo>
                  <a:pt x="3327666" y="2020239"/>
                </a:lnTo>
                <a:lnTo>
                  <a:pt x="3329444" y="2020239"/>
                </a:lnTo>
                <a:lnTo>
                  <a:pt x="3330206" y="2019922"/>
                </a:lnTo>
                <a:lnTo>
                  <a:pt x="3331464" y="2018652"/>
                </a:lnTo>
                <a:lnTo>
                  <a:pt x="3331781" y="2017903"/>
                </a:lnTo>
                <a:lnTo>
                  <a:pt x="3331781" y="2003209"/>
                </a:lnTo>
                <a:close/>
              </a:path>
              <a:path w="3331845" h="2440304">
                <a:moveTo>
                  <a:pt x="3331781" y="1970938"/>
                </a:moveTo>
                <a:lnTo>
                  <a:pt x="3331464" y="1970176"/>
                </a:lnTo>
                <a:lnTo>
                  <a:pt x="3330206" y="1968919"/>
                </a:lnTo>
                <a:lnTo>
                  <a:pt x="3329444" y="1968601"/>
                </a:lnTo>
                <a:lnTo>
                  <a:pt x="3327666" y="1968601"/>
                </a:lnTo>
                <a:lnTo>
                  <a:pt x="3326904" y="1968919"/>
                </a:lnTo>
                <a:lnTo>
                  <a:pt x="3325647" y="1970176"/>
                </a:lnTo>
                <a:lnTo>
                  <a:pt x="3325330" y="1970938"/>
                </a:lnTo>
                <a:lnTo>
                  <a:pt x="3325330" y="1985619"/>
                </a:lnTo>
                <a:lnTo>
                  <a:pt x="3325647" y="1986381"/>
                </a:lnTo>
                <a:lnTo>
                  <a:pt x="3326904" y="1987651"/>
                </a:lnTo>
                <a:lnTo>
                  <a:pt x="3327666" y="1987956"/>
                </a:lnTo>
                <a:lnTo>
                  <a:pt x="3329444" y="1987956"/>
                </a:lnTo>
                <a:lnTo>
                  <a:pt x="3330206" y="1987651"/>
                </a:lnTo>
                <a:lnTo>
                  <a:pt x="3331464" y="1986381"/>
                </a:lnTo>
                <a:lnTo>
                  <a:pt x="3331781" y="1985619"/>
                </a:lnTo>
                <a:lnTo>
                  <a:pt x="3331781" y="1970938"/>
                </a:lnTo>
                <a:close/>
              </a:path>
              <a:path w="3331845" h="2440304">
                <a:moveTo>
                  <a:pt x="3331781" y="1938667"/>
                </a:moveTo>
                <a:lnTo>
                  <a:pt x="3331464" y="1937905"/>
                </a:lnTo>
                <a:lnTo>
                  <a:pt x="3330206" y="1936635"/>
                </a:lnTo>
                <a:lnTo>
                  <a:pt x="3329444" y="1936330"/>
                </a:lnTo>
                <a:lnTo>
                  <a:pt x="3327666" y="1936330"/>
                </a:lnTo>
                <a:lnTo>
                  <a:pt x="3326904" y="1936635"/>
                </a:lnTo>
                <a:lnTo>
                  <a:pt x="3325647" y="1937905"/>
                </a:lnTo>
                <a:lnTo>
                  <a:pt x="3325330" y="1938667"/>
                </a:lnTo>
                <a:lnTo>
                  <a:pt x="3325330" y="1953348"/>
                </a:lnTo>
                <a:lnTo>
                  <a:pt x="3325647" y="1954110"/>
                </a:lnTo>
                <a:lnTo>
                  <a:pt x="3326904" y="1955368"/>
                </a:lnTo>
                <a:lnTo>
                  <a:pt x="3327666" y="1955685"/>
                </a:lnTo>
                <a:lnTo>
                  <a:pt x="3329444" y="1955685"/>
                </a:lnTo>
                <a:lnTo>
                  <a:pt x="3330206" y="1955368"/>
                </a:lnTo>
                <a:lnTo>
                  <a:pt x="3331464" y="1954110"/>
                </a:lnTo>
                <a:lnTo>
                  <a:pt x="3331781" y="1953348"/>
                </a:lnTo>
                <a:lnTo>
                  <a:pt x="3331781" y="1938667"/>
                </a:lnTo>
                <a:close/>
              </a:path>
              <a:path w="3331845" h="2440304">
                <a:moveTo>
                  <a:pt x="3331781" y="1906384"/>
                </a:moveTo>
                <a:lnTo>
                  <a:pt x="3331464" y="1905635"/>
                </a:lnTo>
                <a:lnTo>
                  <a:pt x="3330206" y="1904365"/>
                </a:lnTo>
                <a:lnTo>
                  <a:pt x="3329444" y="1904047"/>
                </a:lnTo>
                <a:lnTo>
                  <a:pt x="3327666" y="1904047"/>
                </a:lnTo>
                <a:lnTo>
                  <a:pt x="3326904" y="1904365"/>
                </a:lnTo>
                <a:lnTo>
                  <a:pt x="3325647" y="1905635"/>
                </a:lnTo>
                <a:lnTo>
                  <a:pt x="3325330" y="1906384"/>
                </a:lnTo>
                <a:lnTo>
                  <a:pt x="3325330" y="1921078"/>
                </a:lnTo>
                <a:lnTo>
                  <a:pt x="3325647" y="1921840"/>
                </a:lnTo>
                <a:lnTo>
                  <a:pt x="3326904" y="1923097"/>
                </a:lnTo>
                <a:lnTo>
                  <a:pt x="3327666" y="1923415"/>
                </a:lnTo>
                <a:lnTo>
                  <a:pt x="3329444" y="1923415"/>
                </a:lnTo>
                <a:lnTo>
                  <a:pt x="3330206" y="1923097"/>
                </a:lnTo>
                <a:lnTo>
                  <a:pt x="3331464" y="1921840"/>
                </a:lnTo>
                <a:lnTo>
                  <a:pt x="3331781" y="1921078"/>
                </a:lnTo>
                <a:lnTo>
                  <a:pt x="3331781" y="1906384"/>
                </a:lnTo>
                <a:close/>
              </a:path>
              <a:path w="3331845" h="2440304">
                <a:moveTo>
                  <a:pt x="3331781" y="1874113"/>
                </a:moveTo>
                <a:lnTo>
                  <a:pt x="3331464" y="1873351"/>
                </a:lnTo>
                <a:lnTo>
                  <a:pt x="3330206" y="1872094"/>
                </a:lnTo>
                <a:lnTo>
                  <a:pt x="3329444" y="1871776"/>
                </a:lnTo>
                <a:lnTo>
                  <a:pt x="3327666" y="1871776"/>
                </a:lnTo>
                <a:lnTo>
                  <a:pt x="3326904" y="1872094"/>
                </a:lnTo>
                <a:lnTo>
                  <a:pt x="3325647" y="1873351"/>
                </a:lnTo>
                <a:lnTo>
                  <a:pt x="3325330" y="1874113"/>
                </a:lnTo>
                <a:lnTo>
                  <a:pt x="3325330" y="1888807"/>
                </a:lnTo>
                <a:lnTo>
                  <a:pt x="3325647" y="1889569"/>
                </a:lnTo>
                <a:lnTo>
                  <a:pt x="3326904" y="1890826"/>
                </a:lnTo>
                <a:lnTo>
                  <a:pt x="3327666" y="1891144"/>
                </a:lnTo>
                <a:lnTo>
                  <a:pt x="3329444" y="1891144"/>
                </a:lnTo>
                <a:lnTo>
                  <a:pt x="3330206" y="1890826"/>
                </a:lnTo>
                <a:lnTo>
                  <a:pt x="3331464" y="1889569"/>
                </a:lnTo>
                <a:lnTo>
                  <a:pt x="3331781" y="1888807"/>
                </a:lnTo>
                <a:lnTo>
                  <a:pt x="3331781" y="1874113"/>
                </a:lnTo>
                <a:close/>
              </a:path>
              <a:path w="3331845" h="2440304">
                <a:moveTo>
                  <a:pt x="3331781" y="1841842"/>
                </a:moveTo>
                <a:lnTo>
                  <a:pt x="3331464" y="1841080"/>
                </a:lnTo>
                <a:lnTo>
                  <a:pt x="3330206" y="1839823"/>
                </a:lnTo>
                <a:lnTo>
                  <a:pt x="3329444" y="1839506"/>
                </a:lnTo>
                <a:lnTo>
                  <a:pt x="3327666" y="1839506"/>
                </a:lnTo>
                <a:lnTo>
                  <a:pt x="3326904" y="1839823"/>
                </a:lnTo>
                <a:lnTo>
                  <a:pt x="3325647" y="1841080"/>
                </a:lnTo>
                <a:lnTo>
                  <a:pt x="3325330" y="1841842"/>
                </a:lnTo>
                <a:lnTo>
                  <a:pt x="3325330" y="1856536"/>
                </a:lnTo>
                <a:lnTo>
                  <a:pt x="3325647" y="1857298"/>
                </a:lnTo>
                <a:lnTo>
                  <a:pt x="3326904" y="1858556"/>
                </a:lnTo>
                <a:lnTo>
                  <a:pt x="3327666" y="1858873"/>
                </a:lnTo>
                <a:lnTo>
                  <a:pt x="3329444" y="1858873"/>
                </a:lnTo>
                <a:lnTo>
                  <a:pt x="3330206" y="1858556"/>
                </a:lnTo>
                <a:lnTo>
                  <a:pt x="3331464" y="1857298"/>
                </a:lnTo>
                <a:lnTo>
                  <a:pt x="3331781" y="1856536"/>
                </a:lnTo>
                <a:lnTo>
                  <a:pt x="3331781" y="1841842"/>
                </a:lnTo>
                <a:close/>
              </a:path>
              <a:path w="3331845" h="2440304">
                <a:moveTo>
                  <a:pt x="3331781" y="1809572"/>
                </a:moveTo>
                <a:lnTo>
                  <a:pt x="3331464" y="1808810"/>
                </a:lnTo>
                <a:lnTo>
                  <a:pt x="3330206" y="1807552"/>
                </a:lnTo>
                <a:lnTo>
                  <a:pt x="3329444" y="1807235"/>
                </a:lnTo>
                <a:lnTo>
                  <a:pt x="3327666" y="1807235"/>
                </a:lnTo>
                <a:lnTo>
                  <a:pt x="3326904" y="1807552"/>
                </a:lnTo>
                <a:lnTo>
                  <a:pt x="3325647" y="1808810"/>
                </a:lnTo>
                <a:lnTo>
                  <a:pt x="3325330" y="1809572"/>
                </a:lnTo>
                <a:lnTo>
                  <a:pt x="3325330" y="1824266"/>
                </a:lnTo>
                <a:lnTo>
                  <a:pt x="3325647" y="1825028"/>
                </a:lnTo>
                <a:lnTo>
                  <a:pt x="3326904" y="1826285"/>
                </a:lnTo>
                <a:lnTo>
                  <a:pt x="3327666" y="1826602"/>
                </a:lnTo>
                <a:lnTo>
                  <a:pt x="3329444" y="1826602"/>
                </a:lnTo>
                <a:lnTo>
                  <a:pt x="3330206" y="1826285"/>
                </a:lnTo>
                <a:lnTo>
                  <a:pt x="3331464" y="1825028"/>
                </a:lnTo>
                <a:lnTo>
                  <a:pt x="3331781" y="1824266"/>
                </a:lnTo>
                <a:lnTo>
                  <a:pt x="3331781" y="1809572"/>
                </a:lnTo>
                <a:close/>
              </a:path>
              <a:path w="3331845" h="2440304">
                <a:moveTo>
                  <a:pt x="3331781" y="1777301"/>
                </a:moveTo>
                <a:lnTo>
                  <a:pt x="3331464" y="1776539"/>
                </a:lnTo>
                <a:lnTo>
                  <a:pt x="3330206" y="1775282"/>
                </a:lnTo>
                <a:lnTo>
                  <a:pt x="3329444" y="1774964"/>
                </a:lnTo>
                <a:lnTo>
                  <a:pt x="3327666" y="1774964"/>
                </a:lnTo>
                <a:lnTo>
                  <a:pt x="3326904" y="1775282"/>
                </a:lnTo>
                <a:lnTo>
                  <a:pt x="3325647" y="1776539"/>
                </a:lnTo>
                <a:lnTo>
                  <a:pt x="3325330" y="1777301"/>
                </a:lnTo>
                <a:lnTo>
                  <a:pt x="3325330" y="1791995"/>
                </a:lnTo>
                <a:lnTo>
                  <a:pt x="3325647" y="1792757"/>
                </a:lnTo>
                <a:lnTo>
                  <a:pt x="3326904" y="1794014"/>
                </a:lnTo>
                <a:lnTo>
                  <a:pt x="3327666" y="1794332"/>
                </a:lnTo>
                <a:lnTo>
                  <a:pt x="3329444" y="1794332"/>
                </a:lnTo>
                <a:lnTo>
                  <a:pt x="3330206" y="1794014"/>
                </a:lnTo>
                <a:lnTo>
                  <a:pt x="3331464" y="1792757"/>
                </a:lnTo>
                <a:lnTo>
                  <a:pt x="3331781" y="1791995"/>
                </a:lnTo>
                <a:lnTo>
                  <a:pt x="3331781" y="1777301"/>
                </a:lnTo>
                <a:close/>
              </a:path>
              <a:path w="3331845" h="2440304">
                <a:moveTo>
                  <a:pt x="3331781" y="1745030"/>
                </a:moveTo>
                <a:lnTo>
                  <a:pt x="3331464" y="1744268"/>
                </a:lnTo>
                <a:lnTo>
                  <a:pt x="3330206" y="1743011"/>
                </a:lnTo>
                <a:lnTo>
                  <a:pt x="3329444" y="1742694"/>
                </a:lnTo>
                <a:lnTo>
                  <a:pt x="3327666" y="1742694"/>
                </a:lnTo>
                <a:lnTo>
                  <a:pt x="3326904" y="1743011"/>
                </a:lnTo>
                <a:lnTo>
                  <a:pt x="3325647" y="1744268"/>
                </a:lnTo>
                <a:lnTo>
                  <a:pt x="3325330" y="1745030"/>
                </a:lnTo>
                <a:lnTo>
                  <a:pt x="3325330" y="1759724"/>
                </a:lnTo>
                <a:lnTo>
                  <a:pt x="3325647" y="1760486"/>
                </a:lnTo>
                <a:lnTo>
                  <a:pt x="3326904" y="1761744"/>
                </a:lnTo>
                <a:lnTo>
                  <a:pt x="3327666" y="1762061"/>
                </a:lnTo>
                <a:lnTo>
                  <a:pt x="3329444" y="1762061"/>
                </a:lnTo>
                <a:lnTo>
                  <a:pt x="3330206" y="1761744"/>
                </a:lnTo>
                <a:lnTo>
                  <a:pt x="3331464" y="1760486"/>
                </a:lnTo>
                <a:lnTo>
                  <a:pt x="3331781" y="1759724"/>
                </a:lnTo>
                <a:lnTo>
                  <a:pt x="3331781" y="1745030"/>
                </a:lnTo>
                <a:close/>
              </a:path>
              <a:path w="3331845" h="2440304">
                <a:moveTo>
                  <a:pt x="3331781" y="1712760"/>
                </a:moveTo>
                <a:lnTo>
                  <a:pt x="3331464" y="1711998"/>
                </a:lnTo>
                <a:lnTo>
                  <a:pt x="3330206" y="1710740"/>
                </a:lnTo>
                <a:lnTo>
                  <a:pt x="3329444" y="1710423"/>
                </a:lnTo>
                <a:lnTo>
                  <a:pt x="3327666" y="1710423"/>
                </a:lnTo>
                <a:lnTo>
                  <a:pt x="3326904" y="1710740"/>
                </a:lnTo>
                <a:lnTo>
                  <a:pt x="3325647" y="1711998"/>
                </a:lnTo>
                <a:lnTo>
                  <a:pt x="3325330" y="1712760"/>
                </a:lnTo>
                <a:lnTo>
                  <a:pt x="3325330" y="1727454"/>
                </a:lnTo>
                <a:lnTo>
                  <a:pt x="3325647" y="1728203"/>
                </a:lnTo>
                <a:lnTo>
                  <a:pt x="3326904" y="1729473"/>
                </a:lnTo>
                <a:lnTo>
                  <a:pt x="3327666" y="1729778"/>
                </a:lnTo>
                <a:lnTo>
                  <a:pt x="3329444" y="1729778"/>
                </a:lnTo>
                <a:lnTo>
                  <a:pt x="3330206" y="1729473"/>
                </a:lnTo>
                <a:lnTo>
                  <a:pt x="3331464" y="1728203"/>
                </a:lnTo>
                <a:lnTo>
                  <a:pt x="3331781" y="1727454"/>
                </a:lnTo>
                <a:lnTo>
                  <a:pt x="3331781" y="1712760"/>
                </a:lnTo>
                <a:close/>
              </a:path>
              <a:path w="3331845" h="2440304">
                <a:moveTo>
                  <a:pt x="3331781" y="1680489"/>
                </a:moveTo>
                <a:lnTo>
                  <a:pt x="3331464" y="1679727"/>
                </a:lnTo>
                <a:lnTo>
                  <a:pt x="3330206" y="1678457"/>
                </a:lnTo>
                <a:lnTo>
                  <a:pt x="3329444" y="1678152"/>
                </a:lnTo>
                <a:lnTo>
                  <a:pt x="3327666" y="1678152"/>
                </a:lnTo>
                <a:lnTo>
                  <a:pt x="3326904" y="1678457"/>
                </a:lnTo>
                <a:lnTo>
                  <a:pt x="3325647" y="1679727"/>
                </a:lnTo>
                <a:lnTo>
                  <a:pt x="3325330" y="1680489"/>
                </a:lnTo>
                <a:lnTo>
                  <a:pt x="3325330" y="1695170"/>
                </a:lnTo>
                <a:lnTo>
                  <a:pt x="3325647" y="1695932"/>
                </a:lnTo>
                <a:lnTo>
                  <a:pt x="3326904" y="1697202"/>
                </a:lnTo>
                <a:lnTo>
                  <a:pt x="3327666" y="1697507"/>
                </a:lnTo>
                <a:lnTo>
                  <a:pt x="3329444" y="1697507"/>
                </a:lnTo>
                <a:lnTo>
                  <a:pt x="3330206" y="1697202"/>
                </a:lnTo>
                <a:lnTo>
                  <a:pt x="3331464" y="1695932"/>
                </a:lnTo>
                <a:lnTo>
                  <a:pt x="3331781" y="1695170"/>
                </a:lnTo>
                <a:lnTo>
                  <a:pt x="3331781" y="1680489"/>
                </a:lnTo>
                <a:close/>
              </a:path>
              <a:path w="3331845" h="2440304">
                <a:moveTo>
                  <a:pt x="3331781" y="1648206"/>
                </a:moveTo>
                <a:lnTo>
                  <a:pt x="3331464" y="1647456"/>
                </a:lnTo>
                <a:lnTo>
                  <a:pt x="3330206" y="1646186"/>
                </a:lnTo>
                <a:lnTo>
                  <a:pt x="3329444" y="1645881"/>
                </a:lnTo>
                <a:lnTo>
                  <a:pt x="3327666" y="1645881"/>
                </a:lnTo>
                <a:lnTo>
                  <a:pt x="3326904" y="1646186"/>
                </a:lnTo>
                <a:lnTo>
                  <a:pt x="3325647" y="1647456"/>
                </a:lnTo>
                <a:lnTo>
                  <a:pt x="3325330" y="1648206"/>
                </a:lnTo>
                <a:lnTo>
                  <a:pt x="3325330" y="1662899"/>
                </a:lnTo>
                <a:lnTo>
                  <a:pt x="3325647" y="1663661"/>
                </a:lnTo>
                <a:lnTo>
                  <a:pt x="3326904" y="1664919"/>
                </a:lnTo>
                <a:lnTo>
                  <a:pt x="3327666" y="1665236"/>
                </a:lnTo>
                <a:lnTo>
                  <a:pt x="3329444" y="1665236"/>
                </a:lnTo>
                <a:lnTo>
                  <a:pt x="3330206" y="1664919"/>
                </a:lnTo>
                <a:lnTo>
                  <a:pt x="3331464" y="1663661"/>
                </a:lnTo>
                <a:lnTo>
                  <a:pt x="3331781" y="1662899"/>
                </a:lnTo>
                <a:lnTo>
                  <a:pt x="3331781" y="1648206"/>
                </a:lnTo>
                <a:close/>
              </a:path>
              <a:path w="3331845" h="2440304">
                <a:moveTo>
                  <a:pt x="3331781" y="1615935"/>
                </a:moveTo>
                <a:lnTo>
                  <a:pt x="3331464" y="1615173"/>
                </a:lnTo>
                <a:lnTo>
                  <a:pt x="3330206" y="1613916"/>
                </a:lnTo>
                <a:lnTo>
                  <a:pt x="3329444" y="1613598"/>
                </a:lnTo>
                <a:lnTo>
                  <a:pt x="3327666" y="1613598"/>
                </a:lnTo>
                <a:lnTo>
                  <a:pt x="3326904" y="1613916"/>
                </a:lnTo>
                <a:lnTo>
                  <a:pt x="3325647" y="1615173"/>
                </a:lnTo>
                <a:lnTo>
                  <a:pt x="3325330" y="1615935"/>
                </a:lnTo>
                <a:lnTo>
                  <a:pt x="3325330" y="1630629"/>
                </a:lnTo>
                <a:lnTo>
                  <a:pt x="3325647" y="1631391"/>
                </a:lnTo>
                <a:lnTo>
                  <a:pt x="3326904" y="1632648"/>
                </a:lnTo>
                <a:lnTo>
                  <a:pt x="3327666" y="1632966"/>
                </a:lnTo>
                <a:lnTo>
                  <a:pt x="3329444" y="1632966"/>
                </a:lnTo>
                <a:lnTo>
                  <a:pt x="3330206" y="1632648"/>
                </a:lnTo>
                <a:lnTo>
                  <a:pt x="3331464" y="1631391"/>
                </a:lnTo>
                <a:lnTo>
                  <a:pt x="3331781" y="1630629"/>
                </a:lnTo>
                <a:lnTo>
                  <a:pt x="3331781" y="1615935"/>
                </a:lnTo>
                <a:close/>
              </a:path>
              <a:path w="3331845" h="2440304">
                <a:moveTo>
                  <a:pt x="3331781" y="1583664"/>
                </a:moveTo>
                <a:lnTo>
                  <a:pt x="3331464" y="1582902"/>
                </a:lnTo>
                <a:lnTo>
                  <a:pt x="3330206" y="1581645"/>
                </a:lnTo>
                <a:lnTo>
                  <a:pt x="3329444" y="1581327"/>
                </a:lnTo>
                <a:lnTo>
                  <a:pt x="3327666" y="1581327"/>
                </a:lnTo>
                <a:lnTo>
                  <a:pt x="3326904" y="1581645"/>
                </a:lnTo>
                <a:lnTo>
                  <a:pt x="3325647" y="1582902"/>
                </a:lnTo>
                <a:lnTo>
                  <a:pt x="3325330" y="1583664"/>
                </a:lnTo>
                <a:lnTo>
                  <a:pt x="3325330" y="1598358"/>
                </a:lnTo>
                <a:lnTo>
                  <a:pt x="3325647" y="1599120"/>
                </a:lnTo>
                <a:lnTo>
                  <a:pt x="3326904" y="1600377"/>
                </a:lnTo>
                <a:lnTo>
                  <a:pt x="3327666" y="1600695"/>
                </a:lnTo>
                <a:lnTo>
                  <a:pt x="3329444" y="1600695"/>
                </a:lnTo>
                <a:lnTo>
                  <a:pt x="3330206" y="1600377"/>
                </a:lnTo>
                <a:lnTo>
                  <a:pt x="3331464" y="1599120"/>
                </a:lnTo>
                <a:lnTo>
                  <a:pt x="3331781" y="1598358"/>
                </a:lnTo>
                <a:lnTo>
                  <a:pt x="3331781" y="1583664"/>
                </a:lnTo>
                <a:close/>
              </a:path>
              <a:path w="3331845" h="2440304">
                <a:moveTo>
                  <a:pt x="3331781" y="1551393"/>
                </a:moveTo>
                <a:lnTo>
                  <a:pt x="3331464" y="1550631"/>
                </a:lnTo>
                <a:lnTo>
                  <a:pt x="3330206" y="1549374"/>
                </a:lnTo>
                <a:lnTo>
                  <a:pt x="3329444" y="1549057"/>
                </a:lnTo>
                <a:lnTo>
                  <a:pt x="3327666" y="1549057"/>
                </a:lnTo>
                <a:lnTo>
                  <a:pt x="3326904" y="1549374"/>
                </a:lnTo>
                <a:lnTo>
                  <a:pt x="3325647" y="1550631"/>
                </a:lnTo>
                <a:lnTo>
                  <a:pt x="3325330" y="1551393"/>
                </a:lnTo>
                <a:lnTo>
                  <a:pt x="3325330" y="1566087"/>
                </a:lnTo>
                <a:lnTo>
                  <a:pt x="3325647" y="1566849"/>
                </a:lnTo>
                <a:lnTo>
                  <a:pt x="3326904" y="1568107"/>
                </a:lnTo>
                <a:lnTo>
                  <a:pt x="3327666" y="1568424"/>
                </a:lnTo>
                <a:lnTo>
                  <a:pt x="3329444" y="1568424"/>
                </a:lnTo>
                <a:lnTo>
                  <a:pt x="3330206" y="1568107"/>
                </a:lnTo>
                <a:lnTo>
                  <a:pt x="3331464" y="1566849"/>
                </a:lnTo>
                <a:lnTo>
                  <a:pt x="3331781" y="1566087"/>
                </a:lnTo>
                <a:lnTo>
                  <a:pt x="3331781" y="1551393"/>
                </a:lnTo>
                <a:close/>
              </a:path>
              <a:path w="3331845" h="2440304">
                <a:moveTo>
                  <a:pt x="3331781" y="1519123"/>
                </a:moveTo>
                <a:lnTo>
                  <a:pt x="3331464" y="1518361"/>
                </a:lnTo>
                <a:lnTo>
                  <a:pt x="3330206" y="1517103"/>
                </a:lnTo>
                <a:lnTo>
                  <a:pt x="3329444" y="1516786"/>
                </a:lnTo>
                <a:lnTo>
                  <a:pt x="3327666" y="1516786"/>
                </a:lnTo>
                <a:lnTo>
                  <a:pt x="3326904" y="1517103"/>
                </a:lnTo>
                <a:lnTo>
                  <a:pt x="3325647" y="1518361"/>
                </a:lnTo>
                <a:lnTo>
                  <a:pt x="3325330" y="1519123"/>
                </a:lnTo>
                <a:lnTo>
                  <a:pt x="3325330" y="1533817"/>
                </a:lnTo>
                <a:lnTo>
                  <a:pt x="3325647" y="1534579"/>
                </a:lnTo>
                <a:lnTo>
                  <a:pt x="3326904" y="1535836"/>
                </a:lnTo>
                <a:lnTo>
                  <a:pt x="3327666" y="1536153"/>
                </a:lnTo>
                <a:lnTo>
                  <a:pt x="3329444" y="1536153"/>
                </a:lnTo>
                <a:lnTo>
                  <a:pt x="3330206" y="1535836"/>
                </a:lnTo>
                <a:lnTo>
                  <a:pt x="3331464" y="1534579"/>
                </a:lnTo>
                <a:lnTo>
                  <a:pt x="3331781" y="1533817"/>
                </a:lnTo>
                <a:lnTo>
                  <a:pt x="3331781" y="1519123"/>
                </a:lnTo>
                <a:close/>
              </a:path>
              <a:path w="3331845" h="2440304">
                <a:moveTo>
                  <a:pt x="3331781" y="1486852"/>
                </a:moveTo>
                <a:lnTo>
                  <a:pt x="3331464" y="1486090"/>
                </a:lnTo>
                <a:lnTo>
                  <a:pt x="3330206" y="1484833"/>
                </a:lnTo>
                <a:lnTo>
                  <a:pt x="3329444" y="1484515"/>
                </a:lnTo>
                <a:lnTo>
                  <a:pt x="3327666" y="1484515"/>
                </a:lnTo>
                <a:lnTo>
                  <a:pt x="3326904" y="1484833"/>
                </a:lnTo>
                <a:lnTo>
                  <a:pt x="3325647" y="1486090"/>
                </a:lnTo>
                <a:lnTo>
                  <a:pt x="3325330" y="1486852"/>
                </a:lnTo>
                <a:lnTo>
                  <a:pt x="3325330" y="1501546"/>
                </a:lnTo>
                <a:lnTo>
                  <a:pt x="3325647" y="1502308"/>
                </a:lnTo>
                <a:lnTo>
                  <a:pt x="3326904" y="1503565"/>
                </a:lnTo>
                <a:lnTo>
                  <a:pt x="3327666" y="1503883"/>
                </a:lnTo>
                <a:lnTo>
                  <a:pt x="3329444" y="1503883"/>
                </a:lnTo>
                <a:lnTo>
                  <a:pt x="3330206" y="1503565"/>
                </a:lnTo>
                <a:lnTo>
                  <a:pt x="3331464" y="1502308"/>
                </a:lnTo>
                <a:lnTo>
                  <a:pt x="3331781" y="1501546"/>
                </a:lnTo>
                <a:lnTo>
                  <a:pt x="3331781" y="1486852"/>
                </a:lnTo>
                <a:close/>
              </a:path>
              <a:path w="3331845" h="2440304">
                <a:moveTo>
                  <a:pt x="3331781" y="1454581"/>
                </a:moveTo>
                <a:lnTo>
                  <a:pt x="3331464" y="1453819"/>
                </a:lnTo>
                <a:lnTo>
                  <a:pt x="3330206" y="1452562"/>
                </a:lnTo>
                <a:lnTo>
                  <a:pt x="3329444" y="1452245"/>
                </a:lnTo>
                <a:lnTo>
                  <a:pt x="3327666" y="1452245"/>
                </a:lnTo>
                <a:lnTo>
                  <a:pt x="3326904" y="1452562"/>
                </a:lnTo>
                <a:lnTo>
                  <a:pt x="3325647" y="1453819"/>
                </a:lnTo>
                <a:lnTo>
                  <a:pt x="3325330" y="1454581"/>
                </a:lnTo>
                <a:lnTo>
                  <a:pt x="3325330" y="1469275"/>
                </a:lnTo>
                <a:lnTo>
                  <a:pt x="3325647" y="1470025"/>
                </a:lnTo>
                <a:lnTo>
                  <a:pt x="3326904" y="1471295"/>
                </a:lnTo>
                <a:lnTo>
                  <a:pt x="3327666" y="1471612"/>
                </a:lnTo>
                <a:lnTo>
                  <a:pt x="3329444" y="1471612"/>
                </a:lnTo>
                <a:lnTo>
                  <a:pt x="3330206" y="1471295"/>
                </a:lnTo>
                <a:lnTo>
                  <a:pt x="3331464" y="1470025"/>
                </a:lnTo>
                <a:lnTo>
                  <a:pt x="3331781" y="1469275"/>
                </a:lnTo>
                <a:lnTo>
                  <a:pt x="3331781" y="1454581"/>
                </a:lnTo>
                <a:close/>
              </a:path>
              <a:path w="3331845" h="2440304">
                <a:moveTo>
                  <a:pt x="3331781" y="1422311"/>
                </a:moveTo>
                <a:lnTo>
                  <a:pt x="3331464" y="1421549"/>
                </a:lnTo>
                <a:lnTo>
                  <a:pt x="3330206" y="1420291"/>
                </a:lnTo>
                <a:lnTo>
                  <a:pt x="3329444" y="1419974"/>
                </a:lnTo>
                <a:lnTo>
                  <a:pt x="3327666" y="1419974"/>
                </a:lnTo>
                <a:lnTo>
                  <a:pt x="3326904" y="1420291"/>
                </a:lnTo>
                <a:lnTo>
                  <a:pt x="3325647" y="1421549"/>
                </a:lnTo>
                <a:lnTo>
                  <a:pt x="3325330" y="1422311"/>
                </a:lnTo>
                <a:lnTo>
                  <a:pt x="3325330" y="1436992"/>
                </a:lnTo>
                <a:lnTo>
                  <a:pt x="3325647" y="1437754"/>
                </a:lnTo>
                <a:lnTo>
                  <a:pt x="3326904" y="1439024"/>
                </a:lnTo>
                <a:lnTo>
                  <a:pt x="3327666" y="1439329"/>
                </a:lnTo>
                <a:lnTo>
                  <a:pt x="3329444" y="1439329"/>
                </a:lnTo>
                <a:lnTo>
                  <a:pt x="3330206" y="1439024"/>
                </a:lnTo>
                <a:lnTo>
                  <a:pt x="3331464" y="1437754"/>
                </a:lnTo>
                <a:lnTo>
                  <a:pt x="3331781" y="1436992"/>
                </a:lnTo>
                <a:lnTo>
                  <a:pt x="3331781" y="1422311"/>
                </a:lnTo>
                <a:close/>
              </a:path>
              <a:path w="3331845" h="2440304">
                <a:moveTo>
                  <a:pt x="3331781" y="1390040"/>
                </a:moveTo>
                <a:lnTo>
                  <a:pt x="3331464" y="1389278"/>
                </a:lnTo>
                <a:lnTo>
                  <a:pt x="3330206" y="1388008"/>
                </a:lnTo>
                <a:lnTo>
                  <a:pt x="3329444" y="1387703"/>
                </a:lnTo>
                <a:lnTo>
                  <a:pt x="3327666" y="1387703"/>
                </a:lnTo>
                <a:lnTo>
                  <a:pt x="3326904" y="1388008"/>
                </a:lnTo>
                <a:lnTo>
                  <a:pt x="3325647" y="1389278"/>
                </a:lnTo>
                <a:lnTo>
                  <a:pt x="3325330" y="1390040"/>
                </a:lnTo>
                <a:lnTo>
                  <a:pt x="3325330" y="1404721"/>
                </a:lnTo>
                <a:lnTo>
                  <a:pt x="3325647" y="1405483"/>
                </a:lnTo>
                <a:lnTo>
                  <a:pt x="3326904" y="1406740"/>
                </a:lnTo>
                <a:lnTo>
                  <a:pt x="3327666" y="1407058"/>
                </a:lnTo>
                <a:lnTo>
                  <a:pt x="3329444" y="1407058"/>
                </a:lnTo>
                <a:lnTo>
                  <a:pt x="3330206" y="1406740"/>
                </a:lnTo>
                <a:lnTo>
                  <a:pt x="3331464" y="1405483"/>
                </a:lnTo>
                <a:lnTo>
                  <a:pt x="3331781" y="1404721"/>
                </a:lnTo>
                <a:lnTo>
                  <a:pt x="3331781" y="1390040"/>
                </a:lnTo>
                <a:close/>
              </a:path>
              <a:path w="3331845" h="2440304">
                <a:moveTo>
                  <a:pt x="3331781" y="1357757"/>
                </a:moveTo>
                <a:lnTo>
                  <a:pt x="3331464" y="1357007"/>
                </a:lnTo>
                <a:lnTo>
                  <a:pt x="3330206" y="1355737"/>
                </a:lnTo>
                <a:lnTo>
                  <a:pt x="3329444" y="1355420"/>
                </a:lnTo>
                <a:lnTo>
                  <a:pt x="3327666" y="1355420"/>
                </a:lnTo>
                <a:lnTo>
                  <a:pt x="3326904" y="1355737"/>
                </a:lnTo>
                <a:lnTo>
                  <a:pt x="3325647" y="1357007"/>
                </a:lnTo>
                <a:lnTo>
                  <a:pt x="3325330" y="1357757"/>
                </a:lnTo>
                <a:lnTo>
                  <a:pt x="3325330" y="1372450"/>
                </a:lnTo>
                <a:lnTo>
                  <a:pt x="3325647" y="1373212"/>
                </a:lnTo>
                <a:lnTo>
                  <a:pt x="3326904" y="1374470"/>
                </a:lnTo>
                <a:lnTo>
                  <a:pt x="3327666" y="1374787"/>
                </a:lnTo>
                <a:lnTo>
                  <a:pt x="3329444" y="1374787"/>
                </a:lnTo>
                <a:lnTo>
                  <a:pt x="3330206" y="1374470"/>
                </a:lnTo>
                <a:lnTo>
                  <a:pt x="3331464" y="1373212"/>
                </a:lnTo>
                <a:lnTo>
                  <a:pt x="3331781" y="1372450"/>
                </a:lnTo>
                <a:lnTo>
                  <a:pt x="3331781" y="1357757"/>
                </a:lnTo>
                <a:close/>
              </a:path>
              <a:path w="3331845" h="2440304">
                <a:moveTo>
                  <a:pt x="3331781" y="1325486"/>
                </a:moveTo>
                <a:lnTo>
                  <a:pt x="3331464" y="1324724"/>
                </a:lnTo>
                <a:lnTo>
                  <a:pt x="3330206" y="1323467"/>
                </a:lnTo>
                <a:lnTo>
                  <a:pt x="3329444" y="1323149"/>
                </a:lnTo>
                <a:lnTo>
                  <a:pt x="3327666" y="1323149"/>
                </a:lnTo>
                <a:lnTo>
                  <a:pt x="3326904" y="1323467"/>
                </a:lnTo>
                <a:lnTo>
                  <a:pt x="3325647" y="1324724"/>
                </a:lnTo>
                <a:lnTo>
                  <a:pt x="3325330" y="1325486"/>
                </a:lnTo>
                <a:lnTo>
                  <a:pt x="3325330" y="1340180"/>
                </a:lnTo>
                <a:lnTo>
                  <a:pt x="3325647" y="1340942"/>
                </a:lnTo>
                <a:lnTo>
                  <a:pt x="3326904" y="1342199"/>
                </a:lnTo>
                <a:lnTo>
                  <a:pt x="3327666" y="1342517"/>
                </a:lnTo>
                <a:lnTo>
                  <a:pt x="3329444" y="1342517"/>
                </a:lnTo>
                <a:lnTo>
                  <a:pt x="3330206" y="1342199"/>
                </a:lnTo>
                <a:lnTo>
                  <a:pt x="3331464" y="1340942"/>
                </a:lnTo>
                <a:lnTo>
                  <a:pt x="3331781" y="1340180"/>
                </a:lnTo>
                <a:lnTo>
                  <a:pt x="3331781" y="1325486"/>
                </a:lnTo>
                <a:close/>
              </a:path>
              <a:path w="3331845" h="2440304">
                <a:moveTo>
                  <a:pt x="3331781" y="1293215"/>
                </a:moveTo>
                <a:lnTo>
                  <a:pt x="3331464" y="1292453"/>
                </a:lnTo>
                <a:lnTo>
                  <a:pt x="3330206" y="1291196"/>
                </a:lnTo>
                <a:lnTo>
                  <a:pt x="3329444" y="1290878"/>
                </a:lnTo>
                <a:lnTo>
                  <a:pt x="3327666" y="1290878"/>
                </a:lnTo>
                <a:lnTo>
                  <a:pt x="3326904" y="1291196"/>
                </a:lnTo>
                <a:lnTo>
                  <a:pt x="3325647" y="1292453"/>
                </a:lnTo>
                <a:lnTo>
                  <a:pt x="3325330" y="1293215"/>
                </a:lnTo>
                <a:lnTo>
                  <a:pt x="3325330" y="1307909"/>
                </a:lnTo>
                <a:lnTo>
                  <a:pt x="3325647" y="1308671"/>
                </a:lnTo>
                <a:lnTo>
                  <a:pt x="3326904" y="1309928"/>
                </a:lnTo>
                <a:lnTo>
                  <a:pt x="3327666" y="1310246"/>
                </a:lnTo>
                <a:lnTo>
                  <a:pt x="3329444" y="1310246"/>
                </a:lnTo>
                <a:lnTo>
                  <a:pt x="3330206" y="1309928"/>
                </a:lnTo>
                <a:lnTo>
                  <a:pt x="3331464" y="1308671"/>
                </a:lnTo>
                <a:lnTo>
                  <a:pt x="3331781" y="1307909"/>
                </a:lnTo>
                <a:lnTo>
                  <a:pt x="3331781" y="1293215"/>
                </a:lnTo>
                <a:close/>
              </a:path>
              <a:path w="3331845" h="2440304">
                <a:moveTo>
                  <a:pt x="3331781" y="1260944"/>
                </a:moveTo>
                <a:lnTo>
                  <a:pt x="3331464" y="1260182"/>
                </a:lnTo>
                <a:lnTo>
                  <a:pt x="3330206" y="1258925"/>
                </a:lnTo>
                <a:lnTo>
                  <a:pt x="3329444" y="1258608"/>
                </a:lnTo>
                <a:lnTo>
                  <a:pt x="3327666" y="1258608"/>
                </a:lnTo>
                <a:lnTo>
                  <a:pt x="3326904" y="1258925"/>
                </a:lnTo>
                <a:lnTo>
                  <a:pt x="3325647" y="1260182"/>
                </a:lnTo>
                <a:lnTo>
                  <a:pt x="3325330" y="1260944"/>
                </a:lnTo>
                <a:lnTo>
                  <a:pt x="3325330" y="1275638"/>
                </a:lnTo>
                <a:lnTo>
                  <a:pt x="3325647" y="1276400"/>
                </a:lnTo>
                <a:lnTo>
                  <a:pt x="3326904" y="1277658"/>
                </a:lnTo>
                <a:lnTo>
                  <a:pt x="3327666" y="1277975"/>
                </a:lnTo>
                <a:lnTo>
                  <a:pt x="3329444" y="1277975"/>
                </a:lnTo>
                <a:lnTo>
                  <a:pt x="3330206" y="1277658"/>
                </a:lnTo>
                <a:lnTo>
                  <a:pt x="3331464" y="1276400"/>
                </a:lnTo>
                <a:lnTo>
                  <a:pt x="3331781" y="1275638"/>
                </a:lnTo>
                <a:lnTo>
                  <a:pt x="3331781" y="1260944"/>
                </a:lnTo>
                <a:close/>
              </a:path>
              <a:path w="3331845" h="2440304">
                <a:moveTo>
                  <a:pt x="3331781" y="1228674"/>
                </a:moveTo>
                <a:lnTo>
                  <a:pt x="3331464" y="1227912"/>
                </a:lnTo>
                <a:lnTo>
                  <a:pt x="3330206" y="1226654"/>
                </a:lnTo>
                <a:lnTo>
                  <a:pt x="3329444" y="1226337"/>
                </a:lnTo>
                <a:lnTo>
                  <a:pt x="3327666" y="1226337"/>
                </a:lnTo>
                <a:lnTo>
                  <a:pt x="3326904" y="1226654"/>
                </a:lnTo>
                <a:lnTo>
                  <a:pt x="3325647" y="1227912"/>
                </a:lnTo>
                <a:lnTo>
                  <a:pt x="3325330" y="1228674"/>
                </a:lnTo>
                <a:lnTo>
                  <a:pt x="3325330" y="1243368"/>
                </a:lnTo>
                <a:lnTo>
                  <a:pt x="3325647" y="1244130"/>
                </a:lnTo>
                <a:lnTo>
                  <a:pt x="3326904" y="1245387"/>
                </a:lnTo>
                <a:lnTo>
                  <a:pt x="3327666" y="1245704"/>
                </a:lnTo>
                <a:lnTo>
                  <a:pt x="3329444" y="1245704"/>
                </a:lnTo>
                <a:lnTo>
                  <a:pt x="3330206" y="1245387"/>
                </a:lnTo>
                <a:lnTo>
                  <a:pt x="3331464" y="1244130"/>
                </a:lnTo>
                <a:lnTo>
                  <a:pt x="3331781" y="1243368"/>
                </a:lnTo>
                <a:lnTo>
                  <a:pt x="3331781" y="1228674"/>
                </a:lnTo>
                <a:close/>
              </a:path>
              <a:path w="3331845" h="2440304">
                <a:moveTo>
                  <a:pt x="3331781" y="1196403"/>
                </a:moveTo>
                <a:lnTo>
                  <a:pt x="3331464" y="1195641"/>
                </a:lnTo>
                <a:lnTo>
                  <a:pt x="3330206" y="1194384"/>
                </a:lnTo>
                <a:lnTo>
                  <a:pt x="3329444" y="1194066"/>
                </a:lnTo>
                <a:lnTo>
                  <a:pt x="3327666" y="1194066"/>
                </a:lnTo>
                <a:lnTo>
                  <a:pt x="3326904" y="1194384"/>
                </a:lnTo>
                <a:lnTo>
                  <a:pt x="3325647" y="1195641"/>
                </a:lnTo>
                <a:lnTo>
                  <a:pt x="3325330" y="1196403"/>
                </a:lnTo>
                <a:lnTo>
                  <a:pt x="3325330" y="1211097"/>
                </a:lnTo>
                <a:lnTo>
                  <a:pt x="3325647" y="1211859"/>
                </a:lnTo>
                <a:lnTo>
                  <a:pt x="3326904" y="1213116"/>
                </a:lnTo>
                <a:lnTo>
                  <a:pt x="3327666" y="1213434"/>
                </a:lnTo>
                <a:lnTo>
                  <a:pt x="3329444" y="1213434"/>
                </a:lnTo>
                <a:lnTo>
                  <a:pt x="3330206" y="1213116"/>
                </a:lnTo>
                <a:lnTo>
                  <a:pt x="3331464" y="1211859"/>
                </a:lnTo>
                <a:lnTo>
                  <a:pt x="3331781" y="1211097"/>
                </a:lnTo>
                <a:lnTo>
                  <a:pt x="3331781" y="1196403"/>
                </a:lnTo>
                <a:close/>
              </a:path>
              <a:path w="3331845" h="2440304">
                <a:moveTo>
                  <a:pt x="3331781" y="1164132"/>
                </a:moveTo>
                <a:lnTo>
                  <a:pt x="3331464" y="1163370"/>
                </a:lnTo>
                <a:lnTo>
                  <a:pt x="3330206" y="1162113"/>
                </a:lnTo>
                <a:lnTo>
                  <a:pt x="3329444" y="1161796"/>
                </a:lnTo>
                <a:lnTo>
                  <a:pt x="3327666" y="1161796"/>
                </a:lnTo>
                <a:lnTo>
                  <a:pt x="3326904" y="1162113"/>
                </a:lnTo>
                <a:lnTo>
                  <a:pt x="3325647" y="1163370"/>
                </a:lnTo>
                <a:lnTo>
                  <a:pt x="3325330" y="1164132"/>
                </a:lnTo>
                <a:lnTo>
                  <a:pt x="3325330" y="1178826"/>
                </a:lnTo>
                <a:lnTo>
                  <a:pt x="3325647" y="1179576"/>
                </a:lnTo>
                <a:lnTo>
                  <a:pt x="3326904" y="1180846"/>
                </a:lnTo>
                <a:lnTo>
                  <a:pt x="3327666" y="1181150"/>
                </a:lnTo>
                <a:lnTo>
                  <a:pt x="3329444" y="1181150"/>
                </a:lnTo>
                <a:lnTo>
                  <a:pt x="3330206" y="1180846"/>
                </a:lnTo>
                <a:lnTo>
                  <a:pt x="3331464" y="1179576"/>
                </a:lnTo>
                <a:lnTo>
                  <a:pt x="3331781" y="1178826"/>
                </a:lnTo>
                <a:lnTo>
                  <a:pt x="3331781" y="1164132"/>
                </a:lnTo>
                <a:close/>
              </a:path>
              <a:path w="3331845" h="2440304">
                <a:moveTo>
                  <a:pt x="3331781" y="1131862"/>
                </a:moveTo>
                <a:lnTo>
                  <a:pt x="3331464" y="1131100"/>
                </a:lnTo>
                <a:lnTo>
                  <a:pt x="3330206" y="1129830"/>
                </a:lnTo>
                <a:lnTo>
                  <a:pt x="3329444" y="1129525"/>
                </a:lnTo>
                <a:lnTo>
                  <a:pt x="3327666" y="1129525"/>
                </a:lnTo>
                <a:lnTo>
                  <a:pt x="3326904" y="1129830"/>
                </a:lnTo>
                <a:lnTo>
                  <a:pt x="3325647" y="1131100"/>
                </a:lnTo>
                <a:lnTo>
                  <a:pt x="3325330" y="1131862"/>
                </a:lnTo>
                <a:lnTo>
                  <a:pt x="3325330" y="1146543"/>
                </a:lnTo>
                <a:lnTo>
                  <a:pt x="3325647" y="1147305"/>
                </a:lnTo>
                <a:lnTo>
                  <a:pt x="3326904" y="1148575"/>
                </a:lnTo>
                <a:lnTo>
                  <a:pt x="3327666" y="1148880"/>
                </a:lnTo>
                <a:lnTo>
                  <a:pt x="3329444" y="1148880"/>
                </a:lnTo>
                <a:lnTo>
                  <a:pt x="3330206" y="1148575"/>
                </a:lnTo>
                <a:lnTo>
                  <a:pt x="3331464" y="1147305"/>
                </a:lnTo>
                <a:lnTo>
                  <a:pt x="3331781" y="1146543"/>
                </a:lnTo>
                <a:lnTo>
                  <a:pt x="3331781" y="1131862"/>
                </a:lnTo>
                <a:close/>
              </a:path>
              <a:path w="3331845" h="2440304">
                <a:moveTo>
                  <a:pt x="3331781" y="1099578"/>
                </a:moveTo>
                <a:lnTo>
                  <a:pt x="3331464" y="1098829"/>
                </a:lnTo>
                <a:lnTo>
                  <a:pt x="3330206" y="1097559"/>
                </a:lnTo>
                <a:lnTo>
                  <a:pt x="3329444" y="1097254"/>
                </a:lnTo>
                <a:lnTo>
                  <a:pt x="3327666" y="1097254"/>
                </a:lnTo>
                <a:lnTo>
                  <a:pt x="3326904" y="1097559"/>
                </a:lnTo>
                <a:lnTo>
                  <a:pt x="3325647" y="1098829"/>
                </a:lnTo>
                <a:lnTo>
                  <a:pt x="3325330" y="1099578"/>
                </a:lnTo>
                <a:lnTo>
                  <a:pt x="3325330" y="1114272"/>
                </a:lnTo>
                <a:lnTo>
                  <a:pt x="3325647" y="1115034"/>
                </a:lnTo>
                <a:lnTo>
                  <a:pt x="3326904" y="1116291"/>
                </a:lnTo>
                <a:lnTo>
                  <a:pt x="3327666" y="1116609"/>
                </a:lnTo>
                <a:lnTo>
                  <a:pt x="3329444" y="1116609"/>
                </a:lnTo>
                <a:lnTo>
                  <a:pt x="3330206" y="1116291"/>
                </a:lnTo>
                <a:lnTo>
                  <a:pt x="3331464" y="1115034"/>
                </a:lnTo>
                <a:lnTo>
                  <a:pt x="3331781" y="1114272"/>
                </a:lnTo>
                <a:lnTo>
                  <a:pt x="3331781" y="1099578"/>
                </a:lnTo>
                <a:close/>
              </a:path>
              <a:path w="3331845" h="2440304">
                <a:moveTo>
                  <a:pt x="3331781" y="1067308"/>
                </a:moveTo>
                <a:lnTo>
                  <a:pt x="3331464" y="1066546"/>
                </a:lnTo>
                <a:lnTo>
                  <a:pt x="3330206" y="1065288"/>
                </a:lnTo>
                <a:lnTo>
                  <a:pt x="3329444" y="1064971"/>
                </a:lnTo>
                <a:lnTo>
                  <a:pt x="3327666" y="1064971"/>
                </a:lnTo>
                <a:lnTo>
                  <a:pt x="3326904" y="1065288"/>
                </a:lnTo>
                <a:lnTo>
                  <a:pt x="3325647" y="1066546"/>
                </a:lnTo>
                <a:lnTo>
                  <a:pt x="3325330" y="1067308"/>
                </a:lnTo>
                <a:lnTo>
                  <a:pt x="3325330" y="1082001"/>
                </a:lnTo>
                <a:lnTo>
                  <a:pt x="3325647" y="1082763"/>
                </a:lnTo>
                <a:lnTo>
                  <a:pt x="3326904" y="1084021"/>
                </a:lnTo>
                <a:lnTo>
                  <a:pt x="3327666" y="1084338"/>
                </a:lnTo>
                <a:lnTo>
                  <a:pt x="3329444" y="1084338"/>
                </a:lnTo>
                <a:lnTo>
                  <a:pt x="3330206" y="1084021"/>
                </a:lnTo>
                <a:lnTo>
                  <a:pt x="3331464" y="1082763"/>
                </a:lnTo>
                <a:lnTo>
                  <a:pt x="3331781" y="1082001"/>
                </a:lnTo>
                <a:lnTo>
                  <a:pt x="3331781" y="1067308"/>
                </a:lnTo>
                <a:close/>
              </a:path>
              <a:path w="3331845" h="2440304">
                <a:moveTo>
                  <a:pt x="3331781" y="1035037"/>
                </a:moveTo>
                <a:lnTo>
                  <a:pt x="3331464" y="1034275"/>
                </a:lnTo>
                <a:lnTo>
                  <a:pt x="3330206" y="1033018"/>
                </a:lnTo>
                <a:lnTo>
                  <a:pt x="3329444" y="1032700"/>
                </a:lnTo>
                <a:lnTo>
                  <a:pt x="3327666" y="1032700"/>
                </a:lnTo>
                <a:lnTo>
                  <a:pt x="3326904" y="1033018"/>
                </a:lnTo>
                <a:lnTo>
                  <a:pt x="3325647" y="1034275"/>
                </a:lnTo>
                <a:lnTo>
                  <a:pt x="3325330" y="1035037"/>
                </a:lnTo>
                <a:lnTo>
                  <a:pt x="3325330" y="1049731"/>
                </a:lnTo>
                <a:lnTo>
                  <a:pt x="3325647" y="1050493"/>
                </a:lnTo>
                <a:lnTo>
                  <a:pt x="3326904" y="1051750"/>
                </a:lnTo>
                <a:lnTo>
                  <a:pt x="3327666" y="1052068"/>
                </a:lnTo>
                <a:lnTo>
                  <a:pt x="3329444" y="1052068"/>
                </a:lnTo>
                <a:lnTo>
                  <a:pt x="3330206" y="1051750"/>
                </a:lnTo>
                <a:lnTo>
                  <a:pt x="3331464" y="1050493"/>
                </a:lnTo>
                <a:lnTo>
                  <a:pt x="3331781" y="1049731"/>
                </a:lnTo>
                <a:lnTo>
                  <a:pt x="3331781" y="1035037"/>
                </a:lnTo>
                <a:close/>
              </a:path>
              <a:path w="3331845" h="2440304">
                <a:moveTo>
                  <a:pt x="3331781" y="1002766"/>
                </a:moveTo>
                <a:lnTo>
                  <a:pt x="3331464" y="1002004"/>
                </a:lnTo>
                <a:lnTo>
                  <a:pt x="3330206" y="1000747"/>
                </a:lnTo>
                <a:lnTo>
                  <a:pt x="3329444" y="1000429"/>
                </a:lnTo>
                <a:lnTo>
                  <a:pt x="3327666" y="1000429"/>
                </a:lnTo>
                <a:lnTo>
                  <a:pt x="3326904" y="1000747"/>
                </a:lnTo>
                <a:lnTo>
                  <a:pt x="3325647" y="1002004"/>
                </a:lnTo>
                <a:lnTo>
                  <a:pt x="3325330" y="1002766"/>
                </a:lnTo>
                <a:lnTo>
                  <a:pt x="3325330" y="1017460"/>
                </a:lnTo>
                <a:lnTo>
                  <a:pt x="3325647" y="1018222"/>
                </a:lnTo>
                <a:lnTo>
                  <a:pt x="3326904" y="1019479"/>
                </a:lnTo>
                <a:lnTo>
                  <a:pt x="3327666" y="1019797"/>
                </a:lnTo>
                <a:lnTo>
                  <a:pt x="3329444" y="1019797"/>
                </a:lnTo>
                <a:lnTo>
                  <a:pt x="3330206" y="1019479"/>
                </a:lnTo>
                <a:lnTo>
                  <a:pt x="3331464" y="1018222"/>
                </a:lnTo>
                <a:lnTo>
                  <a:pt x="3331781" y="1017460"/>
                </a:lnTo>
                <a:lnTo>
                  <a:pt x="3331781" y="1002766"/>
                </a:lnTo>
                <a:close/>
              </a:path>
              <a:path w="3331845" h="2440304">
                <a:moveTo>
                  <a:pt x="3331781" y="970495"/>
                </a:moveTo>
                <a:lnTo>
                  <a:pt x="3331464" y="969733"/>
                </a:lnTo>
                <a:lnTo>
                  <a:pt x="3330206" y="968476"/>
                </a:lnTo>
                <a:lnTo>
                  <a:pt x="3329444" y="968159"/>
                </a:lnTo>
                <a:lnTo>
                  <a:pt x="3327666" y="968159"/>
                </a:lnTo>
                <a:lnTo>
                  <a:pt x="3326904" y="968476"/>
                </a:lnTo>
                <a:lnTo>
                  <a:pt x="3325647" y="969733"/>
                </a:lnTo>
                <a:lnTo>
                  <a:pt x="3325330" y="970495"/>
                </a:lnTo>
                <a:lnTo>
                  <a:pt x="3325330" y="985189"/>
                </a:lnTo>
                <a:lnTo>
                  <a:pt x="3325647" y="985951"/>
                </a:lnTo>
                <a:lnTo>
                  <a:pt x="3326904" y="987209"/>
                </a:lnTo>
                <a:lnTo>
                  <a:pt x="3327666" y="987526"/>
                </a:lnTo>
                <a:lnTo>
                  <a:pt x="3329444" y="987526"/>
                </a:lnTo>
                <a:lnTo>
                  <a:pt x="3330206" y="987209"/>
                </a:lnTo>
                <a:lnTo>
                  <a:pt x="3331464" y="985951"/>
                </a:lnTo>
                <a:lnTo>
                  <a:pt x="3331781" y="985189"/>
                </a:lnTo>
                <a:lnTo>
                  <a:pt x="3331781" y="970495"/>
                </a:lnTo>
                <a:close/>
              </a:path>
              <a:path w="3331845" h="2440304">
                <a:moveTo>
                  <a:pt x="3331781" y="938225"/>
                </a:moveTo>
                <a:lnTo>
                  <a:pt x="3331464" y="937463"/>
                </a:lnTo>
                <a:lnTo>
                  <a:pt x="3330206" y="936205"/>
                </a:lnTo>
                <a:lnTo>
                  <a:pt x="3329444" y="935888"/>
                </a:lnTo>
                <a:lnTo>
                  <a:pt x="3327666" y="935888"/>
                </a:lnTo>
                <a:lnTo>
                  <a:pt x="3326904" y="936205"/>
                </a:lnTo>
                <a:lnTo>
                  <a:pt x="3325647" y="937463"/>
                </a:lnTo>
                <a:lnTo>
                  <a:pt x="3325330" y="938225"/>
                </a:lnTo>
                <a:lnTo>
                  <a:pt x="3325330" y="952919"/>
                </a:lnTo>
                <a:lnTo>
                  <a:pt x="3325647" y="953681"/>
                </a:lnTo>
                <a:lnTo>
                  <a:pt x="3326904" y="954938"/>
                </a:lnTo>
                <a:lnTo>
                  <a:pt x="3327666" y="955255"/>
                </a:lnTo>
                <a:lnTo>
                  <a:pt x="3329444" y="955255"/>
                </a:lnTo>
                <a:lnTo>
                  <a:pt x="3330206" y="954938"/>
                </a:lnTo>
                <a:lnTo>
                  <a:pt x="3331464" y="953681"/>
                </a:lnTo>
                <a:lnTo>
                  <a:pt x="3331781" y="952919"/>
                </a:lnTo>
                <a:lnTo>
                  <a:pt x="3331781" y="938225"/>
                </a:lnTo>
                <a:close/>
              </a:path>
              <a:path w="3331845" h="2440304">
                <a:moveTo>
                  <a:pt x="3331781" y="905954"/>
                </a:moveTo>
                <a:lnTo>
                  <a:pt x="3331464" y="905192"/>
                </a:lnTo>
                <a:lnTo>
                  <a:pt x="3330206" y="903935"/>
                </a:lnTo>
                <a:lnTo>
                  <a:pt x="3329444" y="903617"/>
                </a:lnTo>
                <a:lnTo>
                  <a:pt x="3327666" y="903617"/>
                </a:lnTo>
                <a:lnTo>
                  <a:pt x="3326904" y="903935"/>
                </a:lnTo>
                <a:lnTo>
                  <a:pt x="3325647" y="905192"/>
                </a:lnTo>
                <a:lnTo>
                  <a:pt x="3325330" y="905954"/>
                </a:lnTo>
                <a:lnTo>
                  <a:pt x="3325330" y="920648"/>
                </a:lnTo>
                <a:lnTo>
                  <a:pt x="3325647" y="921397"/>
                </a:lnTo>
                <a:lnTo>
                  <a:pt x="3326904" y="922667"/>
                </a:lnTo>
                <a:lnTo>
                  <a:pt x="3327666" y="922985"/>
                </a:lnTo>
                <a:lnTo>
                  <a:pt x="3329444" y="922985"/>
                </a:lnTo>
                <a:lnTo>
                  <a:pt x="3330206" y="922667"/>
                </a:lnTo>
                <a:lnTo>
                  <a:pt x="3331464" y="921397"/>
                </a:lnTo>
                <a:lnTo>
                  <a:pt x="3331781" y="920648"/>
                </a:lnTo>
                <a:lnTo>
                  <a:pt x="3331781" y="905954"/>
                </a:lnTo>
                <a:close/>
              </a:path>
              <a:path w="3331845" h="2440304">
                <a:moveTo>
                  <a:pt x="3331781" y="873683"/>
                </a:moveTo>
                <a:lnTo>
                  <a:pt x="3331464" y="872921"/>
                </a:lnTo>
                <a:lnTo>
                  <a:pt x="3330206" y="871664"/>
                </a:lnTo>
                <a:lnTo>
                  <a:pt x="3329444" y="871347"/>
                </a:lnTo>
                <a:lnTo>
                  <a:pt x="3327666" y="871347"/>
                </a:lnTo>
                <a:lnTo>
                  <a:pt x="3326904" y="871664"/>
                </a:lnTo>
                <a:lnTo>
                  <a:pt x="3325647" y="872921"/>
                </a:lnTo>
                <a:lnTo>
                  <a:pt x="3325330" y="873683"/>
                </a:lnTo>
                <a:lnTo>
                  <a:pt x="3325330" y="888365"/>
                </a:lnTo>
                <a:lnTo>
                  <a:pt x="3325647" y="889127"/>
                </a:lnTo>
                <a:lnTo>
                  <a:pt x="3326904" y="890397"/>
                </a:lnTo>
                <a:lnTo>
                  <a:pt x="3327666" y="890701"/>
                </a:lnTo>
                <a:lnTo>
                  <a:pt x="3329444" y="890701"/>
                </a:lnTo>
                <a:lnTo>
                  <a:pt x="3330206" y="890397"/>
                </a:lnTo>
                <a:lnTo>
                  <a:pt x="3331464" y="889127"/>
                </a:lnTo>
                <a:lnTo>
                  <a:pt x="3331781" y="888365"/>
                </a:lnTo>
                <a:lnTo>
                  <a:pt x="3331781" y="873683"/>
                </a:lnTo>
                <a:close/>
              </a:path>
              <a:path w="3331845" h="2440304">
                <a:moveTo>
                  <a:pt x="3331781" y="841413"/>
                </a:moveTo>
                <a:lnTo>
                  <a:pt x="3331464" y="840651"/>
                </a:lnTo>
                <a:lnTo>
                  <a:pt x="3330206" y="839381"/>
                </a:lnTo>
                <a:lnTo>
                  <a:pt x="3329444" y="839076"/>
                </a:lnTo>
                <a:lnTo>
                  <a:pt x="3327666" y="839076"/>
                </a:lnTo>
                <a:lnTo>
                  <a:pt x="3326904" y="839381"/>
                </a:lnTo>
                <a:lnTo>
                  <a:pt x="3325647" y="840651"/>
                </a:lnTo>
                <a:lnTo>
                  <a:pt x="3325330" y="841413"/>
                </a:lnTo>
                <a:lnTo>
                  <a:pt x="3325330" y="856094"/>
                </a:lnTo>
                <a:lnTo>
                  <a:pt x="3325647" y="856856"/>
                </a:lnTo>
                <a:lnTo>
                  <a:pt x="3326904" y="858113"/>
                </a:lnTo>
                <a:lnTo>
                  <a:pt x="3327666" y="858431"/>
                </a:lnTo>
                <a:lnTo>
                  <a:pt x="3329444" y="858431"/>
                </a:lnTo>
                <a:lnTo>
                  <a:pt x="3330206" y="858113"/>
                </a:lnTo>
                <a:lnTo>
                  <a:pt x="3331464" y="856856"/>
                </a:lnTo>
                <a:lnTo>
                  <a:pt x="3331781" y="856094"/>
                </a:lnTo>
                <a:lnTo>
                  <a:pt x="3331781" y="841413"/>
                </a:lnTo>
                <a:close/>
              </a:path>
              <a:path w="3331845" h="2440304">
                <a:moveTo>
                  <a:pt x="3331781" y="809129"/>
                </a:moveTo>
                <a:lnTo>
                  <a:pt x="3331464" y="808380"/>
                </a:lnTo>
                <a:lnTo>
                  <a:pt x="3330206" y="807110"/>
                </a:lnTo>
                <a:lnTo>
                  <a:pt x="3329444" y="806792"/>
                </a:lnTo>
                <a:lnTo>
                  <a:pt x="3327666" y="806792"/>
                </a:lnTo>
                <a:lnTo>
                  <a:pt x="3326904" y="807110"/>
                </a:lnTo>
                <a:lnTo>
                  <a:pt x="3325647" y="808380"/>
                </a:lnTo>
                <a:lnTo>
                  <a:pt x="3325330" y="809129"/>
                </a:lnTo>
                <a:lnTo>
                  <a:pt x="3325330" y="823823"/>
                </a:lnTo>
                <a:lnTo>
                  <a:pt x="3325647" y="824585"/>
                </a:lnTo>
                <a:lnTo>
                  <a:pt x="3326904" y="825842"/>
                </a:lnTo>
                <a:lnTo>
                  <a:pt x="3327666" y="826160"/>
                </a:lnTo>
                <a:lnTo>
                  <a:pt x="3329444" y="826160"/>
                </a:lnTo>
                <a:lnTo>
                  <a:pt x="3330206" y="825842"/>
                </a:lnTo>
                <a:lnTo>
                  <a:pt x="3331464" y="824585"/>
                </a:lnTo>
                <a:lnTo>
                  <a:pt x="3331781" y="823823"/>
                </a:lnTo>
                <a:lnTo>
                  <a:pt x="3331781" y="809129"/>
                </a:lnTo>
                <a:close/>
              </a:path>
              <a:path w="3331845" h="2440304">
                <a:moveTo>
                  <a:pt x="3331781" y="776859"/>
                </a:moveTo>
                <a:lnTo>
                  <a:pt x="3331464" y="776097"/>
                </a:lnTo>
                <a:lnTo>
                  <a:pt x="3330206" y="774839"/>
                </a:lnTo>
                <a:lnTo>
                  <a:pt x="3329444" y="774522"/>
                </a:lnTo>
                <a:lnTo>
                  <a:pt x="3327666" y="774522"/>
                </a:lnTo>
                <a:lnTo>
                  <a:pt x="3326904" y="774839"/>
                </a:lnTo>
                <a:lnTo>
                  <a:pt x="3325647" y="776097"/>
                </a:lnTo>
                <a:lnTo>
                  <a:pt x="3325330" y="776859"/>
                </a:lnTo>
                <a:lnTo>
                  <a:pt x="3325330" y="791552"/>
                </a:lnTo>
                <a:lnTo>
                  <a:pt x="3325647" y="792314"/>
                </a:lnTo>
                <a:lnTo>
                  <a:pt x="3326904" y="793572"/>
                </a:lnTo>
                <a:lnTo>
                  <a:pt x="3327666" y="793889"/>
                </a:lnTo>
                <a:lnTo>
                  <a:pt x="3329444" y="793889"/>
                </a:lnTo>
                <a:lnTo>
                  <a:pt x="3330206" y="793572"/>
                </a:lnTo>
                <a:lnTo>
                  <a:pt x="3331464" y="792314"/>
                </a:lnTo>
                <a:lnTo>
                  <a:pt x="3331781" y="791552"/>
                </a:lnTo>
                <a:lnTo>
                  <a:pt x="3331781" y="776859"/>
                </a:lnTo>
                <a:close/>
              </a:path>
              <a:path w="3331845" h="2440304">
                <a:moveTo>
                  <a:pt x="3331781" y="744588"/>
                </a:moveTo>
                <a:lnTo>
                  <a:pt x="3331464" y="743826"/>
                </a:lnTo>
                <a:lnTo>
                  <a:pt x="3330206" y="742569"/>
                </a:lnTo>
                <a:lnTo>
                  <a:pt x="3329444" y="742251"/>
                </a:lnTo>
                <a:lnTo>
                  <a:pt x="3327666" y="742251"/>
                </a:lnTo>
                <a:lnTo>
                  <a:pt x="3326904" y="742569"/>
                </a:lnTo>
                <a:lnTo>
                  <a:pt x="3325647" y="743826"/>
                </a:lnTo>
                <a:lnTo>
                  <a:pt x="3325330" y="744588"/>
                </a:lnTo>
                <a:lnTo>
                  <a:pt x="3325330" y="759282"/>
                </a:lnTo>
                <a:lnTo>
                  <a:pt x="3325647" y="760044"/>
                </a:lnTo>
                <a:lnTo>
                  <a:pt x="3326904" y="761301"/>
                </a:lnTo>
                <a:lnTo>
                  <a:pt x="3327666" y="761619"/>
                </a:lnTo>
                <a:lnTo>
                  <a:pt x="3329444" y="761619"/>
                </a:lnTo>
                <a:lnTo>
                  <a:pt x="3330206" y="761301"/>
                </a:lnTo>
                <a:lnTo>
                  <a:pt x="3331464" y="760044"/>
                </a:lnTo>
                <a:lnTo>
                  <a:pt x="3331781" y="759282"/>
                </a:lnTo>
                <a:lnTo>
                  <a:pt x="3331781" y="744588"/>
                </a:lnTo>
                <a:close/>
              </a:path>
              <a:path w="3331845" h="2440304">
                <a:moveTo>
                  <a:pt x="3331781" y="712317"/>
                </a:moveTo>
                <a:lnTo>
                  <a:pt x="3331464" y="711555"/>
                </a:lnTo>
                <a:lnTo>
                  <a:pt x="3330206" y="710298"/>
                </a:lnTo>
                <a:lnTo>
                  <a:pt x="3329444" y="709980"/>
                </a:lnTo>
                <a:lnTo>
                  <a:pt x="3327666" y="709980"/>
                </a:lnTo>
                <a:lnTo>
                  <a:pt x="3326904" y="710298"/>
                </a:lnTo>
                <a:lnTo>
                  <a:pt x="3325647" y="711555"/>
                </a:lnTo>
                <a:lnTo>
                  <a:pt x="3325330" y="712317"/>
                </a:lnTo>
                <a:lnTo>
                  <a:pt x="3325330" y="727011"/>
                </a:lnTo>
                <a:lnTo>
                  <a:pt x="3325647" y="727773"/>
                </a:lnTo>
                <a:lnTo>
                  <a:pt x="3326904" y="729030"/>
                </a:lnTo>
                <a:lnTo>
                  <a:pt x="3327666" y="729348"/>
                </a:lnTo>
                <a:lnTo>
                  <a:pt x="3329444" y="729348"/>
                </a:lnTo>
                <a:lnTo>
                  <a:pt x="3330206" y="729030"/>
                </a:lnTo>
                <a:lnTo>
                  <a:pt x="3331464" y="727773"/>
                </a:lnTo>
                <a:lnTo>
                  <a:pt x="3331781" y="727011"/>
                </a:lnTo>
                <a:lnTo>
                  <a:pt x="3331781" y="712317"/>
                </a:lnTo>
                <a:close/>
              </a:path>
              <a:path w="3331845" h="2440304">
                <a:moveTo>
                  <a:pt x="3331781" y="680046"/>
                </a:moveTo>
                <a:lnTo>
                  <a:pt x="3331464" y="679284"/>
                </a:lnTo>
                <a:lnTo>
                  <a:pt x="3330206" y="678027"/>
                </a:lnTo>
                <a:lnTo>
                  <a:pt x="3329444" y="677710"/>
                </a:lnTo>
                <a:lnTo>
                  <a:pt x="3327666" y="677710"/>
                </a:lnTo>
                <a:lnTo>
                  <a:pt x="3326904" y="678027"/>
                </a:lnTo>
                <a:lnTo>
                  <a:pt x="3325647" y="679284"/>
                </a:lnTo>
                <a:lnTo>
                  <a:pt x="3325330" y="680046"/>
                </a:lnTo>
                <a:lnTo>
                  <a:pt x="3325330" y="694740"/>
                </a:lnTo>
                <a:lnTo>
                  <a:pt x="3325647" y="695502"/>
                </a:lnTo>
                <a:lnTo>
                  <a:pt x="3326904" y="696760"/>
                </a:lnTo>
                <a:lnTo>
                  <a:pt x="3327666" y="697077"/>
                </a:lnTo>
                <a:lnTo>
                  <a:pt x="3329444" y="697077"/>
                </a:lnTo>
                <a:lnTo>
                  <a:pt x="3330206" y="696760"/>
                </a:lnTo>
                <a:lnTo>
                  <a:pt x="3331464" y="695502"/>
                </a:lnTo>
                <a:lnTo>
                  <a:pt x="3331781" y="694740"/>
                </a:lnTo>
                <a:lnTo>
                  <a:pt x="3331781" y="680046"/>
                </a:lnTo>
                <a:close/>
              </a:path>
              <a:path w="3331845" h="2440304">
                <a:moveTo>
                  <a:pt x="3331781" y="647776"/>
                </a:moveTo>
                <a:lnTo>
                  <a:pt x="3331464" y="647014"/>
                </a:lnTo>
                <a:lnTo>
                  <a:pt x="3330206" y="645756"/>
                </a:lnTo>
                <a:lnTo>
                  <a:pt x="3329444" y="645439"/>
                </a:lnTo>
                <a:lnTo>
                  <a:pt x="3327666" y="645439"/>
                </a:lnTo>
                <a:lnTo>
                  <a:pt x="3326904" y="645756"/>
                </a:lnTo>
                <a:lnTo>
                  <a:pt x="3325647" y="647014"/>
                </a:lnTo>
                <a:lnTo>
                  <a:pt x="3325330" y="647776"/>
                </a:lnTo>
                <a:lnTo>
                  <a:pt x="3325330" y="662470"/>
                </a:lnTo>
                <a:lnTo>
                  <a:pt x="3325647" y="663232"/>
                </a:lnTo>
                <a:lnTo>
                  <a:pt x="3326904" y="664489"/>
                </a:lnTo>
                <a:lnTo>
                  <a:pt x="3327666" y="664806"/>
                </a:lnTo>
                <a:lnTo>
                  <a:pt x="3329444" y="664806"/>
                </a:lnTo>
                <a:lnTo>
                  <a:pt x="3330206" y="664489"/>
                </a:lnTo>
                <a:lnTo>
                  <a:pt x="3331464" y="663232"/>
                </a:lnTo>
                <a:lnTo>
                  <a:pt x="3331781" y="662470"/>
                </a:lnTo>
                <a:lnTo>
                  <a:pt x="3331781" y="647776"/>
                </a:lnTo>
                <a:close/>
              </a:path>
              <a:path w="3331845" h="2440304">
                <a:moveTo>
                  <a:pt x="3331781" y="615505"/>
                </a:moveTo>
                <a:lnTo>
                  <a:pt x="3331464" y="614743"/>
                </a:lnTo>
                <a:lnTo>
                  <a:pt x="3330206" y="613486"/>
                </a:lnTo>
                <a:lnTo>
                  <a:pt x="3329444" y="613168"/>
                </a:lnTo>
                <a:lnTo>
                  <a:pt x="3327666" y="613168"/>
                </a:lnTo>
                <a:lnTo>
                  <a:pt x="3326904" y="613486"/>
                </a:lnTo>
                <a:lnTo>
                  <a:pt x="3325647" y="614743"/>
                </a:lnTo>
                <a:lnTo>
                  <a:pt x="3325330" y="615505"/>
                </a:lnTo>
                <a:lnTo>
                  <a:pt x="3325330" y="630199"/>
                </a:lnTo>
                <a:lnTo>
                  <a:pt x="3325647" y="630948"/>
                </a:lnTo>
                <a:lnTo>
                  <a:pt x="3326904" y="632218"/>
                </a:lnTo>
                <a:lnTo>
                  <a:pt x="3327666" y="632523"/>
                </a:lnTo>
                <a:lnTo>
                  <a:pt x="3329444" y="632523"/>
                </a:lnTo>
                <a:lnTo>
                  <a:pt x="3330206" y="632218"/>
                </a:lnTo>
                <a:lnTo>
                  <a:pt x="3331464" y="630948"/>
                </a:lnTo>
                <a:lnTo>
                  <a:pt x="3331781" y="630199"/>
                </a:lnTo>
                <a:lnTo>
                  <a:pt x="3331781" y="615505"/>
                </a:lnTo>
                <a:close/>
              </a:path>
              <a:path w="3331845" h="2440304">
                <a:moveTo>
                  <a:pt x="3331781" y="583234"/>
                </a:moveTo>
                <a:lnTo>
                  <a:pt x="3331464" y="582472"/>
                </a:lnTo>
                <a:lnTo>
                  <a:pt x="3330206" y="581202"/>
                </a:lnTo>
                <a:lnTo>
                  <a:pt x="3329444" y="580898"/>
                </a:lnTo>
                <a:lnTo>
                  <a:pt x="3327666" y="580898"/>
                </a:lnTo>
                <a:lnTo>
                  <a:pt x="3326904" y="581202"/>
                </a:lnTo>
                <a:lnTo>
                  <a:pt x="3325647" y="582472"/>
                </a:lnTo>
                <a:lnTo>
                  <a:pt x="3325330" y="583234"/>
                </a:lnTo>
                <a:lnTo>
                  <a:pt x="3325330" y="597916"/>
                </a:lnTo>
                <a:lnTo>
                  <a:pt x="3325647" y="598678"/>
                </a:lnTo>
                <a:lnTo>
                  <a:pt x="3326904" y="599948"/>
                </a:lnTo>
                <a:lnTo>
                  <a:pt x="3327666" y="600252"/>
                </a:lnTo>
                <a:lnTo>
                  <a:pt x="3329444" y="600252"/>
                </a:lnTo>
                <a:lnTo>
                  <a:pt x="3330206" y="599948"/>
                </a:lnTo>
                <a:lnTo>
                  <a:pt x="3331464" y="598678"/>
                </a:lnTo>
                <a:lnTo>
                  <a:pt x="3331781" y="597916"/>
                </a:lnTo>
                <a:lnTo>
                  <a:pt x="3331781" y="583234"/>
                </a:lnTo>
                <a:close/>
              </a:path>
              <a:path w="3331845" h="2440304">
                <a:moveTo>
                  <a:pt x="3331781" y="550951"/>
                </a:moveTo>
                <a:lnTo>
                  <a:pt x="3331464" y="550202"/>
                </a:lnTo>
                <a:lnTo>
                  <a:pt x="3330206" y="548932"/>
                </a:lnTo>
                <a:lnTo>
                  <a:pt x="3329444" y="548627"/>
                </a:lnTo>
                <a:lnTo>
                  <a:pt x="3327666" y="548627"/>
                </a:lnTo>
                <a:lnTo>
                  <a:pt x="3326904" y="548932"/>
                </a:lnTo>
                <a:lnTo>
                  <a:pt x="3325647" y="550202"/>
                </a:lnTo>
                <a:lnTo>
                  <a:pt x="3325330" y="550951"/>
                </a:lnTo>
                <a:lnTo>
                  <a:pt x="3325330" y="565645"/>
                </a:lnTo>
                <a:lnTo>
                  <a:pt x="3325647" y="566407"/>
                </a:lnTo>
                <a:lnTo>
                  <a:pt x="3326904" y="567664"/>
                </a:lnTo>
                <a:lnTo>
                  <a:pt x="3327666" y="567982"/>
                </a:lnTo>
                <a:lnTo>
                  <a:pt x="3329444" y="567982"/>
                </a:lnTo>
                <a:lnTo>
                  <a:pt x="3330206" y="567664"/>
                </a:lnTo>
                <a:lnTo>
                  <a:pt x="3331464" y="566407"/>
                </a:lnTo>
                <a:lnTo>
                  <a:pt x="3331781" y="565645"/>
                </a:lnTo>
                <a:lnTo>
                  <a:pt x="3331781" y="550951"/>
                </a:lnTo>
                <a:close/>
              </a:path>
              <a:path w="3331845" h="2440304">
                <a:moveTo>
                  <a:pt x="3331781" y="518680"/>
                </a:moveTo>
                <a:lnTo>
                  <a:pt x="3331464" y="517918"/>
                </a:lnTo>
                <a:lnTo>
                  <a:pt x="3330206" y="516661"/>
                </a:lnTo>
                <a:lnTo>
                  <a:pt x="3329444" y="516343"/>
                </a:lnTo>
                <a:lnTo>
                  <a:pt x="3327666" y="516343"/>
                </a:lnTo>
                <a:lnTo>
                  <a:pt x="3326904" y="516661"/>
                </a:lnTo>
                <a:lnTo>
                  <a:pt x="3325647" y="517918"/>
                </a:lnTo>
                <a:lnTo>
                  <a:pt x="3325330" y="518680"/>
                </a:lnTo>
                <a:lnTo>
                  <a:pt x="3325330" y="533374"/>
                </a:lnTo>
                <a:lnTo>
                  <a:pt x="3325647" y="534136"/>
                </a:lnTo>
                <a:lnTo>
                  <a:pt x="3326904" y="535393"/>
                </a:lnTo>
                <a:lnTo>
                  <a:pt x="3327666" y="535711"/>
                </a:lnTo>
                <a:lnTo>
                  <a:pt x="3329444" y="535711"/>
                </a:lnTo>
                <a:lnTo>
                  <a:pt x="3330206" y="535393"/>
                </a:lnTo>
                <a:lnTo>
                  <a:pt x="3331464" y="534136"/>
                </a:lnTo>
                <a:lnTo>
                  <a:pt x="3331781" y="533374"/>
                </a:lnTo>
                <a:lnTo>
                  <a:pt x="3331781" y="518680"/>
                </a:lnTo>
                <a:close/>
              </a:path>
              <a:path w="3331845" h="2440304">
                <a:moveTo>
                  <a:pt x="3331781" y="486410"/>
                </a:moveTo>
                <a:lnTo>
                  <a:pt x="3331464" y="485648"/>
                </a:lnTo>
                <a:lnTo>
                  <a:pt x="3330206" y="484390"/>
                </a:lnTo>
                <a:lnTo>
                  <a:pt x="3329444" y="484073"/>
                </a:lnTo>
                <a:lnTo>
                  <a:pt x="3327666" y="484073"/>
                </a:lnTo>
                <a:lnTo>
                  <a:pt x="3326904" y="484390"/>
                </a:lnTo>
                <a:lnTo>
                  <a:pt x="3325647" y="485648"/>
                </a:lnTo>
                <a:lnTo>
                  <a:pt x="3325330" y="486410"/>
                </a:lnTo>
                <a:lnTo>
                  <a:pt x="3325330" y="501103"/>
                </a:lnTo>
                <a:lnTo>
                  <a:pt x="3325647" y="501865"/>
                </a:lnTo>
                <a:lnTo>
                  <a:pt x="3326904" y="503123"/>
                </a:lnTo>
                <a:lnTo>
                  <a:pt x="3327666" y="503440"/>
                </a:lnTo>
                <a:lnTo>
                  <a:pt x="3329444" y="503440"/>
                </a:lnTo>
                <a:lnTo>
                  <a:pt x="3330206" y="503123"/>
                </a:lnTo>
                <a:lnTo>
                  <a:pt x="3331464" y="501865"/>
                </a:lnTo>
                <a:lnTo>
                  <a:pt x="3331781" y="501103"/>
                </a:lnTo>
                <a:lnTo>
                  <a:pt x="3331781" y="486410"/>
                </a:lnTo>
                <a:close/>
              </a:path>
              <a:path w="3331845" h="2440304">
                <a:moveTo>
                  <a:pt x="3331781" y="454139"/>
                </a:moveTo>
                <a:lnTo>
                  <a:pt x="3331464" y="453377"/>
                </a:lnTo>
                <a:lnTo>
                  <a:pt x="3330206" y="452120"/>
                </a:lnTo>
                <a:lnTo>
                  <a:pt x="3329444" y="451802"/>
                </a:lnTo>
                <a:lnTo>
                  <a:pt x="3327666" y="451802"/>
                </a:lnTo>
                <a:lnTo>
                  <a:pt x="3326904" y="452120"/>
                </a:lnTo>
                <a:lnTo>
                  <a:pt x="3325647" y="453377"/>
                </a:lnTo>
                <a:lnTo>
                  <a:pt x="3325330" y="454139"/>
                </a:lnTo>
                <a:lnTo>
                  <a:pt x="3325330" y="468833"/>
                </a:lnTo>
                <a:lnTo>
                  <a:pt x="3325647" y="469595"/>
                </a:lnTo>
                <a:lnTo>
                  <a:pt x="3326904" y="470852"/>
                </a:lnTo>
                <a:lnTo>
                  <a:pt x="3327666" y="471170"/>
                </a:lnTo>
                <a:lnTo>
                  <a:pt x="3329444" y="471170"/>
                </a:lnTo>
                <a:lnTo>
                  <a:pt x="3330206" y="470852"/>
                </a:lnTo>
                <a:lnTo>
                  <a:pt x="3331464" y="469595"/>
                </a:lnTo>
                <a:lnTo>
                  <a:pt x="3331781" y="468833"/>
                </a:lnTo>
                <a:lnTo>
                  <a:pt x="3331781" y="454139"/>
                </a:lnTo>
                <a:close/>
              </a:path>
              <a:path w="3331845" h="2440304">
                <a:moveTo>
                  <a:pt x="3331781" y="421868"/>
                </a:moveTo>
                <a:lnTo>
                  <a:pt x="3331464" y="421106"/>
                </a:lnTo>
                <a:lnTo>
                  <a:pt x="3330206" y="419849"/>
                </a:lnTo>
                <a:lnTo>
                  <a:pt x="3329444" y="419531"/>
                </a:lnTo>
                <a:lnTo>
                  <a:pt x="3327666" y="419531"/>
                </a:lnTo>
                <a:lnTo>
                  <a:pt x="3326904" y="419849"/>
                </a:lnTo>
                <a:lnTo>
                  <a:pt x="3325647" y="421106"/>
                </a:lnTo>
                <a:lnTo>
                  <a:pt x="3325330" y="421868"/>
                </a:lnTo>
                <a:lnTo>
                  <a:pt x="3325330" y="436562"/>
                </a:lnTo>
                <a:lnTo>
                  <a:pt x="3325647" y="437324"/>
                </a:lnTo>
                <a:lnTo>
                  <a:pt x="3326904" y="438581"/>
                </a:lnTo>
                <a:lnTo>
                  <a:pt x="3327666" y="438899"/>
                </a:lnTo>
                <a:lnTo>
                  <a:pt x="3329444" y="438899"/>
                </a:lnTo>
                <a:lnTo>
                  <a:pt x="3330206" y="438581"/>
                </a:lnTo>
                <a:lnTo>
                  <a:pt x="3331464" y="437324"/>
                </a:lnTo>
                <a:lnTo>
                  <a:pt x="3331781" y="436562"/>
                </a:lnTo>
                <a:lnTo>
                  <a:pt x="3331781" y="421868"/>
                </a:lnTo>
                <a:close/>
              </a:path>
              <a:path w="3331845" h="2440304">
                <a:moveTo>
                  <a:pt x="3331781" y="389597"/>
                </a:moveTo>
                <a:lnTo>
                  <a:pt x="3331464" y="388835"/>
                </a:lnTo>
                <a:lnTo>
                  <a:pt x="3330206" y="387578"/>
                </a:lnTo>
                <a:lnTo>
                  <a:pt x="3329444" y="387261"/>
                </a:lnTo>
                <a:lnTo>
                  <a:pt x="3327666" y="387261"/>
                </a:lnTo>
                <a:lnTo>
                  <a:pt x="3326904" y="387578"/>
                </a:lnTo>
                <a:lnTo>
                  <a:pt x="3325647" y="388835"/>
                </a:lnTo>
                <a:lnTo>
                  <a:pt x="3325330" y="389597"/>
                </a:lnTo>
                <a:lnTo>
                  <a:pt x="3325330" y="404291"/>
                </a:lnTo>
                <a:lnTo>
                  <a:pt x="3325647" y="405053"/>
                </a:lnTo>
                <a:lnTo>
                  <a:pt x="3326904" y="406311"/>
                </a:lnTo>
                <a:lnTo>
                  <a:pt x="3327666" y="406628"/>
                </a:lnTo>
                <a:lnTo>
                  <a:pt x="3329444" y="406628"/>
                </a:lnTo>
                <a:lnTo>
                  <a:pt x="3330206" y="406311"/>
                </a:lnTo>
                <a:lnTo>
                  <a:pt x="3331464" y="405053"/>
                </a:lnTo>
                <a:lnTo>
                  <a:pt x="3331781" y="404291"/>
                </a:lnTo>
                <a:lnTo>
                  <a:pt x="3331781" y="389597"/>
                </a:lnTo>
                <a:close/>
              </a:path>
              <a:path w="3331845" h="2440304">
                <a:moveTo>
                  <a:pt x="3331781" y="357327"/>
                </a:moveTo>
                <a:lnTo>
                  <a:pt x="3331464" y="356565"/>
                </a:lnTo>
                <a:lnTo>
                  <a:pt x="3330206" y="355307"/>
                </a:lnTo>
                <a:lnTo>
                  <a:pt x="3329444" y="354990"/>
                </a:lnTo>
                <a:lnTo>
                  <a:pt x="3327666" y="354990"/>
                </a:lnTo>
                <a:lnTo>
                  <a:pt x="3326904" y="355307"/>
                </a:lnTo>
                <a:lnTo>
                  <a:pt x="3325647" y="356565"/>
                </a:lnTo>
                <a:lnTo>
                  <a:pt x="3325330" y="357327"/>
                </a:lnTo>
                <a:lnTo>
                  <a:pt x="3325330" y="372021"/>
                </a:lnTo>
                <a:lnTo>
                  <a:pt x="3325647" y="372770"/>
                </a:lnTo>
                <a:lnTo>
                  <a:pt x="3326904" y="374040"/>
                </a:lnTo>
                <a:lnTo>
                  <a:pt x="3327666" y="374345"/>
                </a:lnTo>
                <a:lnTo>
                  <a:pt x="3329444" y="374345"/>
                </a:lnTo>
                <a:lnTo>
                  <a:pt x="3330206" y="374040"/>
                </a:lnTo>
                <a:lnTo>
                  <a:pt x="3331464" y="372770"/>
                </a:lnTo>
                <a:lnTo>
                  <a:pt x="3331781" y="372021"/>
                </a:lnTo>
                <a:lnTo>
                  <a:pt x="3331781" y="357327"/>
                </a:lnTo>
                <a:close/>
              </a:path>
              <a:path w="3331845" h="2440304">
                <a:moveTo>
                  <a:pt x="3331781" y="325056"/>
                </a:moveTo>
                <a:lnTo>
                  <a:pt x="3331464" y="324294"/>
                </a:lnTo>
                <a:lnTo>
                  <a:pt x="3330206" y="323037"/>
                </a:lnTo>
                <a:lnTo>
                  <a:pt x="3329444" y="322719"/>
                </a:lnTo>
                <a:lnTo>
                  <a:pt x="3327666" y="322719"/>
                </a:lnTo>
                <a:lnTo>
                  <a:pt x="3326904" y="323037"/>
                </a:lnTo>
                <a:lnTo>
                  <a:pt x="3325647" y="324294"/>
                </a:lnTo>
                <a:lnTo>
                  <a:pt x="3325330" y="325056"/>
                </a:lnTo>
                <a:lnTo>
                  <a:pt x="3325330" y="339737"/>
                </a:lnTo>
                <a:lnTo>
                  <a:pt x="3325647" y="340499"/>
                </a:lnTo>
                <a:lnTo>
                  <a:pt x="3326904" y="341769"/>
                </a:lnTo>
                <a:lnTo>
                  <a:pt x="3327666" y="342074"/>
                </a:lnTo>
                <a:lnTo>
                  <a:pt x="3329444" y="342074"/>
                </a:lnTo>
                <a:lnTo>
                  <a:pt x="3330206" y="341769"/>
                </a:lnTo>
                <a:lnTo>
                  <a:pt x="3331464" y="340499"/>
                </a:lnTo>
                <a:lnTo>
                  <a:pt x="3331781" y="339737"/>
                </a:lnTo>
                <a:lnTo>
                  <a:pt x="3331781" y="325056"/>
                </a:lnTo>
                <a:close/>
              </a:path>
              <a:path w="3331845" h="2440304">
                <a:moveTo>
                  <a:pt x="3331781" y="292785"/>
                </a:moveTo>
                <a:lnTo>
                  <a:pt x="3331464" y="292023"/>
                </a:lnTo>
                <a:lnTo>
                  <a:pt x="3330206" y="290753"/>
                </a:lnTo>
                <a:lnTo>
                  <a:pt x="3329444" y="290449"/>
                </a:lnTo>
                <a:lnTo>
                  <a:pt x="3327666" y="290449"/>
                </a:lnTo>
                <a:lnTo>
                  <a:pt x="3326904" y="290753"/>
                </a:lnTo>
                <a:lnTo>
                  <a:pt x="3325647" y="292023"/>
                </a:lnTo>
                <a:lnTo>
                  <a:pt x="3325330" y="292785"/>
                </a:lnTo>
                <a:lnTo>
                  <a:pt x="3325330" y="307467"/>
                </a:lnTo>
                <a:lnTo>
                  <a:pt x="3325647" y="308229"/>
                </a:lnTo>
                <a:lnTo>
                  <a:pt x="3326904" y="309486"/>
                </a:lnTo>
                <a:lnTo>
                  <a:pt x="3327666" y="309803"/>
                </a:lnTo>
                <a:lnTo>
                  <a:pt x="3329444" y="309803"/>
                </a:lnTo>
                <a:lnTo>
                  <a:pt x="3330206" y="309486"/>
                </a:lnTo>
                <a:lnTo>
                  <a:pt x="3331464" y="308229"/>
                </a:lnTo>
                <a:lnTo>
                  <a:pt x="3331781" y="307467"/>
                </a:lnTo>
                <a:lnTo>
                  <a:pt x="3331781" y="292785"/>
                </a:lnTo>
                <a:close/>
              </a:path>
              <a:path w="3331845" h="2440304">
                <a:moveTo>
                  <a:pt x="3331781" y="260502"/>
                </a:moveTo>
                <a:lnTo>
                  <a:pt x="3331464" y="259753"/>
                </a:lnTo>
                <a:lnTo>
                  <a:pt x="3330206" y="258483"/>
                </a:lnTo>
                <a:lnTo>
                  <a:pt x="3329444" y="258165"/>
                </a:lnTo>
                <a:lnTo>
                  <a:pt x="3327666" y="258165"/>
                </a:lnTo>
                <a:lnTo>
                  <a:pt x="3326904" y="258483"/>
                </a:lnTo>
                <a:lnTo>
                  <a:pt x="3325647" y="259753"/>
                </a:lnTo>
                <a:lnTo>
                  <a:pt x="3325330" y="260502"/>
                </a:lnTo>
                <a:lnTo>
                  <a:pt x="3325330" y="275196"/>
                </a:lnTo>
                <a:lnTo>
                  <a:pt x="3325647" y="275958"/>
                </a:lnTo>
                <a:lnTo>
                  <a:pt x="3326904" y="277215"/>
                </a:lnTo>
                <a:lnTo>
                  <a:pt x="3327666" y="277533"/>
                </a:lnTo>
                <a:lnTo>
                  <a:pt x="3329444" y="277533"/>
                </a:lnTo>
                <a:lnTo>
                  <a:pt x="3330206" y="277215"/>
                </a:lnTo>
                <a:lnTo>
                  <a:pt x="3331464" y="275958"/>
                </a:lnTo>
                <a:lnTo>
                  <a:pt x="3331781" y="275196"/>
                </a:lnTo>
                <a:lnTo>
                  <a:pt x="3331781" y="260502"/>
                </a:lnTo>
                <a:close/>
              </a:path>
              <a:path w="3331845" h="2440304">
                <a:moveTo>
                  <a:pt x="3331781" y="228231"/>
                </a:moveTo>
                <a:lnTo>
                  <a:pt x="3331464" y="227469"/>
                </a:lnTo>
                <a:lnTo>
                  <a:pt x="3330206" y="226212"/>
                </a:lnTo>
                <a:lnTo>
                  <a:pt x="3329444" y="225894"/>
                </a:lnTo>
                <a:lnTo>
                  <a:pt x="3327666" y="225894"/>
                </a:lnTo>
                <a:lnTo>
                  <a:pt x="3326904" y="226212"/>
                </a:lnTo>
                <a:lnTo>
                  <a:pt x="3325647" y="227469"/>
                </a:lnTo>
                <a:lnTo>
                  <a:pt x="3325330" y="228231"/>
                </a:lnTo>
                <a:lnTo>
                  <a:pt x="3325330" y="242925"/>
                </a:lnTo>
                <a:lnTo>
                  <a:pt x="3325647" y="243687"/>
                </a:lnTo>
                <a:lnTo>
                  <a:pt x="3326904" y="244944"/>
                </a:lnTo>
                <a:lnTo>
                  <a:pt x="3327666" y="245262"/>
                </a:lnTo>
                <a:lnTo>
                  <a:pt x="3329444" y="245262"/>
                </a:lnTo>
                <a:lnTo>
                  <a:pt x="3330206" y="244944"/>
                </a:lnTo>
                <a:lnTo>
                  <a:pt x="3331464" y="243687"/>
                </a:lnTo>
                <a:lnTo>
                  <a:pt x="3331781" y="242925"/>
                </a:lnTo>
                <a:lnTo>
                  <a:pt x="3331781" y="228231"/>
                </a:lnTo>
                <a:close/>
              </a:path>
              <a:path w="3331845" h="2440304">
                <a:moveTo>
                  <a:pt x="3331781" y="195961"/>
                </a:moveTo>
                <a:lnTo>
                  <a:pt x="3331464" y="195199"/>
                </a:lnTo>
                <a:lnTo>
                  <a:pt x="3330206" y="193941"/>
                </a:lnTo>
                <a:lnTo>
                  <a:pt x="3329444" y="193624"/>
                </a:lnTo>
                <a:lnTo>
                  <a:pt x="3327666" y="193624"/>
                </a:lnTo>
                <a:lnTo>
                  <a:pt x="3326904" y="193941"/>
                </a:lnTo>
                <a:lnTo>
                  <a:pt x="3325647" y="195199"/>
                </a:lnTo>
                <a:lnTo>
                  <a:pt x="3325330" y="195961"/>
                </a:lnTo>
                <a:lnTo>
                  <a:pt x="3325330" y="210654"/>
                </a:lnTo>
                <a:lnTo>
                  <a:pt x="3325647" y="211416"/>
                </a:lnTo>
                <a:lnTo>
                  <a:pt x="3326904" y="212674"/>
                </a:lnTo>
                <a:lnTo>
                  <a:pt x="3327666" y="212991"/>
                </a:lnTo>
                <a:lnTo>
                  <a:pt x="3329444" y="212991"/>
                </a:lnTo>
                <a:lnTo>
                  <a:pt x="3330206" y="212674"/>
                </a:lnTo>
                <a:lnTo>
                  <a:pt x="3331464" y="211416"/>
                </a:lnTo>
                <a:lnTo>
                  <a:pt x="3331781" y="210654"/>
                </a:lnTo>
                <a:lnTo>
                  <a:pt x="3331781" y="195961"/>
                </a:lnTo>
                <a:close/>
              </a:path>
              <a:path w="3331845" h="2440304">
                <a:moveTo>
                  <a:pt x="3331781" y="163690"/>
                </a:moveTo>
                <a:lnTo>
                  <a:pt x="3331464" y="162928"/>
                </a:lnTo>
                <a:lnTo>
                  <a:pt x="3330206" y="161671"/>
                </a:lnTo>
                <a:lnTo>
                  <a:pt x="3329444" y="161353"/>
                </a:lnTo>
                <a:lnTo>
                  <a:pt x="3327666" y="161353"/>
                </a:lnTo>
                <a:lnTo>
                  <a:pt x="3326904" y="161671"/>
                </a:lnTo>
                <a:lnTo>
                  <a:pt x="3325647" y="162928"/>
                </a:lnTo>
                <a:lnTo>
                  <a:pt x="3325330" y="163690"/>
                </a:lnTo>
                <a:lnTo>
                  <a:pt x="3325330" y="178384"/>
                </a:lnTo>
                <a:lnTo>
                  <a:pt x="3325647" y="179146"/>
                </a:lnTo>
                <a:lnTo>
                  <a:pt x="3326904" y="180403"/>
                </a:lnTo>
                <a:lnTo>
                  <a:pt x="3327666" y="180721"/>
                </a:lnTo>
                <a:lnTo>
                  <a:pt x="3329444" y="180721"/>
                </a:lnTo>
                <a:lnTo>
                  <a:pt x="3330206" y="180403"/>
                </a:lnTo>
                <a:lnTo>
                  <a:pt x="3331464" y="179146"/>
                </a:lnTo>
                <a:lnTo>
                  <a:pt x="3331781" y="178384"/>
                </a:lnTo>
                <a:lnTo>
                  <a:pt x="3331781" y="163690"/>
                </a:lnTo>
                <a:close/>
              </a:path>
              <a:path w="3331845" h="2440304">
                <a:moveTo>
                  <a:pt x="3331781" y="131419"/>
                </a:moveTo>
                <a:lnTo>
                  <a:pt x="3331464" y="130657"/>
                </a:lnTo>
                <a:lnTo>
                  <a:pt x="3330206" y="129400"/>
                </a:lnTo>
                <a:lnTo>
                  <a:pt x="3329444" y="129082"/>
                </a:lnTo>
                <a:lnTo>
                  <a:pt x="3327666" y="129082"/>
                </a:lnTo>
                <a:lnTo>
                  <a:pt x="3326904" y="129400"/>
                </a:lnTo>
                <a:lnTo>
                  <a:pt x="3325647" y="130657"/>
                </a:lnTo>
                <a:lnTo>
                  <a:pt x="3325330" y="131419"/>
                </a:lnTo>
                <a:lnTo>
                  <a:pt x="3325330" y="146113"/>
                </a:lnTo>
                <a:lnTo>
                  <a:pt x="3325647" y="146875"/>
                </a:lnTo>
                <a:lnTo>
                  <a:pt x="3326904" y="148132"/>
                </a:lnTo>
                <a:lnTo>
                  <a:pt x="3327666" y="148450"/>
                </a:lnTo>
                <a:lnTo>
                  <a:pt x="3329444" y="148450"/>
                </a:lnTo>
                <a:lnTo>
                  <a:pt x="3330206" y="148132"/>
                </a:lnTo>
                <a:lnTo>
                  <a:pt x="3331464" y="146875"/>
                </a:lnTo>
                <a:lnTo>
                  <a:pt x="3331781" y="146113"/>
                </a:lnTo>
                <a:lnTo>
                  <a:pt x="3331781" y="131419"/>
                </a:lnTo>
                <a:close/>
              </a:path>
              <a:path w="3331845" h="2440304">
                <a:moveTo>
                  <a:pt x="3331781" y="99148"/>
                </a:moveTo>
                <a:lnTo>
                  <a:pt x="3331464" y="98386"/>
                </a:lnTo>
                <a:lnTo>
                  <a:pt x="3330206" y="97129"/>
                </a:lnTo>
                <a:lnTo>
                  <a:pt x="3329444" y="96812"/>
                </a:lnTo>
                <a:lnTo>
                  <a:pt x="3327666" y="96812"/>
                </a:lnTo>
                <a:lnTo>
                  <a:pt x="3326904" y="97129"/>
                </a:lnTo>
                <a:lnTo>
                  <a:pt x="3325647" y="98386"/>
                </a:lnTo>
                <a:lnTo>
                  <a:pt x="3325330" y="99148"/>
                </a:lnTo>
                <a:lnTo>
                  <a:pt x="3325330" y="113842"/>
                </a:lnTo>
                <a:lnTo>
                  <a:pt x="3325647" y="114604"/>
                </a:lnTo>
                <a:lnTo>
                  <a:pt x="3326904" y="115862"/>
                </a:lnTo>
                <a:lnTo>
                  <a:pt x="3327666" y="116179"/>
                </a:lnTo>
                <a:lnTo>
                  <a:pt x="3329444" y="116179"/>
                </a:lnTo>
                <a:lnTo>
                  <a:pt x="3330206" y="115862"/>
                </a:lnTo>
                <a:lnTo>
                  <a:pt x="3331464" y="114604"/>
                </a:lnTo>
                <a:lnTo>
                  <a:pt x="3331781" y="113842"/>
                </a:lnTo>
                <a:lnTo>
                  <a:pt x="3331781" y="99148"/>
                </a:lnTo>
                <a:close/>
              </a:path>
              <a:path w="3331845" h="2440304">
                <a:moveTo>
                  <a:pt x="3331781" y="66878"/>
                </a:moveTo>
                <a:lnTo>
                  <a:pt x="3331464" y="66116"/>
                </a:lnTo>
                <a:lnTo>
                  <a:pt x="3330206" y="64858"/>
                </a:lnTo>
                <a:lnTo>
                  <a:pt x="3329444" y="64541"/>
                </a:lnTo>
                <a:lnTo>
                  <a:pt x="3327666" y="64541"/>
                </a:lnTo>
                <a:lnTo>
                  <a:pt x="3326904" y="64858"/>
                </a:lnTo>
                <a:lnTo>
                  <a:pt x="3325647" y="66116"/>
                </a:lnTo>
                <a:lnTo>
                  <a:pt x="3325330" y="66878"/>
                </a:lnTo>
                <a:lnTo>
                  <a:pt x="3325330" y="81559"/>
                </a:lnTo>
                <a:lnTo>
                  <a:pt x="3325647" y="82321"/>
                </a:lnTo>
                <a:lnTo>
                  <a:pt x="3326904" y="83591"/>
                </a:lnTo>
                <a:lnTo>
                  <a:pt x="3327666" y="83896"/>
                </a:lnTo>
                <a:lnTo>
                  <a:pt x="3329444" y="83896"/>
                </a:lnTo>
                <a:lnTo>
                  <a:pt x="3330206" y="83591"/>
                </a:lnTo>
                <a:lnTo>
                  <a:pt x="3331464" y="82321"/>
                </a:lnTo>
                <a:lnTo>
                  <a:pt x="3331781" y="81559"/>
                </a:lnTo>
                <a:lnTo>
                  <a:pt x="3331781" y="66878"/>
                </a:lnTo>
                <a:close/>
              </a:path>
              <a:path w="3331845" h="2440304">
                <a:moveTo>
                  <a:pt x="3331781" y="34607"/>
                </a:moveTo>
                <a:lnTo>
                  <a:pt x="3331464" y="33845"/>
                </a:lnTo>
                <a:lnTo>
                  <a:pt x="3330206" y="32575"/>
                </a:lnTo>
                <a:lnTo>
                  <a:pt x="3329444" y="32270"/>
                </a:lnTo>
                <a:lnTo>
                  <a:pt x="3327666" y="32270"/>
                </a:lnTo>
                <a:lnTo>
                  <a:pt x="3326904" y="32575"/>
                </a:lnTo>
                <a:lnTo>
                  <a:pt x="3325647" y="33845"/>
                </a:lnTo>
                <a:lnTo>
                  <a:pt x="3325330" y="34607"/>
                </a:lnTo>
                <a:lnTo>
                  <a:pt x="3325330" y="49288"/>
                </a:lnTo>
                <a:lnTo>
                  <a:pt x="3325647" y="50050"/>
                </a:lnTo>
                <a:lnTo>
                  <a:pt x="3326904" y="51320"/>
                </a:lnTo>
                <a:lnTo>
                  <a:pt x="3327666" y="51625"/>
                </a:lnTo>
                <a:lnTo>
                  <a:pt x="3329444" y="51625"/>
                </a:lnTo>
                <a:lnTo>
                  <a:pt x="3330206" y="51320"/>
                </a:lnTo>
                <a:lnTo>
                  <a:pt x="3331464" y="50050"/>
                </a:lnTo>
                <a:lnTo>
                  <a:pt x="3331781" y="49288"/>
                </a:lnTo>
                <a:lnTo>
                  <a:pt x="3331781" y="34607"/>
                </a:lnTo>
                <a:close/>
              </a:path>
              <a:path w="3331845" h="2440304">
                <a:moveTo>
                  <a:pt x="3331781" y="2324"/>
                </a:moveTo>
                <a:lnTo>
                  <a:pt x="3331464" y="1574"/>
                </a:lnTo>
                <a:lnTo>
                  <a:pt x="3330206" y="304"/>
                </a:lnTo>
                <a:lnTo>
                  <a:pt x="3329444" y="0"/>
                </a:lnTo>
                <a:lnTo>
                  <a:pt x="3327666" y="0"/>
                </a:lnTo>
                <a:lnTo>
                  <a:pt x="3326904" y="304"/>
                </a:lnTo>
                <a:lnTo>
                  <a:pt x="3325647" y="1574"/>
                </a:lnTo>
                <a:lnTo>
                  <a:pt x="3325330" y="2324"/>
                </a:lnTo>
                <a:lnTo>
                  <a:pt x="3325330" y="17018"/>
                </a:lnTo>
                <a:lnTo>
                  <a:pt x="3325647" y="17780"/>
                </a:lnTo>
                <a:lnTo>
                  <a:pt x="3326904" y="19037"/>
                </a:lnTo>
                <a:lnTo>
                  <a:pt x="3327666" y="19354"/>
                </a:lnTo>
                <a:lnTo>
                  <a:pt x="3329444" y="19354"/>
                </a:lnTo>
                <a:lnTo>
                  <a:pt x="3330206" y="19037"/>
                </a:lnTo>
                <a:lnTo>
                  <a:pt x="3331464" y="17780"/>
                </a:lnTo>
                <a:lnTo>
                  <a:pt x="3331781" y="17018"/>
                </a:lnTo>
                <a:lnTo>
                  <a:pt x="3331781" y="2324"/>
                </a:lnTo>
                <a:close/>
              </a:path>
            </a:pathLst>
          </a:custGeom>
          <a:solidFill>
            <a:srgbClr val="DEDE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548583" y="4500942"/>
            <a:ext cx="75565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15203F"/>
                </a:solidFill>
                <a:latin typeface="Verdana"/>
                <a:cs typeface="Verdana"/>
              </a:rPr>
              <a:t>0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40883" y="4500942"/>
            <a:ext cx="122555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65">
                <a:solidFill>
                  <a:srgbClr val="15203F"/>
                </a:solidFill>
                <a:latin typeface="Verdana"/>
                <a:cs typeface="Verdana"/>
              </a:rPr>
              <a:t>0.1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345387" y="4500942"/>
            <a:ext cx="14478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25">
                <a:solidFill>
                  <a:srgbClr val="15203F"/>
                </a:solidFill>
                <a:latin typeface="Verdana"/>
                <a:cs typeface="Verdana"/>
              </a:rPr>
              <a:t>0.2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761648" y="4500942"/>
            <a:ext cx="14351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25">
                <a:solidFill>
                  <a:srgbClr val="15203F"/>
                </a:solidFill>
                <a:latin typeface="Verdana"/>
                <a:cs typeface="Verdana"/>
              </a:rPr>
              <a:t>0.3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175230" y="4500942"/>
            <a:ext cx="147955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25">
                <a:solidFill>
                  <a:srgbClr val="15203F"/>
                </a:solidFill>
                <a:latin typeface="Verdana"/>
                <a:cs typeface="Verdana"/>
              </a:rPr>
              <a:t>0.4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008646" y="4500942"/>
            <a:ext cx="14351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25">
                <a:solidFill>
                  <a:srgbClr val="15203F"/>
                </a:solidFill>
                <a:latin typeface="Verdana"/>
                <a:cs typeface="Verdana"/>
              </a:rPr>
              <a:t>0.6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426098" y="4500942"/>
            <a:ext cx="13970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25">
                <a:solidFill>
                  <a:srgbClr val="15203F"/>
                </a:solidFill>
                <a:latin typeface="Verdana"/>
                <a:cs typeface="Verdana"/>
              </a:rPr>
              <a:t>0.7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839829" y="4500942"/>
            <a:ext cx="144145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25">
                <a:solidFill>
                  <a:srgbClr val="15203F"/>
                </a:solidFill>
                <a:latin typeface="Verdana"/>
                <a:cs typeface="Verdana"/>
              </a:rPr>
              <a:t>0.8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254899" y="4500942"/>
            <a:ext cx="145415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25">
                <a:solidFill>
                  <a:srgbClr val="15203F"/>
                </a:solidFill>
                <a:latin typeface="Verdana"/>
                <a:cs typeface="Verdana"/>
              </a:rPr>
              <a:t>0.9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714173" y="4500942"/>
            <a:ext cx="57785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90">
                <a:solidFill>
                  <a:srgbClr val="15203F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543177" y="4464834"/>
            <a:ext cx="243204" cy="283845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62865">
              <a:lnSpc>
                <a:spcPct val="100000"/>
              </a:lnSpc>
              <a:spcBef>
                <a:spcPts val="395"/>
              </a:spcBef>
            </a:pPr>
            <a:r>
              <a:rPr dirty="0" sz="600" spc="-25">
                <a:solidFill>
                  <a:srgbClr val="15203F"/>
                </a:solidFill>
                <a:latin typeface="Verdana"/>
                <a:cs typeface="Verdana"/>
              </a:rPr>
              <a:t>0.5</a:t>
            </a:r>
            <a:endParaRPr sz="6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z="600" spc="-20">
                <a:solidFill>
                  <a:srgbClr val="15203F"/>
                </a:solidFill>
                <a:latin typeface="Verdana"/>
                <a:cs typeface="Verdana"/>
              </a:rPr>
              <a:t>RMSE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492697" y="2483883"/>
            <a:ext cx="52069" cy="6985"/>
          </a:xfrm>
          <a:custGeom>
            <a:avLst/>
            <a:gdLst/>
            <a:ahLst/>
            <a:cxnLst/>
            <a:rect l="l" t="t" r="r" b="b"/>
            <a:pathLst>
              <a:path w="52070" h="6985">
                <a:moveTo>
                  <a:pt x="17027" y="6454"/>
                </a:moveTo>
                <a:lnTo>
                  <a:pt x="2336" y="6454"/>
                </a:lnTo>
                <a:lnTo>
                  <a:pt x="1575" y="6139"/>
                </a:lnTo>
                <a:lnTo>
                  <a:pt x="315" y="4879"/>
                </a:lnTo>
                <a:lnTo>
                  <a:pt x="0" y="4118"/>
                </a:lnTo>
                <a:lnTo>
                  <a:pt x="0" y="2336"/>
                </a:lnTo>
                <a:lnTo>
                  <a:pt x="315" y="1575"/>
                </a:lnTo>
                <a:lnTo>
                  <a:pt x="1575" y="315"/>
                </a:lnTo>
                <a:lnTo>
                  <a:pt x="2336" y="0"/>
                </a:lnTo>
                <a:lnTo>
                  <a:pt x="17027" y="0"/>
                </a:lnTo>
                <a:lnTo>
                  <a:pt x="17787" y="315"/>
                </a:lnTo>
                <a:lnTo>
                  <a:pt x="19048" y="1575"/>
                </a:lnTo>
                <a:lnTo>
                  <a:pt x="19363" y="2336"/>
                </a:lnTo>
                <a:lnTo>
                  <a:pt x="19363" y="4118"/>
                </a:lnTo>
                <a:lnTo>
                  <a:pt x="19048" y="4879"/>
                </a:lnTo>
                <a:lnTo>
                  <a:pt x="17787" y="6139"/>
                </a:lnTo>
                <a:lnTo>
                  <a:pt x="17027" y="6454"/>
                </a:lnTo>
                <a:close/>
              </a:path>
              <a:path w="52070" h="6985">
                <a:moveTo>
                  <a:pt x="49299" y="6454"/>
                </a:moveTo>
                <a:lnTo>
                  <a:pt x="34608" y="6454"/>
                </a:lnTo>
                <a:lnTo>
                  <a:pt x="33847" y="6139"/>
                </a:lnTo>
                <a:lnTo>
                  <a:pt x="32587" y="4879"/>
                </a:lnTo>
                <a:lnTo>
                  <a:pt x="32272" y="4118"/>
                </a:lnTo>
                <a:lnTo>
                  <a:pt x="32272" y="2336"/>
                </a:lnTo>
                <a:lnTo>
                  <a:pt x="32587" y="1575"/>
                </a:lnTo>
                <a:lnTo>
                  <a:pt x="33847" y="315"/>
                </a:lnTo>
                <a:lnTo>
                  <a:pt x="34608" y="0"/>
                </a:lnTo>
                <a:lnTo>
                  <a:pt x="49299" y="0"/>
                </a:lnTo>
                <a:lnTo>
                  <a:pt x="50060" y="315"/>
                </a:lnTo>
                <a:lnTo>
                  <a:pt x="51320" y="1575"/>
                </a:lnTo>
                <a:lnTo>
                  <a:pt x="51635" y="2336"/>
                </a:lnTo>
                <a:lnTo>
                  <a:pt x="51635" y="4118"/>
                </a:lnTo>
                <a:lnTo>
                  <a:pt x="51320" y="4879"/>
                </a:lnTo>
                <a:lnTo>
                  <a:pt x="50060" y="6139"/>
                </a:lnTo>
                <a:lnTo>
                  <a:pt x="49299" y="6454"/>
                </a:lnTo>
                <a:close/>
              </a:path>
            </a:pathLst>
          </a:custGeom>
          <a:solidFill>
            <a:srgbClr val="DEDE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5903812" y="2440900"/>
            <a:ext cx="58547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10">
                <a:solidFill>
                  <a:srgbClr val="15203F"/>
                </a:solidFill>
                <a:latin typeface="Verdana"/>
                <a:cs typeface="Verdana"/>
              </a:rPr>
              <a:t>User-Based</a:t>
            </a:r>
            <a:r>
              <a:rPr dirty="0" sz="600" spc="-30">
                <a:solidFill>
                  <a:srgbClr val="15203F"/>
                </a:solidFill>
                <a:latin typeface="Verdana"/>
                <a:cs typeface="Verdana"/>
              </a:rPr>
              <a:t> </a:t>
            </a:r>
            <a:r>
              <a:rPr dirty="0" sz="600" spc="-25">
                <a:solidFill>
                  <a:srgbClr val="15203F"/>
                </a:solidFill>
                <a:latin typeface="Verdana"/>
                <a:cs typeface="Verdana"/>
              </a:rPr>
              <a:t>CF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492697" y="3294991"/>
            <a:ext cx="52069" cy="6985"/>
          </a:xfrm>
          <a:custGeom>
            <a:avLst/>
            <a:gdLst/>
            <a:ahLst/>
            <a:cxnLst/>
            <a:rect l="l" t="t" r="r" b="b"/>
            <a:pathLst>
              <a:path w="52070" h="6985">
                <a:moveTo>
                  <a:pt x="17027" y="6454"/>
                </a:moveTo>
                <a:lnTo>
                  <a:pt x="2336" y="6454"/>
                </a:lnTo>
                <a:lnTo>
                  <a:pt x="1575" y="6139"/>
                </a:lnTo>
                <a:lnTo>
                  <a:pt x="315" y="4879"/>
                </a:lnTo>
                <a:lnTo>
                  <a:pt x="0" y="4118"/>
                </a:lnTo>
                <a:lnTo>
                  <a:pt x="0" y="2336"/>
                </a:lnTo>
                <a:lnTo>
                  <a:pt x="315" y="1575"/>
                </a:lnTo>
                <a:lnTo>
                  <a:pt x="1575" y="315"/>
                </a:lnTo>
                <a:lnTo>
                  <a:pt x="2336" y="0"/>
                </a:lnTo>
                <a:lnTo>
                  <a:pt x="17027" y="0"/>
                </a:lnTo>
                <a:lnTo>
                  <a:pt x="17787" y="315"/>
                </a:lnTo>
                <a:lnTo>
                  <a:pt x="19048" y="1575"/>
                </a:lnTo>
                <a:lnTo>
                  <a:pt x="19363" y="2336"/>
                </a:lnTo>
                <a:lnTo>
                  <a:pt x="19363" y="4118"/>
                </a:lnTo>
                <a:lnTo>
                  <a:pt x="19048" y="4879"/>
                </a:lnTo>
                <a:lnTo>
                  <a:pt x="17787" y="6139"/>
                </a:lnTo>
                <a:lnTo>
                  <a:pt x="17027" y="6454"/>
                </a:lnTo>
                <a:close/>
              </a:path>
              <a:path w="52070" h="6985">
                <a:moveTo>
                  <a:pt x="49299" y="6454"/>
                </a:moveTo>
                <a:lnTo>
                  <a:pt x="34608" y="6454"/>
                </a:lnTo>
                <a:lnTo>
                  <a:pt x="33847" y="6139"/>
                </a:lnTo>
                <a:lnTo>
                  <a:pt x="32587" y="4879"/>
                </a:lnTo>
                <a:lnTo>
                  <a:pt x="32272" y="4118"/>
                </a:lnTo>
                <a:lnTo>
                  <a:pt x="32272" y="2336"/>
                </a:lnTo>
                <a:lnTo>
                  <a:pt x="32587" y="1575"/>
                </a:lnTo>
                <a:lnTo>
                  <a:pt x="33847" y="315"/>
                </a:lnTo>
                <a:lnTo>
                  <a:pt x="34608" y="0"/>
                </a:lnTo>
                <a:lnTo>
                  <a:pt x="49299" y="0"/>
                </a:lnTo>
                <a:lnTo>
                  <a:pt x="50060" y="315"/>
                </a:lnTo>
                <a:lnTo>
                  <a:pt x="51320" y="1575"/>
                </a:lnTo>
                <a:lnTo>
                  <a:pt x="51635" y="2336"/>
                </a:lnTo>
                <a:lnTo>
                  <a:pt x="51635" y="4118"/>
                </a:lnTo>
                <a:lnTo>
                  <a:pt x="51320" y="4879"/>
                </a:lnTo>
                <a:lnTo>
                  <a:pt x="50060" y="6139"/>
                </a:lnTo>
                <a:lnTo>
                  <a:pt x="49299" y="6454"/>
                </a:lnTo>
                <a:close/>
              </a:path>
            </a:pathLst>
          </a:custGeom>
          <a:solidFill>
            <a:srgbClr val="DEDE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5913189" y="3252008"/>
            <a:ext cx="57658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45">
                <a:solidFill>
                  <a:srgbClr val="15203F"/>
                </a:solidFill>
                <a:latin typeface="Verdana"/>
                <a:cs typeface="Verdana"/>
              </a:rPr>
              <a:t>Item-</a:t>
            </a:r>
            <a:r>
              <a:rPr dirty="0" sz="600" spc="-10">
                <a:solidFill>
                  <a:srgbClr val="15203F"/>
                </a:solidFill>
                <a:latin typeface="Verdana"/>
                <a:cs typeface="Verdana"/>
              </a:rPr>
              <a:t>Based</a:t>
            </a:r>
            <a:r>
              <a:rPr dirty="0" sz="600" spc="-5">
                <a:solidFill>
                  <a:srgbClr val="15203F"/>
                </a:solidFill>
                <a:latin typeface="Verdana"/>
                <a:cs typeface="Verdana"/>
              </a:rPr>
              <a:t> </a:t>
            </a:r>
            <a:r>
              <a:rPr dirty="0" sz="600" spc="-25">
                <a:solidFill>
                  <a:srgbClr val="15203F"/>
                </a:solidFill>
                <a:latin typeface="Verdana"/>
                <a:cs typeface="Verdana"/>
              </a:rPr>
              <a:t>CF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492697" y="4106099"/>
            <a:ext cx="52069" cy="6985"/>
          </a:xfrm>
          <a:custGeom>
            <a:avLst/>
            <a:gdLst/>
            <a:ahLst/>
            <a:cxnLst/>
            <a:rect l="l" t="t" r="r" b="b"/>
            <a:pathLst>
              <a:path w="52070" h="6985">
                <a:moveTo>
                  <a:pt x="17027" y="6454"/>
                </a:moveTo>
                <a:lnTo>
                  <a:pt x="2336" y="6454"/>
                </a:lnTo>
                <a:lnTo>
                  <a:pt x="1575" y="6139"/>
                </a:lnTo>
                <a:lnTo>
                  <a:pt x="315" y="4879"/>
                </a:lnTo>
                <a:lnTo>
                  <a:pt x="0" y="4118"/>
                </a:lnTo>
                <a:lnTo>
                  <a:pt x="0" y="2336"/>
                </a:lnTo>
                <a:lnTo>
                  <a:pt x="315" y="1575"/>
                </a:lnTo>
                <a:lnTo>
                  <a:pt x="1575" y="315"/>
                </a:lnTo>
                <a:lnTo>
                  <a:pt x="2336" y="0"/>
                </a:lnTo>
                <a:lnTo>
                  <a:pt x="17027" y="0"/>
                </a:lnTo>
                <a:lnTo>
                  <a:pt x="17787" y="315"/>
                </a:lnTo>
                <a:lnTo>
                  <a:pt x="19048" y="1575"/>
                </a:lnTo>
                <a:lnTo>
                  <a:pt x="19363" y="2336"/>
                </a:lnTo>
                <a:lnTo>
                  <a:pt x="19363" y="4118"/>
                </a:lnTo>
                <a:lnTo>
                  <a:pt x="19048" y="4879"/>
                </a:lnTo>
                <a:lnTo>
                  <a:pt x="17787" y="6139"/>
                </a:lnTo>
                <a:lnTo>
                  <a:pt x="17027" y="6454"/>
                </a:lnTo>
                <a:close/>
              </a:path>
              <a:path w="52070" h="6985">
                <a:moveTo>
                  <a:pt x="49299" y="6454"/>
                </a:moveTo>
                <a:lnTo>
                  <a:pt x="34608" y="6454"/>
                </a:lnTo>
                <a:lnTo>
                  <a:pt x="33847" y="6139"/>
                </a:lnTo>
                <a:lnTo>
                  <a:pt x="32587" y="4879"/>
                </a:lnTo>
                <a:lnTo>
                  <a:pt x="32272" y="4118"/>
                </a:lnTo>
                <a:lnTo>
                  <a:pt x="32272" y="2336"/>
                </a:lnTo>
                <a:lnTo>
                  <a:pt x="32587" y="1575"/>
                </a:lnTo>
                <a:lnTo>
                  <a:pt x="33847" y="315"/>
                </a:lnTo>
                <a:lnTo>
                  <a:pt x="34608" y="0"/>
                </a:lnTo>
                <a:lnTo>
                  <a:pt x="49299" y="0"/>
                </a:lnTo>
                <a:lnTo>
                  <a:pt x="50060" y="315"/>
                </a:lnTo>
                <a:lnTo>
                  <a:pt x="51320" y="1575"/>
                </a:lnTo>
                <a:lnTo>
                  <a:pt x="51635" y="2336"/>
                </a:lnTo>
                <a:lnTo>
                  <a:pt x="51635" y="4118"/>
                </a:lnTo>
                <a:lnTo>
                  <a:pt x="51320" y="4879"/>
                </a:lnTo>
                <a:lnTo>
                  <a:pt x="50060" y="6139"/>
                </a:lnTo>
                <a:lnTo>
                  <a:pt x="49299" y="6454"/>
                </a:lnTo>
                <a:close/>
              </a:path>
            </a:pathLst>
          </a:custGeom>
          <a:solidFill>
            <a:srgbClr val="DEDE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6303118" y="4063116"/>
            <a:ext cx="18669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25">
                <a:solidFill>
                  <a:srgbClr val="15203F"/>
                </a:solidFill>
                <a:latin typeface="Verdana"/>
                <a:cs typeface="Verdana"/>
              </a:rPr>
              <a:t>SVD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900985" y="1527111"/>
            <a:ext cx="3598545" cy="5245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>
                <a:solidFill>
                  <a:srgbClr val="3257B8"/>
                </a:solidFill>
                <a:latin typeface="Palatino Linotype"/>
                <a:cs typeface="Palatino Linotype"/>
              </a:rPr>
              <a:t>Model</a:t>
            </a:r>
            <a:r>
              <a:rPr dirty="0" sz="1500" spc="50">
                <a:solidFill>
                  <a:srgbClr val="3257B8"/>
                </a:solidFill>
                <a:latin typeface="Palatino Linotype"/>
                <a:cs typeface="Palatino Linotype"/>
              </a:rPr>
              <a:t> Evaluation</a:t>
            </a:r>
            <a:r>
              <a:rPr dirty="0" sz="1500" spc="55">
                <a:solidFill>
                  <a:srgbClr val="3257B8"/>
                </a:solidFill>
                <a:latin typeface="Palatino Linotype"/>
                <a:cs typeface="Palatino Linotype"/>
              </a:rPr>
              <a:t> </a:t>
            </a:r>
            <a:r>
              <a:rPr dirty="0" sz="1500" spc="-300">
                <a:solidFill>
                  <a:srgbClr val="3257B8"/>
                </a:solidFill>
                <a:latin typeface="Palatino Linotype"/>
                <a:cs typeface="Palatino Linotype"/>
              </a:rPr>
              <a:t>—</a:t>
            </a:r>
            <a:r>
              <a:rPr dirty="0" sz="1500" spc="55">
                <a:solidFill>
                  <a:srgbClr val="3257B8"/>
                </a:solidFill>
                <a:latin typeface="Palatino Linotype"/>
                <a:cs typeface="Palatino Linotype"/>
              </a:rPr>
              <a:t> RMSE </a:t>
            </a:r>
            <a:r>
              <a:rPr dirty="0" sz="1500" spc="-10">
                <a:solidFill>
                  <a:srgbClr val="3257B8"/>
                </a:solidFill>
                <a:latin typeface="Palatino Linotype"/>
                <a:cs typeface="Palatino Linotype"/>
              </a:rPr>
              <a:t>Comparison</a:t>
            </a:r>
            <a:endParaRPr sz="1500">
              <a:latin typeface="Palatino Linotype"/>
              <a:cs typeface="Palatino Linotype"/>
            </a:endParaRPr>
          </a:p>
          <a:p>
            <a:pPr marL="13970">
              <a:lnSpc>
                <a:spcPct val="100000"/>
              </a:lnSpc>
              <a:spcBef>
                <a:spcPts val="1380"/>
              </a:spcBef>
            </a:pPr>
            <a:r>
              <a:rPr dirty="0" sz="600" spc="-10">
                <a:solidFill>
                  <a:srgbClr val="15203F"/>
                </a:solidFill>
                <a:latin typeface="Verdana"/>
                <a:cs typeface="Verdana"/>
              </a:rPr>
              <a:t>Model</a:t>
            </a:r>
            <a:endParaRPr sz="600">
              <a:latin typeface="Verdana"/>
              <a:cs typeface="Verdana"/>
            </a:endParaRPr>
          </a:p>
        </p:txBody>
      </p:sp>
      <p:pic>
        <p:nvPicPr>
          <p:cNvPr id="28" name="object 2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83059" y="2078329"/>
            <a:ext cx="4163113" cy="2439777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10650119" y="2426002"/>
            <a:ext cx="66040" cy="111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0" spc="-50" b="0">
                <a:solidFill>
                  <a:srgbClr val="FFFFFF"/>
                </a:solidFill>
                <a:latin typeface="Source Han Sans JP Medium"/>
                <a:cs typeface="Source Han Sans JP Medium"/>
              </a:rPr>
              <a:t>1</a:t>
            </a:r>
            <a:endParaRPr sz="550">
              <a:latin typeface="Source Han Sans JP Medium"/>
              <a:cs typeface="Source Han Sans JP Medium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0330594" y="3237110"/>
            <a:ext cx="166370" cy="111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0" spc="-20" b="0">
                <a:solidFill>
                  <a:srgbClr val="FFFFFF"/>
                </a:solidFill>
                <a:latin typeface="Source Han Sans JP Medium"/>
                <a:cs typeface="Source Han Sans JP Medium"/>
              </a:rPr>
              <a:t>0.95</a:t>
            </a:r>
            <a:endParaRPr sz="550">
              <a:latin typeface="Source Han Sans JP Medium"/>
              <a:cs typeface="Source Han Sans JP Medium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915534" y="4048218"/>
            <a:ext cx="166370" cy="111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0" spc="-20" b="0">
                <a:solidFill>
                  <a:srgbClr val="FFFFFF"/>
                </a:solidFill>
                <a:latin typeface="Source Han Sans JP Medium"/>
                <a:cs typeface="Source Han Sans JP Medium"/>
              </a:rPr>
              <a:t>0.85</a:t>
            </a:r>
            <a:endParaRPr sz="550">
              <a:latin typeface="Source Han Sans JP Medium"/>
              <a:cs typeface="Source Han Sans JP Medium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900985" y="4828419"/>
            <a:ext cx="4682490" cy="7683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5400"/>
              </a:lnSpc>
              <a:spcBef>
                <a:spcPts val="95"/>
              </a:spcBef>
            </a:pP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Lower</a:t>
            </a:r>
            <a:r>
              <a:rPr dirty="0" sz="1200" spc="-4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110">
                <a:solidFill>
                  <a:srgbClr val="15203F"/>
                </a:solidFill>
                <a:latin typeface="Trebuchet MS"/>
                <a:cs typeface="Trebuchet MS"/>
              </a:rPr>
              <a:t>RMSE</a:t>
            </a:r>
            <a:r>
              <a:rPr dirty="0" sz="1200" spc="-4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indicates</a:t>
            </a:r>
            <a:r>
              <a:rPr dirty="0" sz="1200" spc="-4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higher</a:t>
            </a:r>
            <a:r>
              <a:rPr dirty="0" sz="1200" spc="-4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25">
                <a:solidFill>
                  <a:srgbClr val="15203F"/>
                </a:solidFill>
                <a:latin typeface="Trebuchet MS"/>
                <a:cs typeface="Trebuchet MS"/>
              </a:rPr>
              <a:t>predictive</a:t>
            </a:r>
            <a:r>
              <a:rPr dirty="0" sz="1200" spc="-4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accuracy.</a:t>
            </a:r>
            <a:r>
              <a:rPr dirty="0" sz="1200" spc="-4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60" b="1">
                <a:solidFill>
                  <a:srgbClr val="15203F"/>
                </a:solidFill>
                <a:latin typeface="Trebuchet MS"/>
                <a:cs typeface="Trebuchet MS"/>
              </a:rPr>
              <a:t>SVD</a:t>
            </a:r>
            <a:r>
              <a:rPr dirty="0" sz="1200" spc="-45" b="1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10" b="1">
                <a:solidFill>
                  <a:srgbClr val="15203F"/>
                </a:solidFill>
                <a:latin typeface="Trebuchet MS"/>
                <a:cs typeface="Trebuchet MS"/>
              </a:rPr>
              <a:t>achieves</a:t>
            </a:r>
            <a:r>
              <a:rPr dirty="0" sz="1200" spc="-45" b="1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25" b="1">
                <a:solidFill>
                  <a:srgbClr val="15203F"/>
                </a:solidFill>
                <a:latin typeface="Trebuchet MS"/>
                <a:cs typeface="Trebuchet MS"/>
              </a:rPr>
              <a:t>the </a:t>
            </a:r>
            <a:r>
              <a:rPr dirty="0" sz="1200" b="1">
                <a:solidFill>
                  <a:srgbClr val="15203F"/>
                </a:solidFill>
                <a:latin typeface="Trebuchet MS"/>
                <a:cs typeface="Trebuchet MS"/>
              </a:rPr>
              <a:t>best</a:t>
            </a:r>
            <a:r>
              <a:rPr dirty="0" sz="1200" spc="-45" b="1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25" b="1">
                <a:solidFill>
                  <a:srgbClr val="15203F"/>
                </a:solidFill>
                <a:latin typeface="Trebuchet MS"/>
                <a:cs typeface="Trebuchet MS"/>
              </a:rPr>
              <a:t>performance</a:t>
            </a:r>
            <a:r>
              <a:rPr dirty="0" sz="1200" spc="-45" b="1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20">
                <a:solidFill>
                  <a:srgbClr val="15203F"/>
                </a:solidFill>
                <a:latin typeface="Trebuchet MS"/>
                <a:cs typeface="Trebuchet MS"/>
              </a:rPr>
              <a:t>at</a:t>
            </a:r>
            <a:r>
              <a:rPr dirty="0" sz="1200" spc="-4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35">
                <a:solidFill>
                  <a:srgbClr val="15203F"/>
                </a:solidFill>
                <a:latin typeface="Trebuchet MS"/>
                <a:cs typeface="Trebuchet MS"/>
              </a:rPr>
              <a:t>0.85,</a:t>
            </a:r>
            <a:r>
              <a:rPr dirty="0" sz="1200" spc="-4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outperforming</a:t>
            </a:r>
            <a:r>
              <a:rPr dirty="0" sz="1200" spc="-4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5203F"/>
                </a:solidFill>
                <a:latin typeface="Trebuchet MS"/>
                <a:cs typeface="Trebuchet MS"/>
              </a:rPr>
              <a:t>both</a:t>
            </a:r>
            <a:r>
              <a:rPr dirty="0" sz="1200" spc="-4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15203F"/>
                </a:solidFill>
                <a:latin typeface="Trebuchet MS"/>
                <a:cs typeface="Trebuchet MS"/>
              </a:rPr>
              <a:t>memory-based approaches.</a:t>
            </a:r>
            <a:endParaRPr sz="1200">
              <a:latin typeface="Trebuchet MS"/>
              <a:cs typeface="Trebuchet MS"/>
            </a:endParaRPr>
          </a:p>
        </p:txBody>
      </p:sp>
      <p:pic>
        <p:nvPicPr>
          <p:cNvPr id="33" name="object 33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9525"/>
            <a:ext cx="11430000" cy="6429375"/>
          </a:xfrm>
          <a:custGeom>
            <a:avLst/>
            <a:gdLst/>
            <a:ahLst/>
            <a:cxnLst/>
            <a:rect l="l" t="t" r="r" b="b"/>
            <a:pathLst>
              <a:path w="11430000" h="6429375">
                <a:moveTo>
                  <a:pt x="11430000" y="0"/>
                </a:moveTo>
                <a:lnTo>
                  <a:pt x="0" y="0"/>
                </a:lnTo>
                <a:lnTo>
                  <a:pt x="0" y="6429375"/>
                </a:lnTo>
                <a:lnTo>
                  <a:pt x="11430000" y="6429375"/>
                </a:lnTo>
                <a:lnTo>
                  <a:pt x="11430000" y="0"/>
                </a:lnTo>
                <a:close/>
              </a:path>
            </a:pathLst>
          </a:custGeom>
          <a:solidFill>
            <a:srgbClr val="FBFCFE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25"/>
            <a:ext cx="4286250" cy="6429373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7979" rIns="0" bIns="0" rtlCol="0" vert="horz">
            <a:spAutoFit/>
          </a:bodyPr>
          <a:lstStyle/>
          <a:p>
            <a:pPr marL="4298950">
              <a:lnSpc>
                <a:spcPct val="100000"/>
              </a:lnSpc>
              <a:spcBef>
                <a:spcPts val="95"/>
              </a:spcBef>
            </a:pPr>
            <a:r>
              <a:rPr dirty="0" spc="60"/>
              <a:t>Conclusion</a:t>
            </a:r>
            <a:r>
              <a:rPr dirty="0"/>
              <a:t> </a:t>
            </a:r>
            <a:r>
              <a:rPr dirty="0" spc="-430"/>
              <a:t>&amp;</a:t>
            </a:r>
            <a:r>
              <a:rPr dirty="0" spc="5"/>
              <a:t> </a:t>
            </a:r>
            <a:r>
              <a:rPr dirty="0" spc="50"/>
              <a:t>Future</a:t>
            </a:r>
            <a:r>
              <a:rPr dirty="0" spc="5"/>
              <a:t> </a:t>
            </a:r>
            <a:r>
              <a:rPr dirty="0" spc="30"/>
              <a:t>Work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05374" y="1708251"/>
            <a:ext cx="66674" cy="6667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893716" y="1260697"/>
            <a:ext cx="2590800" cy="98996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>
                <a:solidFill>
                  <a:srgbClr val="3157B7"/>
                </a:solidFill>
                <a:latin typeface="Palatino Linotype"/>
                <a:cs typeface="Palatino Linotype"/>
              </a:rPr>
              <a:t>Key</a:t>
            </a:r>
            <a:r>
              <a:rPr dirty="0" sz="1350" spc="55">
                <a:solidFill>
                  <a:srgbClr val="3157B7"/>
                </a:solidFill>
                <a:latin typeface="Palatino Linotype"/>
                <a:cs typeface="Palatino Linotype"/>
              </a:rPr>
              <a:t> </a:t>
            </a:r>
            <a:r>
              <a:rPr dirty="0" sz="1350" spc="45">
                <a:solidFill>
                  <a:srgbClr val="3157B7"/>
                </a:solidFill>
                <a:latin typeface="Palatino Linotype"/>
                <a:cs typeface="Palatino Linotype"/>
              </a:rPr>
              <a:t>Achievements</a:t>
            </a:r>
            <a:endParaRPr sz="1350">
              <a:latin typeface="Palatino Linotype"/>
              <a:cs typeface="Palatino Linotype"/>
            </a:endParaRPr>
          </a:p>
          <a:p>
            <a:pPr marL="207645" marR="5080">
              <a:lnSpc>
                <a:spcPct val="127800"/>
              </a:lnSpc>
              <a:spcBef>
                <a:spcPts val="890"/>
              </a:spcBef>
            </a:pPr>
            <a:r>
              <a:rPr dirty="0" sz="1100">
                <a:solidFill>
                  <a:srgbClr val="15203F"/>
                </a:solidFill>
                <a:latin typeface="Trebuchet MS"/>
                <a:cs typeface="Trebuchet MS"/>
              </a:rPr>
              <a:t>Successfully designed and </a:t>
            </a:r>
            <a:r>
              <a:rPr dirty="0" sz="1100" spc="-45">
                <a:solidFill>
                  <a:srgbClr val="15203F"/>
                </a:solidFill>
                <a:latin typeface="Trebuchet MS"/>
                <a:cs typeface="Trebuchet MS"/>
              </a:rPr>
              <a:t>built</a:t>
            </a:r>
            <a:r>
              <a:rPr dirty="0" sz="1100">
                <a:solidFill>
                  <a:srgbClr val="15203F"/>
                </a:solidFill>
                <a:latin typeface="Trebuchet MS"/>
                <a:cs typeface="Trebuchet MS"/>
              </a:rPr>
              <a:t> a </a:t>
            </a:r>
            <a:r>
              <a:rPr dirty="0" sz="1100" spc="-20" b="1">
                <a:solidFill>
                  <a:srgbClr val="15203F"/>
                </a:solidFill>
                <a:latin typeface="Trebuchet MS"/>
                <a:cs typeface="Trebuchet MS"/>
              </a:rPr>
              <a:t>fully </a:t>
            </a:r>
            <a:r>
              <a:rPr dirty="0" sz="1100" spc="-40" b="1">
                <a:solidFill>
                  <a:srgbClr val="15203F"/>
                </a:solidFill>
                <a:latin typeface="Trebuchet MS"/>
                <a:cs typeface="Trebuchet MS"/>
              </a:rPr>
              <a:t>functional</a:t>
            </a:r>
            <a:r>
              <a:rPr dirty="0" sz="1100" spc="-10" b="1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00" spc="-30" b="1">
                <a:solidFill>
                  <a:srgbClr val="15203F"/>
                </a:solidFill>
                <a:latin typeface="Trebuchet MS"/>
                <a:cs typeface="Trebuchet MS"/>
              </a:rPr>
              <a:t>movie</a:t>
            </a:r>
            <a:r>
              <a:rPr dirty="0" sz="1100" spc="-10" b="1">
                <a:solidFill>
                  <a:srgbClr val="15203F"/>
                </a:solidFill>
                <a:latin typeface="Trebuchet MS"/>
                <a:cs typeface="Trebuchet MS"/>
              </a:rPr>
              <a:t> recommendation </a:t>
            </a:r>
            <a:r>
              <a:rPr dirty="0" sz="1100" b="1">
                <a:solidFill>
                  <a:srgbClr val="15203F"/>
                </a:solidFill>
                <a:latin typeface="Trebuchet MS"/>
                <a:cs typeface="Trebuchet MS"/>
              </a:rPr>
              <a:t>system</a:t>
            </a:r>
            <a:r>
              <a:rPr dirty="0" sz="1100" spc="30" b="1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00">
                <a:solidFill>
                  <a:srgbClr val="15203F"/>
                </a:solidFill>
                <a:latin typeface="Trebuchet MS"/>
                <a:cs typeface="Trebuchet MS"/>
              </a:rPr>
              <a:t>using</a:t>
            </a:r>
            <a:r>
              <a:rPr dirty="0" sz="1100" spc="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00" spc="-45">
                <a:solidFill>
                  <a:srgbClr val="15203F"/>
                </a:solidFill>
                <a:latin typeface="Trebuchet MS"/>
                <a:cs typeface="Trebuchet MS"/>
              </a:rPr>
              <a:t>the</a:t>
            </a:r>
            <a:r>
              <a:rPr dirty="0" sz="1100" spc="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00">
                <a:solidFill>
                  <a:srgbClr val="15203F"/>
                </a:solidFill>
                <a:latin typeface="Trebuchet MS"/>
                <a:cs typeface="Trebuchet MS"/>
              </a:rPr>
              <a:t>MovieLens</a:t>
            </a:r>
            <a:r>
              <a:rPr dirty="0" sz="1100" spc="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00" spc="-10">
                <a:solidFill>
                  <a:srgbClr val="15203F"/>
                </a:solidFill>
                <a:latin typeface="Trebuchet MS"/>
                <a:cs typeface="Trebuchet MS"/>
              </a:rPr>
              <a:t>dataset</a:t>
            </a:r>
            <a:endParaRPr sz="1100">
              <a:latin typeface="Trebuchet MS"/>
              <a:cs typeface="Trebuchet MS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05374" y="2594076"/>
            <a:ext cx="66674" cy="7619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088826" y="2482183"/>
            <a:ext cx="2602865" cy="6540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dirty="0" sz="1100">
                <a:solidFill>
                  <a:srgbClr val="15203F"/>
                </a:solidFill>
                <a:latin typeface="Trebuchet MS"/>
                <a:cs typeface="Trebuchet MS"/>
              </a:rPr>
              <a:t>Addressed</a:t>
            </a:r>
            <a:r>
              <a:rPr dirty="0" sz="1100" spc="-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00" spc="-45">
                <a:solidFill>
                  <a:srgbClr val="15203F"/>
                </a:solidFill>
                <a:latin typeface="Trebuchet MS"/>
                <a:cs typeface="Trebuchet MS"/>
              </a:rPr>
              <a:t>the</a:t>
            </a:r>
            <a:r>
              <a:rPr dirty="0" sz="110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00" spc="-35">
                <a:solidFill>
                  <a:srgbClr val="15203F"/>
                </a:solidFill>
                <a:latin typeface="Trebuchet MS"/>
                <a:cs typeface="Trebuchet MS"/>
              </a:rPr>
              <a:t>critical</a:t>
            </a:r>
            <a:r>
              <a:rPr dirty="0" sz="110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00" spc="-45" b="1">
                <a:solidFill>
                  <a:srgbClr val="15203F"/>
                </a:solidFill>
                <a:latin typeface="Trebuchet MS"/>
                <a:cs typeface="Trebuchet MS"/>
              </a:rPr>
              <a:t>matrix</a:t>
            </a:r>
            <a:r>
              <a:rPr dirty="0" sz="1100" spc="-5" b="1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00" spc="-10" b="1">
                <a:solidFill>
                  <a:srgbClr val="15203F"/>
                </a:solidFill>
                <a:latin typeface="Trebuchet MS"/>
                <a:cs typeface="Trebuchet MS"/>
              </a:rPr>
              <a:t>sparsity </a:t>
            </a:r>
            <a:r>
              <a:rPr dirty="0" sz="1100" spc="-40" b="1">
                <a:solidFill>
                  <a:srgbClr val="15203F"/>
                </a:solidFill>
                <a:latin typeface="Trebuchet MS"/>
                <a:cs typeface="Trebuchet MS"/>
              </a:rPr>
              <a:t>problem</a:t>
            </a:r>
            <a:r>
              <a:rPr dirty="0" sz="1100" spc="-15" b="1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00" spc="-10">
                <a:solidFill>
                  <a:srgbClr val="15203F"/>
                </a:solidFill>
                <a:latin typeface="Trebuchet MS"/>
                <a:cs typeface="Trebuchet MS"/>
              </a:rPr>
              <a:t>through</a:t>
            </a:r>
            <a:r>
              <a:rPr dirty="0" sz="1100" spc="-1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00" spc="-20">
                <a:solidFill>
                  <a:srgbClr val="15203F"/>
                </a:solidFill>
                <a:latin typeface="Trebuchet MS"/>
                <a:cs typeface="Trebuchet MS"/>
              </a:rPr>
              <a:t>both</a:t>
            </a:r>
            <a:r>
              <a:rPr dirty="0" sz="1100" spc="-1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00" spc="-20">
                <a:solidFill>
                  <a:srgbClr val="15203F"/>
                </a:solidFill>
                <a:latin typeface="Trebuchet MS"/>
                <a:cs typeface="Trebuchet MS"/>
              </a:rPr>
              <a:t>memory-</a:t>
            </a:r>
            <a:r>
              <a:rPr dirty="0" sz="1100">
                <a:solidFill>
                  <a:srgbClr val="15203F"/>
                </a:solidFill>
                <a:latin typeface="Trebuchet MS"/>
                <a:cs typeface="Trebuchet MS"/>
              </a:rPr>
              <a:t>based</a:t>
            </a:r>
            <a:r>
              <a:rPr dirty="0" sz="1100" spc="-1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00" spc="-25">
                <a:solidFill>
                  <a:srgbClr val="15203F"/>
                </a:solidFill>
                <a:latin typeface="Trebuchet MS"/>
                <a:cs typeface="Trebuchet MS"/>
              </a:rPr>
              <a:t>and </a:t>
            </a:r>
            <a:r>
              <a:rPr dirty="0" sz="1100" spc="-30">
                <a:solidFill>
                  <a:srgbClr val="15203F"/>
                </a:solidFill>
                <a:latin typeface="Trebuchet MS"/>
                <a:cs typeface="Trebuchet MS"/>
              </a:rPr>
              <a:t>model-</a:t>
            </a:r>
            <a:r>
              <a:rPr dirty="0" sz="1100">
                <a:solidFill>
                  <a:srgbClr val="15203F"/>
                </a:solidFill>
                <a:latin typeface="Trebuchet MS"/>
                <a:cs typeface="Trebuchet MS"/>
              </a:rPr>
              <a:t>based</a:t>
            </a:r>
            <a:r>
              <a:rPr dirty="0" sz="1100" spc="5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00" spc="-25">
                <a:solidFill>
                  <a:srgbClr val="15203F"/>
                </a:solidFill>
                <a:latin typeface="Trebuchet MS"/>
                <a:cs typeface="Trebuchet MS"/>
              </a:rPr>
              <a:t>collaborative</a:t>
            </a:r>
            <a:r>
              <a:rPr dirty="0" sz="1100" spc="5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00" spc="-10">
                <a:solidFill>
                  <a:srgbClr val="15203F"/>
                </a:solidFill>
                <a:latin typeface="Trebuchet MS"/>
                <a:cs typeface="Trebuchet MS"/>
              </a:rPr>
              <a:t>filtering</a:t>
            </a:r>
            <a:endParaRPr sz="1100">
              <a:latin typeface="Trebuchet MS"/>
              <a:cs typeface="Trebuchet MS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05374" y="3479901"/>
            <a:ext cx="66674" cy="7619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088825" y="3368008"/>
            <a:ext cx="2470785" cy="6540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dirty="0" sz="1100" spc="-10">
                <a:solidFill>
                  <a:srgbClr val="15203F"/>
                </a:solidFill>
                <a:latin typeface="Trebuchet MS"/>
                <a:cs typeface="Trebuchet MS"/>
              </a:rPr>
              <a:t>Demonstrated</a:t>
            </a:r>
            <a:r>
              <a:rPr dirty="0" sz="110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00" spc="-40">
                <a:solidFill>
                  <a:srgbClr val="15203F"/>
                </a:solidFill>
                <a:latin typeface="Trebuchet MS"/>
                <a:cs typeface="Trebuchet MS"/>
              </a:rPr>
              <a:t>that</a:t>
            </a:r>
            <a:r>
              <a:rPr dirty="0" sz="1100" spc="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00" b="1">
                <a:solidFill>
                  <a:srgbClr val="15203F"/>
                </a:solidFill>
                <a:latin typeface="Trebuchet MS"/>
                <a:cs typeface="Trebuchet MS"/>
              </a:rPr>
              <a:t>SVD</a:t>
            </a:r>
            <a:r>
              <a:rPr dirty="0" sz="1100" spc="5" b="1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00" spc="-10" b="1">
                <a:solidFill>
                  <a:srgbClr val="15203F"/>
                </a:solidFill>
                <a:latin typeface="Trebuchet MS"/>
                <a:cs typeface="Trebuchet MS"/>
              </a:rPr>
              <a:t>outperforms </a:t>
            </a:r>
            <a:r>
              <a:rPr dirty="0" sz="1100" spc="-25">
                <a:solidFill>
                  <a:srgbClr val="15203F"/>
                </a:solidFill>
                <a:latin typeface="Trebuchet MS"/>
                <a:cs typeface="Trebuchet MS"/>
              </a:rPr>
              <a:t>user-</a:t>
            </a:r>
            <a:r>
              <a:rPr dirty="0" sz="1100">
                <a:solidFill>
                  <a:srgbClr val="15203F"/>
                </a:solidFill>
                <a:latin typeface="Trebuchet MS"/>
                <a:cs typeface="Trebuchet MS"/>
              </a:rPr>
              <a:t>based</a:t>
            </a:r>
            <a:r>
              <a:rPr dirty="0" sz="1100" spc="2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00">
                <a:solidFill>
                  <a:srgbClr val="15203F"/>
                </a:solidFill>
                <a:latin typeface="Trebuchet MS"/>
                <a:cs typeface="Trebuchet MS"/>
              </a:rPr>
              <a:t>and</a:t>
            </a:r>
            <a:r>
              <a:rPr dirty="0" sz="1100" spc="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00" spc="-45">
                <a:solidFill>
                  <a:srgbClr val="15203F"/>
                </a:solidFill>
                <a:latin typeface="Trebuchet MS"/>
                <a:cs typeface="Trebuchet MS"/>
              </a:rPr>
              <a:t>item-</a:t>
            </a:r>
            <a:r>
              <a:rPr dirty="0" sz="1100">
                <a:solidFill>
                  <a:srgbClr val="15203F"/>
                </a:solidFill>
                <a:latin typeface="Trebuchet MS"/>
                <a:cs typeface="Trebuchet MS"/>
              </a:rPr>
              <a:t>based</a:t>
            </a:r>
            <a:r>
              <a:rPr dirty="0" sz="1100" spc="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00" spc="-10">
                <a:solidFill>
                  <a:srgbClr val="15203F"/>
                </a:solidFill>
                <a:latin typeface="Trebuchet MS"/>
                <a:cs typeface="Trebuchet MS"/>
              </a:rPr>
              <a:t>approaches </a:t>
            </a:r>
            <a:r>
              <a:rPr dirty="0" sz="1100" spc="-35">
                <a:solidFill>
                  <a:srgbClr val="15203F"/>
                </a:solidFill>
                <a:latin typeface="Trebuchet MS"/>
                <a:cs typeface="Trebuchet MS"/>
              </a:rPr>
              <a:t>with</a:t>
            </a:r>
            <a:r>
              <a:rPr dirty="0" sz="1100" spc="-6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00">
                <a:solidFill>
                  <a:srgbClr val="15203F"/>
                </a:solidFill>
                <a:latin typeface="Trebuchet MS"/>
                <a:cs typeface="Trebuchet MS"/>
              </a:rPr>
              <a:t>an</a:t>
            </a:r>
            <a:r>
              <a:rPr dirty="0" sz="1100" spc="-5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00" spc="90">
                <a:solidFill>
                  <a:srgbClr val="15203F"/>
                </a:solidFill>
                <a:latin typeface="Trebuchet MS"/>
                <a:cs typeface="Trebuchet MS"/>
              </a:rPr>
              <a:t>RMSE</a:t>
            </a:r>
            <a:r>
              <a:rPr dirty="0" sz="1100" spc="-5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00">
                <a:solidFill>
                  <a:srgbClr val="15203F"/>
                </a:solidFill>
                <a:latin typeface="Trebuchet MS"/>
                <a:cs typeface="Trebuchet MS"/>
              </a:rPr>
              <a:t>of</a:t>
            </a:r>
            <a:r>
              <a:rPr dirty="0" sz="1100" spc="-5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00" spc="-20">
                <a:solidFill>
                  <a:srgbClr val="15203F"/>
                </a:solidFill>
                <a:latin typeface="Trebuchet MS"/>
                <a:cs typeface="Trebuchet MS"/>
              </a:rPr>
              <a:t>0.85</a:t>
            </a:r>
            <a:endParaRPr sz="1100">
              <a:latin typeface="Trebuchet MS"/>
              <a:cs typeface="Trebuchet MS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05374" y="4375251"/>
            <a:ext cx="66674" cy="6667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5088826" y="4295933"/>
            <a:ext cx="2007870" cy="193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30">
                <a:solidFill>
                  <a:srgbClr val="15203F"/>
                </a:solidFill>
                <a:latin typeface="Trebuchet MS"/>
                <a:cs typeface="Trebuchet MS"/>
              </a:rPr>
              <a:t>Delivered</a:t>
            </a:r>
            <a:r>
              <a:rPr dirty="0" sz="1100" spc="1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00" spc="-20">
                <a:solidFill>
                  <a:srgbClr val="15203F"/>
                </a:solidFill>
                <a:latin typeface="Trebuchet MS"/>
                <a:cs typeface="Trebuchet MS"/>
              </a:rPr>
              <a:t>personalised,</a:t>
            </a:r>
            <a:r>
              <a:rPr dirty="0" sz="1100" spc="1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00" spc="-10">
                <a:solidFill>
                  <a:srgbClr val="15203F"/>
                </a:solidFill>
                <a:latin typeface="Trebuchet MS"/>
                <a:cs typeface="Trebuchet MS"/>
              </a:rPr>
              <a:t>scalable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088826" y="4463383"/>
            <a:ext cx="2394585" cy="444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dirty="0" sz="1100">
                <a:solidFill>
                  <a:srgbClr val="15203F"/>
                </a:solidFill>
                <a:latin typeface="Trebuchet MS"/>
                <a:cs typeface="Trebuchet MS"/>
              </a:rPr>
              <a:t>recommendations</a:t>
            </a:r>
            <a:r>
              <a:rPr dirty="0" sz="1100" spc="-2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00" spc="-40">
                <a:solidFill>
                  <a:srgbClr val="15203F"/>
                </a:solidFill>
                <a:latin typeface="Trebuchet MS"/>
                <a:cs typeface="Trebuchet MS"/>
              </a:rPr>
              <a:t>that</a:t>
            </a:r>
            <a:r>
              <a:rPr dirty="0" sz="1100" spc="-1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00">
                <a:solidFill>
                  <a:srgbClr val="15203F"/>
                </a:solidFill>
                <a:latin typeface="Trebuchet MS"/>
                <a:cs typeface="Trebuchet MS"/>
              </a:rPr>
              <a:t>go</a:t>
            </a:r>
            <a:r>
              <a:rPr dirty="0" sz="1100" spc="-2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00" spc="-40">
                <a:solidFill>
                  <a:srgbClr val="15203F"/>
                </a:solidFill>
                <a:latin typeface="Trebuchet MS"/>
                <a:cs typeface="Trebuchet MS"/>
              </a:rPr>
              <a:t>well</a:t>
            </a:r>
            <a:r>
              <a:rPr dirty="0" sz="1100" spc="-1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00" spc="-10">
                <a:solidFill>
                  <a:srgbClr val="15203F"/>
                </a:solidFill>
                <a:latin typeface="Trebuchet MS"/>
                <a:cs typeface="Trebuchet MS"/>
              </a:rPr>
              <a:t>beyond generic</a:t>
            </a:r>
            <a:r>
              <a:rPr dirty="0" sz="1100" spc="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00" spc="-40">
                <a:solidFill>
                  <a:srgbClr val="15203F"/>
                </a:solidFill>
                <a:latin typeface="Trebuchet MS"/>
                <a:cs typeface="Trebuchet MS"/>
              </a:rPr>
              <a:t>popularity-</a:t>
            </a:r>
            <a:r>
              <a:rPr dirty="0" sz="1100">
                <a:solidFill>
                  <a:srgbClr val="15203F"/>
                </a:solidFill>
                <a:latin typeface="Trebuchet MS"/>
                <a:cs typeface="Trebuchet MS"/>
              </a:rPr>
              <a:t>based</a:t>
            </a:r>
            <a:r>
              <a:rPr dirty="0" sz="1100" spc="3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00" spc="-10">
                <a:solidFill>
                  <a:srgbClr val="15203F"/>
                </a:solidFill>
                <a:latin typeface="Trebuchet MS"/>
                <a:cs typeface="Trebuchet MS"/>
              </a:rPr>
              <a:t>lists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025066" y="1260697"/>
            <a:ext cx="1449705" cy="2349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>
                <a:solidFill>
                  <a:srgbClr val="3157B7"/>
                </a:solidFill>
                <a:latin typeface="Palatino Linotype"/>
                <a:cs typeface="Palatino Linotype"/>
              </a:rPr>
              <a:t>Future</a:t>
            </a:r>
            <a:r>
              <a:rPr dirty="0" sz="1350" spc="210">
                <a:solidFill>
                  <a:srgbClr val="3157B7"/>
                </a:solidFill>
                <a:latin typeface="Palatino Linotype"/>
                <a:cs typeface="Palatino Linotype"/>
              </a:rPr>
              <a:t> </a:t>
            </a:r>
            <a:r>
              <a:rPr dirty="0" sz="1350" spc="-10">
                <a:solidFill>
                  <a:srgbClr val="3157B7"/>
                </a:solidFill>
                <a:latin typeface="Palatino Linotype"/>
                <a:cs typeface="Palatino Linotype"/>
              </a:rPr>
              <a:t>Directions</a:t>
            </a:r>
            <a:endParaRPr sz="1350">
              <a:latin typeface="Palatino Linotype"/>
              <a:cs typeface="Palatino Linotype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020049" y="1628775"/>
            <a:ext cx="2800350" cy="1304925"/>
            <a:chOff x="8020049" y="1628775"/>
            <a:chExt cx="2800350" cy="1304925"/>
          </a:xfrm>
        </p:grpSpPr>
        <p:sp>
          <p:nvSpPr>
            <p:cNvPr id="16" name="object 16"/>
            <p:cNvSpPr/>
            <p:nvPr/>
          </p:nvSpPr>
          <p:spPr>
            <a:xfrm>
              <a:off x="8039099" y="1638299"/>
              <a:ext cx="2771775" cy="1285875"/>
            </a:xfrm>
            <a:custGeom>
              <a:avLst/>
              <a:gdLst/>
              <a:ahLst/>
              <a:cxnLst/>
              <a:rect l="l" t="t" r="r" b="b"/>
              <a:pathLst>
                <a:path w="2771775" h="1285875">
                  <a:moveTo>
                    <a:pt x="2766034" y="0"/>
                  </a:moveTo>
                  <a:lnTo>
                    <a:pt x="71196" y="0"/>
                  </a:lnTo>
                  <a:lnTo>
                    <a:pt x="66243" y="431"/>
                  </a:lnTo>
                  <a:lnTo>
                    <a:pt x="29705" y="13665"/>
                  </a:lnTo>
                  <a:lnTo>
                    <a:pt x="3886" y="45199"/>
                  </a:lnTo>
                  <a:lnTo>
                    <a:pt x="0" y="62293"/>
                  </a:lnTo>
                  <a:lnTo>
                    <a:pt x="0" y="1219200"/>
                  </a:lnTo>
                  <a:lnTo>
                    <a:pt x="0" y="1223581"/>
                  </a:lnTo>
                  <a:lnTo>
                    <a:pt x="15621" y="1259878"/>
                  </a:lnTo>
                  <a:lnTo>
                    <a:pt x="51663" y="1282471"/>
                  </a:lnTo>
                  <a:lnTo>
                    <a:pt x="71196" y="1285875"/>
                  </a:lnTo>
                  <a:lnTo>
                    <a:pt x="2766034" y="1285875"/>
                  </a:lnTo>
                  <a:lnTo>
                    <a:pt x="2767901" y="1285100"/>
                  </a:lnTo>
                  <a:lnTo>
                    <a:pt x="2771000" y="1282001"/>
                  </a:lnTo>
                  <a:lnTo>
                    <a:pt x="2771775" y="1280147"/>
                  </a:lnTo>
                  <a:lnTo>
                    <a:pt x="2771775" y="5727"/>
                  </a:lnTo>
                  <a:lnTo>
                    <a:pt x="2771000" y="3860"/>
                  </a:lnTo>
                  <a:lnTo>
                    <a:pt x="2767901" y="774"/>
                  </a:lnTo>
                  <a:lnTo>
                    <a:pt x="2766034" y="0"/>
                  </a:lnTo>
                  <a:close/>
                </a:path>
              </a:pathLst>
            </a:custGeom>
            <a:solidFill>
              <a:srgbClr val="FBFCF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8039938" y="1628787"/>
              <a:ext cx="2780665" cy="1304925"/>
            </a:xfrm>
            <a:custGeom>
              <a:avLst/>
              <a:gdLst/>
              <a:ahLst/>
              <a:cxnLst/>
              <a:rect l="l" t="t" r="r" b="b"/>
              <a:pathLst>
                <a:path w="2780665" h="1304925">
                  <a:moveTo>
                    <a:pt x="2780449" y="12623"/>
                  </a:moveTo>
                  <a:lnTo>
                    <a:pt x="2778747" y="8509"/>
                  </a:lnTo>
                  <a:lnTo>
                    <a:pt x="2775813" y="5588"/>
                  </a:lnTo>
                  <a:lnTo>
                    <a:pt x="2771927" y="1701"/>
                  </a:lnTo>
                  <a:lnTo>
                    <a:pt x="2767825" y="0"/>
                  </a:lnTo>
                  <a:lnTo>
                    <a:pt x="2761399" y="0"/>
                  </a:lnTo>
                  <a:lnTo>
                    <a:pt x="75349" y="0"/>
                  </a:lnTo>
                  <a:lnTo>
                    <a:pt x="33007" y="12827"/>
                  </a:lnTo>
                  <a:lnTo>
                    <a:pt x="4953" y="47040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2761399" y="19050"/>
                  </a:lnTo>
                  <a:lnTo>
                    <a:pt x="2761399" y="20002"/>
                  </a:lnTo>
                  <a:lnTo>
                    <a:pt x="2761399" y="1284922"/>
                  </a:lnTo>
                  <a:lnTo>
                    <a:pt x="2761399" y="1285875"/>
                  </a:lnTo>
                  <a:lnTo>
                    <a:pt x="75349" y="1285875"/>
                  </a:lnTo>
                  <a:lnTo>
                    <a:pt x="33007" y="1276248"/>
                  </a:lnTo>
                  <a:lnTo>
                    <a:pt x="1079" y="1243596"/>
                  </a:lnTo>
                  <a:lnTo>
                    <a:pt x="0" y="1239494"/>
                  </a:lnTo>
                  <a:lnTo>
                    <a:pt x="609" y="1243596"/>
                  </a:lnTo>
                  <a:lnTo>
                    <a:pt x="2413" y="1250797"/>
                  </a:lnTo>
                  <a:lnTo>
                    <a:pt x="4851" y="1257592"/>
                  </a:lnTo>
                  <a:lnTo>
                    <a:pt x="4953" y="1257884"/>
                  </a:lnTo>
                  <a:lnTo>
                    <a:pt x="33007" y="1292085"/>
                  </a:lnTo>
                  <a:lnTo>
                    <a:pt x="75349" y="1304925"/>
                  </a:lnTo>
                  <a:lnTo>
                    <a:pt x="2761399" y="1304925"/>
                  </a:lnTo>
                  <a:lnTo>
                    <a:pt x="2767825" y="1304925"/>
                  </a:lnTo>
                  <a:lnTo>
                    <a:pt x="2771927" y="1303223"/>
                  </a:lnTo>
                  <a:lnTo>
                    <a:pt x="2775813" y="1299337"/>
                  </a:lnTo>
                  <a:lnTo>
                    <a:pt x="2778747" y="1296403"/>
                  </a:lnTo>
                  <a:lnTo>
                    <a:pt x="2780449" y="1292301"/>
                  </a:lnTo>
                  <a:lnTo>
                    <a:pt x="2780449" y="12623"/>
                  </a:lnTo>
                  <a:close/>
                </a:path>
              </a:pathLst>
            </a:custGeom>
            <a:solidFill>
              <a:srgbClr val="CFD2D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20049" y="1628775"/>
              <a:ext cx="76199" cy="1304924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8240712" y="1775047"/>
            <a:ext cx="2431415" cy="98044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spc="-10">
                <a:solidFill>
                  <a:srgbClr val="15203F"/>
                </a:solidFill>
                <a:latin typeface="Palatino Linotype"/>
                <a:cs typeface="Palatino Linotype"/>
              </a:rPr>
              <a:t>Cold</a:t>
            </a:r>
            <a:r>
              <a:rPr dirty="0" sz="1350" spc="-25">
                <a:solidFill>
                  <a:srgbClr val="15203F"/>
                </a:solidFill>
                <a:latin typeface="Palatino Linotype"/>
                <a:cs typeface="Palatino Linotype"/>
              </a:rPr>
              <a:t> </a:t>
            </a:r>
            <a:r>
              <a:rPr dirty="0" sz="1350" spc="60">
                <a:solidFill>
                  <a:srgbClr val="15203F"/>
                </a:solidFill>
                <a:latin typeface="Palatino Linotype"/>
                <a:cs typeface="Palatino Linotype"/>
              </a:rPr>
              <a:t>Start</a:t>
            </a:r>
            <a:r>
              <a:rPr dirty="0" sz="1350" spc="-20">
                <a:solidFill>
                  <a:srgbClr val="15203F"/>
                </a:solidFill>
                <a:latin typeface="Palatino Linotype"/>
                <a:cs typeface="Palatino Linotype"/>
              </a:rPr>
              <a:t> </a:t>
            </a:r>
            <a:r>
              <a:rPr dirty="0" sz="1350" spc="-10">
                <a:solidFill>
                  <a:srgbClr val="15203F"/>
                </a:solidFill>
                <a:latin typeface="Palatino Linotype"/>
                <a:cs typeface="Palatino Linotype"/>
              </a:rPr>
              <a:t>Problem</a:t>
            </a:r>
            <a:endParaRPr sz="1350">
              <a:latin typeface="Palatino Linotype"/>
              <a:cs typeface="Palatino Linotype"/>
            </a:endParaRPr>
          </a:p>
          <a:p>
            <a:pPr marL="12700" marR="5080">
              <a:lnSpc>
                <a:spcPct val="127800"/>
              </a:lnSpc>
              <a:spcBef>
                <a:spcPts val="815"/>
              </a:spcBef>
            </a:pPr>
            <a:r>
              <a:rPr dirty="0" sz="1100" spc="-10">
                <a:solidFill>
                  <a:srgbClr val="15203F"/>
                </a:solidFill>
                <a:latin typeface="Trebuchet MS"/>
                <a:cs typeface="Trebuchet MS"/>
              </a:rPr>
              <a:t>Develop</a:t>
            </a:r>
            <a:r>
              <a:rPr dirty="0" sz="1100" spc="-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00" spc="-10">
                <a:solidFill>
                  <a:srgbClr val="15203F"/>
                </a:solidFill>
                <a:latin typeface="Trebuchet MS"/>
                <a:cs typeface="Trebuchet MS"/>
              </a:rPr>
              <a:t>strategies</a:t>
            </a:r>
            <a:r>
              <a:rPr dirty="0" sz="1100" spc="-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00" spc="-35">
                <a:solidFill>
                  <a:srgbClr val="15203F"/>
                </a:solidFill>
                <a:latin typeface="Trebuchet MS"/>
                <a:cs typeface="Trebuchet MS"/>
              </a:rPr>
              <a:t>to</a:t>
            </a:r>
            <a:r>
              <a:rPr dirty="0" sz="1100" spc="-3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00" spc="-10">
                <a:solidFill>
                  <a:srgbClr val="15203F"/>
                </a:solidFill>
                <a:latin typeface="Trebuchet MS"/>
                <a:cs typeface="Trebuchet MS"/>
              </a:rPr>
              <a:t>recommend</a:t>
            </a:r>
            <a:r>
              <a:rPr dirty="0" sz="1100" spc="50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00">
                <a:solidFill>
                  <a:srgbClr val="15203F"/>
                </a:solidFill>
                <a:latin typeface="Trebuchet MS"/>
                <a:cs typeface="Trebuchet MS"/>
              </a:rPr>
              <a:t>films</a:t>
            </a:r>
            <a:r>
              <a:rPr dirty="0" sz="1100" spc="-2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00" spc="-35">
                <a:solidFill>
                  <a:srgbClr val="15203F"/>
                </a:solidFill>
                <a:latin typeface="Trebuchet MS"/>
                <a:cs typeface="Trebuchet MS"/>
              </a:rPr>
              <a:t>to</a:t>
            </a:r>
            <a:r>
              <a:rPr dirty="0" sz="1100" spc="-2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00" spc="-35">
                <a:solidFill>
                  <a:srgbClr val="15203F"/>
                </a:solidFill>
                <a:latin typeface="Trebuchet MS"/>
                <a:cs typeface="Trebuchet MS"/>
              </a:rPr>
              <a:t>brand-</a:t>
            </a:r>
            <a:r>
              <a:rPr dirty="0" sz="1100">
                <a:solidFill>
                  <a:srgbClr val="15203F"/>
                </a:solidFill>
                <a:latin typeface="Trebuchet MS"/>
                <a:cs typeface="Trebuchet MS"/>
              </a:rPr>
              <a:t>new</a:t>
            </a:r>
            <a:r>
              <a:rPr dirty="0" sz="1100" spc="-2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00">
                <a:solidFill>
                  <a:srgbClr val="15203F"/>
                </a:solidFill>
                <a:latin typeface="Trebuchet MS"/>
                <a:cs typeface="Trebuchet MS"/>
              </a:rPr>
              <a:t>users</a:t>
            </a:r>
            <a:r>
              <a:rPr dirty="0" sz="1100" spc="-2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00" spc="-30">
                <a:solidFill>
                  <a:srgbClr val="15203F"/>
                </a:solidFill>
                <a:latin typeface="Trebuchet MS"/>
                <a:cs typeface="Trebuchet MS"/>
              </a:rPr>
              <a:t>with</a:t>
            </a:r>
            <a:r>
              <a:rPr dirty="0" sz="1100" spc="-2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00">
                <a:solidFill>
                  <a:srgbClr val="15203F"/>
                </a:solidFill>
                <a:latin typeface="Trebuchet MS"/>
                <a:cs typeface="Trebuchet MS"/>
              </a:rPr>
              <a:t>no</a:t>
            </a:r>
            <a:r>
              <a:rPr dirty="0" sz="1100" spc="-2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00" spc="-10">
                <a:solidFill>
                  <a:srgbClr val="15203F"/>
                </a:solidFill>
                <a:latin typeface="Trebuchet MS"/>
                <a:cs typeface="Trebuchet MS"/>
              </a:rPr>
              <a:t>rating history</a:t>
            </a:r>
            <a:endParaRPr sz="1100">
              <a:latin typeface="Trebuchet MS"/>
              <a:cs typeface="Trebuchet MS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020049" y="3057525"/>
            <a:ext cx="2800350" cy="1295400"/>
            <a:chOff x="8020049" y="3057525"/>
            <a:chExt cx="2800350" cy="1295400"/>
          </a:xfrm>
        </p:grpSpPr>
        <p:sp>
          <p:nvSpPr>
            <p:cNvPr id="21" name="object 21"/>
            <p:cNvSpPr/>
            <p:nvPr/>
          </p:nvSpPr>
          <p:spPr>
            <a:xfrm>
              <a:off x="8039099" y="3067049"/>
              <a:ext cx="2771775" cy="1276350"/>
            </a:xfrm>
            <a:custGeom>
              <a:avLst/>
              <a:gdLst/>
              <a:ahLst/>
              <a:cxnLst/>
              <a:rect l="l" t="t" r="r" b="b"/>
              <a:pathLst>
                <a:path w="2771775" h="1276350">
                  <a:moveTo>
                    <a:pt x="2766034" y="0"/>
                  </a:moveTo>
                  <a:lnTo>
                    <a:pt x="71196" y="0"/>
                  </a:lnTo>
                  <a:lnTo>
                    <a:pt x="66243" y="431"/>
                  </a:lnTo>
                  <a:lnTo>
                    <a:pt x="29705" y="13665"/>
                  </a:lnTo>
                  <a:lnTo>
                    <a:pt x="3886" y="45199"/>
                  </a:lnTo>
                  <a:lnTo>
                    <a:pt x="0" y="62293"/>
                  </a:lnTo>
                  <a:lnTo>
                    <a:pt x="0" y="1209675"/>
                  </a:lnTo>
                  <a:lnTo>
                    <a:pt x="0" y="1214056"/>
                  </a:lnTo>
                  <a:lnTo>
                    <a:pt x="15621" y="1250353"/>
                  </a:lnTo>
                  <a:lnTo>
                    <a:pt x="51663" y="1272946"/>
                  </a:lnTo>
                  <a:lnTo>
                    <a:pt x="71196" y="1276350"/>
                  </a:lnTo>
                  <a:lnTo>
                    <a:pt x="2766034" y="1276350"/>
                  </a:lnTo>
                  <a:lnTo>
                    <a:pt x="2767901" y="1275575"/>
                  </a:lnTo>
                  <a:lnTo>
                    <a:pt x="2771000" y="1272476"/>
                  </a:lnTo>
                  <a:lnTo>
                    <a:pt x="2771775" y="1270622"/>
                  </a:lnTo>
                  <a:lnTo>
                    <a:pt x="2771775" y="5727"/>
                  </a:lnTo>
                  <a:lnTo>
                    <a:pt x="2771000" y="3860"/>
                  </a:lnTo>
                  <a:lnTo>
                    <a:pt x="2767901" y="774"/>
                  </a:lnTo>
                  <a:lnTo>
                    <a:pt x="2766034" y="0"/>
                  </a:lnTo>
                  <a:close/>
                </a:path>
              </a:pathLst>
            </a:custGeom>
            <a:solidFill>
              <a:srgbClr val="FBFCF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8039938" y="3057537"/>
              <a:ext cx="2780665" cy="1295400"/>
            </a:xfrm>
            <a:custGeom>
              <a:avLst/>
              <a:gdLst/>
              <a:ahLst/>
              <a:cxnLst/>
              <a:rect l="l" t="t" r="r" b="b"/>
              <a:pathLst>
                <a:path w="2780665" h="1295400">
                  <a:moveTo>
                    <a:pt x="2780449" y="12623"/>
                  </a:moveTo>
                  <a:lnTo>
                    <a:pt x="2778747" y="8509"/>
                  </a:lnTo>
                  <a:lnTo>
                    <a:pt x="2775813" y="5588"/>
                  </a:lnTo>
                  <a:lnTo>
                    <a:pt x="2771927" y="1701"/>
                  </a:lnTo>
                  <a:lnTo>
                    <a:pt x="2767825" y="0"/>
                  </a:lnTo>
                  <a:lnTo>
                    <a:pt x="2761399" y="0"/>
                  </a:lnTo>
                  <a:lnTo>
                    <a:pt x="75349" y="0"/>
                  </a:lnTo>
                  <a:lnTo>
                    <a:pt x="33007" y="12827"/>
                  </a:lnTo>
                  <a:lnTo>
                    <a:pt x="4953" y="47040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2761399" y="19050"/>
                  </a:lnTo>
                  <a:lnTo>
                    <a:pt x="2761399" y="20002"/>
                  </a:lnTo>
                  <a:lnTo>
                    <a:pt x="2761399" y="1275397"/>
                  </a:lnTo>
                  <a:lnTo>
                    <a:pt x="2761399" y="1276350"/>
                  </a:lnTo>
                  <a:lnTo>
                    <a:pt x="75349" y="1276350"/>
                  </a:lnTo>
                  <a:lnTo>
                    <a:pt x="33007" y="1266723"/>
                  </a:lnTo>
                  <a:lnTo>
                    <a:pt x="1079" y="1234071"/>
                  </a:lnTo>
                  <a:lnTo>
                    <a:pt x="0" y="1229969"/>
                  </a:lnTo>
                  <a:lnTo>
                    <a:pt x="609" y="1234071"/>
                  </a:lnTo>
                  <a:lnTo>
                    <a:pt x="2413" y="1241272"/>
                  </a:lnTo>
                  <a:lnTo>
                    <a:pt x="4851" y="1248067"/>
                  </a:lnTo>
                  <a:lnTo>
                    <a:pt x="4953" y="1248359"/>
                  </a:lnTo>
                  <a:lnTo>
                    <a:pt x="33007" y="1282560"/>
                  </a:lnTo>
                  <a:lnTo>
                    <a:pt x="75349" y="1295400"/>
                  </a:lnTo>
                  <a:lnTo>
                    <a:pt x="2761399" y="1295400"/>
                  </a:lnTo>
                  <a:lnTo>
                    <a:pt x="2767825" y="1295400"/>
                  </a:lnTo>
                  <a:lnTo>
                    <a:pt x="2771927" y="1293698"/>
                  </a:lnTo>
                  <a:lnTo>
                    <a:pt x="2775813" y="1289812"/>
                  </a:lnTo>
                  <a:lnTo>
                    <a:pt x="2778747" y="1286878"/>
                  </a:lnTo>
                  <a:lnTo>
                    <a:pt x="2780449" y="1282776"/>
                  </a:lnTo>
                  <a:lnTo>
                    <a:pt x="2780449" y="12623"/>
                  </a:lnTo>
                  <a:close/>
                </a:path>
              </a:pathLst>
            </a:custGeom>
            <a:solidFill>
              <a:srgbClr val="CFD2D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020049" y="3057525"/>
              <a:ext cx="76199" cy="1295399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8240712" y="3194272"/>
            <a:ext cx="2213610" cy="98044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>
                <a:solidFill>
                  <a:srgbClr val="15203F"/>
                </a:solidFill>
                <a:latin typeface="Palatino Linotype"/>
                <a:cs typeface="Palatino Linotype"/>
              </a:rPr>
              <a:t>Hybrid</a:t>
            </a:r>
            <a:r>
              <a:rPr dirty="0" sz="1350" spc="30">
                <a:solidFill>
                  <a:srgbClr val="15203F"/>
                </a:solidFill>
                <a:latin typeface="Palatino Linotype"/>
                <a:cs typeface="Palatino Linotype"/>
              </a:rPr>
              <a:t> </a:t>
            </a:r>
            <a:r>
              <a:rPr dirty="0" sz="1350" spc="65">
                <a:solidFill>
                  <a:srgbClr val="15203F"/>
                </a:solidFill>
                <a:latin typeface="Palatino Linotype"/>
                <a:cs typeface="Palatino Linotype"/>
              </a:rPr>
              <a:t>Systems</a:t>
            </a:r>
            <a:endParaRPr sz="1350">
              <a:latin typeface="Palatino Linotype"/>
              <a:cs typeface="Palatino Linotype"/>
            </a:endParaRPr>
          </a:p>
          <a:p>
            <a:pPr marL="12700" marR="5080">
              <a:lnSpc>
                <a:spcPct val="127800"/>
              </a:lnSpc>
              <a:spcBef>
                <a:spcPts val="815"/>
              </a:spcBef>
            </a:pPr>
            <a:r>
              <a:rPr dirty="0" sz="1100">
                <a:solidFill>
                  <a:srgbClr val="15203F"/>
                </a:solidFill>
                <a:latin typeface="Trebuchet MS"/>
                <a:cs typeface="Trebuchet MS"/>
              </a:rPr>
              <a:t>Combine</a:t>
            </a:r>
            <a:r>
              <a:rPr dirty="0" sz="1100" spc="-1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00" spc="-25">
                <a:solidFill>
                  <a:srgbClr val="15203F"/>
                </a:solidFill>
                <a:latin typeface="Trebuchet MS"/>
                <a:cs typeface="Trebuchet MS"/>
              </a:rPr>
              <a:t>collaborative</a:t>
            </a:r>
            <a:r>
              <a:rPr dirty="0" sz="1100" spc="-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00" spc="-40">
                <a:solidFill>
                  <a:srgbClr val="15203F"/>
                </a:solidFill>
                <a:latin typeface="Trebuchet MS"/>
                <a:cs typeface="Trebuchet MS"/>
              </a:rPr>
              <a:t>filtering</a:t>
            </a:r>
            <a:r>
              <a:rPr dirty="0" sz="1100" spc="-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00" spc="-20">
                <a:solidFill>
                  <a:srgbClr val="15203F"/>
                </a:solidFill>
                <a:latin typeface="Trebuchet MS"/>
                <a:cs typeface="Trebuchet MS"/>
              </a:rPr>
              <a:t>with </a:t>
            </a:r>
            <a:r>
              <a:rPr dirty="0" sz="1100" spc="-40">
                <a:solidFill>
                  <a:srgbClr val="15203F"/>
                </a:solidFill>
                <a:latin typeface="Trebuchet MS"/>
                <a:cs typeface="Trebuchet MS"/>
              </a:rPr>
              <a:t>content-</a:t>
            </a:r>
            <a:r>
              <a:rPr dirty="0" sz="1100">
                <a:solidFill>
                  <a:srgbClr val="15203F"/>
                </a:solidFill>
                <a:latin typeface="Trebuchet MS"/>
                <a:cs typeface="Trebuchet MS"/>
              </a:rPr>
              <a:t>based</a:t>
            </a:r>
            <a:r>
              <a:rPr dirty="0" sz="1100" spc="2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00">
                <a:solidFill>
                  <a:srgbClr val="15203F"/>
                </a:solidFill>
                <a:latin typeface="Trebuchet MS"/>
                <a:cs typeface="Trebuchet MS"/>
              </a:rPr>
              <a:t>methods</a:t>
            </a:r>
            <a:r>
              <a:rPr dirty="0" sz="1100" spc="2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00" spc="-20">
                <a:solidFill>
                  <a:srgbClr val="15203F"/>
                </a:solidFill>
                <a:latin typeface="Trebuchet MS"/>
                <a:cs typeface="Trebuchet MS"/>
              </a:rPr>
              <a:t>for</a:t>
            </a:r>
            <a:r>
              <a:rPr dirty="0" sz="1100" spc="2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00" spc="-10">
                <a:solidFill>
                  <a:srgbClr val="15203F"/>
                </a:solidFill>
                <a:latin typeface="Trebuchet MS"/>
                <a:cs typeface="Trebuchet MS"/>
              </a:rPr>
              <a:t>richer, </a:t>
            </a:r>
            <a:r>
              <a:rPr dirty="0" sz="1100">
                <a:solidFill>
                  <a:srgbClr val="15203F"/>
                </a:solidFill>
                <a:latin typeface="Trebuchet MS"/>
                <a:cs typeface="Trebuchet MS"/>
              </a:rPr>
              <a:t>more</a:t>
            </a:r>
            <a:r>
              <a:rPr dirty="0" sz="1100" spc="-7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00">
                <a:solidFill>
                  <a:srgbClr val="15203F"/>
                </a:solidFill>
                <a:latin typeface="Trebuchet MS"/>
                <a:cs typeface="Trebuchet MS"/>
              </a:rPr>
              <a:t>robust</a:t>
            </a:r>
            <a:r>
              <a:rPr dirty="0" sz="1100" spc="-7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00" spc="-10">
                <a:solidFill>
                  <a:srgbClr val="15203F"/>
                </a:solidFill>
                <a:latin typeface="Trebuchet MS"/>
                <a:cs typeface="Trebuchet MS"/>
              </a:rPr>
              <a:t>suggestions</a:t>
            </a:r>
            <a:endParaRPr sz="1100">
              <a:latin typeface="Trebuchet MS"/>
              <a:cs typeface="Trebuchet MS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8020049" y="4476750"/>
            <a:ext cx="2800350" cy="1295400"/>
            <a:chOff x="8020049" y="4476750"/>
            <a:chExt cx="2800350" cy="1295400"/>
          </a:xfrm>
        </p:grpSpPr>
        <p:sp>
          <p:nvSpPr>
            <p:cNvPr id="26" name="object 26"/>
            <p:cNvSpPr/>
            <p:nvPr/>
          </p:nvSpPr>
          <p:spPr>
            <a:xfrm>
              <a:off x="8039099" y="4486274"/>
              <a:ext cx="2771775" cy="1276350"/>
            </a:xfrm>
            <a:custGeom>
              <a:avLst/>
              <a:gdLst/>
              <a:ahLst/>
              <a:cxnLst/>
              <a:rect l="l" t="t" r="r" b="b"/>
              <a:pathLst>
                <a:path w="2771775" h="1276350">
                  <a:moveTo>
                    <a:pt x="2766034" y="0"/>
                  </a:moveTo>
                  <a:lnTo>
                    <a:pt x="71196" y="0"/>
                  </a:lnTo>
                  <a:lnTo>
                    <a:pt x="66243" y="431"/>
                  </a:lnTo>
                  <a:lnTo>
                    <a:pt x="29705" y="13665"/>
                  </a:lnTo>
                  <a:lnTo>
                    <a:pt x="3886" y="45199"/>
                  </a:lnTo>
                  <a:lnTo>
                    <a:pt x="0" y="62293"/>
                  </a:lnTo>
                  <a:lnTo>
                    <a:pt x="0" y="1209676"/>
                  </a:lnTo>
                  <a:lnTo>
                    <a:pt x="0" y="1214051"/>
                  </a:lnTo>
                  <a:lnTo>
                    <a:pt x="15621" y="1250355"/>
                  </a:lnTo>
                  <a:lnTo>
                    <a:pt x="51663" y="1272947"/>
                  </a:lnTo>
                  <a:lnTo>
                    <a:pt x="71196" y="1276346"/>
                  </a:lnTo>
                  <a:lnTo>
                    <a:pt x="2766034" y="1276346"/>
                  </a:lnTo>
                  <a:lnTo>
                    <a:pt x="2767901" y="1275576"/>
                  </a:lnTo>
                  <a:lnTo>
                    <a:pt x="2771000" y="1272481"/>
                  </a:lnTo>
                  <a:lnTo>
                    <a:pt x="2771775" y="1270615"/>
                  </a:lnTo>
                  <a:lnTo>
                    <a:pt x="2771775" y="5727"/>
                  </a:lnTo>
                  <a:lnTo>
                    <a:pt x="2771000" y="3860"/>
                  </a:lnTo>
                  <a:lnTo>
                    <a:pt x="2767901" y="774"/>
                  </a:lnTo>
                  <a:lnTo>
                    <a:pt x="2766034" y="0"/>
                  </a:lnTo>
                  <a:close/>
                </a:path>
              </a:pathLst>
            </a:custGeom>
            <a:solidFill>
              <a:srgbClr val="FBFCF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8039938" y="4476762"/>
              <a:ext cx="2780665" cy="1295400"/>
            </a:xfrm>
            <a:custGeom>
              <a:avLst/>
              <a:gdLst/>
              <a:ahLst/>
              <a:cxnLst/>
              <a:rect l="l" t="t" r="r" b="b"/>
              <a:pathLst>
                <a:path w="2780665" h="1295400">
                  <a:moveTo>
                    <a:pt x="2780449" y="12623"/>
                  </a:moveTo>
                  <a:lnTo>
                    <a:pt x="2778747" y="8509"/>
                  </a:lnTo>
                  <a:lnTo>
                    <a:pt x="2775813" y="5588"/>
                  </a:lnTo>
                  <a:lnTo>
                    <a:pt x="2771927" y="1701"/>
                  </a:lnTo>
                  <a:lnTo>
                    <a:pt x="2767825" y="0"/>
                  </a:lnTo>
                  <a:lnTo>
                    <a:pt x="2761399" y="0"/>
                  </a:lnTo>
                  <a:lnTo>
                    <a:pt x="75349" y="0"/>
                  </a:lnTo>
                  <a:lnTo>
                    <a:pt x="33007" y="12827"/>
                  </a:lnTo>
                  <a:lnTo>
                    <a:pt x="4953" y="47040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393"/>
                  </a:lnTo>
                  <a:lnTo>
                    <a:pt x="75349" y="19050"/>
                  </a:lnTo>
                  <a:lnTo>
                    <a:pt x="2761399" y="19050"/>
                  </a:lnTo>
                  <a:lnTo>
                    <a:pt x="2761399" y="20002"/>
                  </a:lnTo>
                  <a:lnTo>
                    <a:pt x="2761399" y="1275397"/>
                  </a:lnTo>
                  <a:lnTo>
                    <a:pt x="2761399" y="1276350"/>
                  </a:lnTo>
                  <a:lnTo>
                    <a:pt x="75349" y="1276350"/>
                  </a:lnTo>
                  <a:lnTo>
                    <a:pt x="33007" y="1266723"/>
                  </a:lnTo>
                  <a:lnTo>
                    <a:pt x="1079" y="1234059"/>
                  </a:lnTo>
                  <a:lnTo>
                    <a:pt x="0" y="1229956"/>
                  </a:lnTo>
                  <a:lnTo>
                    <a:pt x="609" y="1234059"/>
                  </a:lnTo>
                  <a:lnTo>
                    <a:pt x="2413" y="1241285"/>
                  </a:lnTo>
                  <a:lnTo>
                    <a:pt x="4851" y="1248067"/>
                  </a:lnTo>
                  <a:lnTo>
                    <a:pt x="4953" y="1248359"/>
                  </a:lnTo>
                  <a:lnTo>
                    <a:pt x="33007" y="1282560"/>
                  </a:lnTo>
                  <a:lnTo>
                    <a:pt x="75349" y="1295400"/>
                  </a:lnTo>
                  <a:lnTo>
                    <a:pt x="2761399" y="1295400"/>
                  </a:lnTo>
                  <a:lnTo>
                    <a:pt x="2767825" y="1295400"/>
                  </a:lnTo>
                  <a:lnTo>
                    <a:pt x="2771927" y="1293685"/>
                  </a:lnTo>
                  <a:lnTo>
                    <a:pt x="2775813" y="1289812"/>
                  </a:lnTo>
                  <a:lnTo>
                    <a:pt x="2778747" y="1286878"/>
                  </a:lnTo>
                  <a:lnTo>
                    <a:pt x="2780449" y="1282763"/>
                  </a:lnTo>
                  <a:lnTo>
                    <a:pt x="2780449" y="12623"/>
                  </a:lnTo>
                  <a:close/>
                </a:path>
              </a:pathLst>
            </a:custGeom>
            <a:solidFill>
              <a:srgbClr val="CFD2D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020049" y="4476750"/>
              <a:ext cx="76199" cy="1295401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8240712" y="4623022"/>
            <a:ext cx="2260600" cy="9709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>
                <a:solidFill>
                  <a:srgbClr val="15203F"/>
                </a:solidFill>
                <a:latin typeface="Palatino Linotype"/>
                <a:cs typeface="Palatino Linotype"/>
              </a:rPr>
              <a:t>Feature</a:t>
            </a:r>
            <a:r>
              <a:rPr dirty="0" sz="1350" spc="290">
                <a:solidFill>
                  <a:srgbClr val="15203F"/>
                </a:solidFill>
                <a:latin typeface="Palatino Linotype"/>
                <a:cs typeface="Palatino Linotype"/>
              </a:rPr>
              <a:t> </a:t>
            </a:r>
            <a:r>
              <a:rPr dirty="0" sz="1350" spc="60">
                <a:solidFill>
                  <a:srgbClr val="15203F"/>
                </a:solidFill>
                <a:latin typeface="Palatino Linotype"/>
                <a:cs typeface="Palatino Linotype"/>
              </a:rPr>
              <a:t>Enrichment</a:t>
            </a:r>
            <a:endParaRPr sz="1350">
              <a:latin typeface="Palatino Linotype"/>
              <a:cs typeface="Palatino Linotype"/>
            </a:endParaRPr>
          </a:p>
          <a:p>
            <a:pPr marL="12700" marR="5080">
              <a:lnSpc>
                <a:spcPct val="125000"/>
              </a:lnSpc>
              <a:spcBef>
                <a:spcPts val="850"/>
              </a:spcBef>
            </a:pPr>
            <a:r>
              <a:rPr dirty="0" sz="1100" spc="-20">
                <a:solidFill>
                  <a:srgbClr val="15203F"/>
                </a:solidFill>
                <a:latin typeface="Trebuchet MS"/>
                <a:cs typeface="Trebuchet MS"/>
              </a:rPr>
              <a:t>Incorporate</a:t>
            </a:r>
            <a:r>
              <a:rPr dirty="0" sz="110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00" spc="-20">
                <a:solidFill>
                  <a:srgbClr val="15203F"/>
                </a:solidFill>
                <a:latin typeface="Trebuchet MS"/>
                <a:cs typeface="Trebuchet MS"/>
              </a:rPr>
              <a:t>metadata</a:t>
            </a:r>
            <a:r>
              <a:rPr dirty="0" sz="1100">
                <a:solidFill>
                  <a:srgbClr val="15203F"/>
                </a:solidFill>
                <a:latin typeface="Trebuchet MS"/>
                <a:cs typeface="Trebuchet MS"/>
              </a:rPr>
              <a:t> such </a:t>
            </a:r>
            <a:r>
              <a:rPr dirty="0" sz="1100" spc="60">
                <a:solidFill>
                  <a:srgbClr val="15203F"/>
                </a:solidFill>
                <a:latin typeface="Trebuchet MS"/>
                <a:cs typeface="Trebuchet MS"/>
              </a:rPr>
              <a:t>as</a:t>
            </a:r>
            <a:r>
              <a:rPr dirty="0" sz="1100" spc="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00" spc="-20">
                <a:solidFill>
                  <a:srgbClr val="15203F"/>
                </a:solidFill>
                <a:latin typeface="Trebuchet MS"/>
                <a:cs typeface="Trebuchet MS"/>
              </a:rPr>
              <a:t>cast, </a:t>
            </a:r>
            <a:r>
              <a:rPr dirty="0" sz="1100" spc="-60">
                <a:solidFill>
                  <a:srgbClr val="15203F"/>
                </a:solidFill>
                <a:latin typeface="Trebuchet MS"/>
                <a:cs typeface="Trebuchet MS"/>
              </a:rPr>
              <a:t>director,</a:t>
            </a:r>
            <a:r>
              <a:rPr dirty="0" sz="1100" spc="-5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00">
                <a:solidFill>
                  <a:srgbClr val="15203F"/>
                </a:solidFill>
                <a:latin typeface="Trebuchet MS"/>
                <a:cs typeface="Trebuchet MS"/>
              </a:rPr>
              <a:t>and</a:t>
            </a:r>
            <a:r>
              <a:rPr dirty="0" sz="1100" spc="-4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00" spc="-10">
                <a:solidFill>
                  <a:srgbClr val="15203F"/>
                </a:solidFill>
                <a:latin typeface="Trebuchet MS"/>
                <a:cs typeface="Trebuchet MS"/>
              </a:rPr>
              <a:t>release</a:t>
            </a:r>
            <a:r>
              <a:rPr dirty="0" sz="1100" spc="-4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00" spc="-25">
                <a:solidFill>
                  <a:srgbClr val="15203F"/>
                </a:solidFill>
                <a:latin typeface="Trebuchet MS"/>
                <a:cs typeface="Trebuchet MS"/>
              </a:rPr>
              <a:t>year</a:t>
            </a:r>
            <a:r>
              <a:rPr dirty="0" sz="1100" spc="-4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00" spc="-35">
                <a:solidFill>
                  <a:srgbClr val="15203F"/>
                </a:solidFill>
                <a:latin typeface="Trebuchet MS"/>
                <a:cs typeface="Trebuchet MS"/>
              </a:rPr>
              <a:t>to</a:t>
            </a:r>
            <a:r>
              <a:rPr dirty="0" sz="1100" spc="-45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00" spc="-10">
                <a:solidFill>
                  <a:srgbClr val="15203F"/>
                </a:solidFill>
                <a:latin typeface="Trebuchet MS"/>
                <a:cs typeface="Trebuchet MS"/>
              </a:rPr>
              <a:t>improve recommendation</a:t>
            </a:r>
            <a:r>
              <a:rPr dirty="0" sz="1100" spc="20">
                <a:solidFill>
                  <a:srgbClr val="15203F"/>
                </a:solidFill>
                <a:latin typeface="Trebuchet MS"/>
                <a:cs typeface="Trebuchet MS"/>
              </a:rPr>
              <a:t> </a:t>
            </a:r>
            <a:r>
              <a:rPr dirty="0" sz="1100" spc="-10">
                <a:solidFill>
                  <a:srgbClr val="15203F"/>
                </a:solidFill>
                <a:latin typeface="Trebuchet MS"/>
                <a:cs typeface="Trebuchet MS"/>
              </a:rPr>
              <a:t>quality</a:t>
            </a:r>
            <a:endParaRPr sz="1100">
              <a:latin typeface="Trebuchet MS"/>
              <a:cs typeface="Trebuchet MS"/>
            </a:endParaRPr>
          </a:p>
        </p:txBody>
      </p:sp>
      <p:pic>
        <p:nvPicPr>
          <p:cNvPr id="30" name="object 30">
            <a:hlinkClick r:id="rId9"/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2026-04-03T12:54:41Z</dcterms:created>
  <dcterms:modified xsi:type="dcterms:W3CDTF">2026-04-03T12:54:41Z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2026-04-02T00:00:00Z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2026-04-03T00:00:00Z</vt:filetime>
  </property>
  <property fmtid="{D5CDD505-2E9C-101B-9397-08002B2CF9AE}" pid="5" name="Producer">
    <vt:lpwstr>pdf-lib (https://github.com/Hopding/pdf-lib)</vt:lpwstr>
  </property>
</Properties>
</file>